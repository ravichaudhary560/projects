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86" r:id="rId22"/>
    <p:sldId id="287" r:id="rId23"/>
    <p:sldId id="288" r:id="rId24"/>
    <p:sldId id="289" r:id="rId25"/>
    <p:sldId id="290" r:id="rId26"/>
    <p:sldId id="291" r:id="rId27"/>
    <p:sldId id="276" r:id="rId28"/>
    <p:sldId id="277" r:id="rId29"/>
    <p:sldId id="278" r:id="rId30"/>
    <p:sldId id="279" r:id="rId31"/>
    <p:sldId id="280" r:id="rId32"/>
    <p:sldId id="281" r:id="rId33"/>
    <p:sldId id="282" r:id="rId34"/>
    <p:sldId id="283" r:id="rId35"/>
    <p:sldId id="284" r:id="rId36"/>
    <p:sldId id="285"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1T21:29:10.219"/>
    </inkml:context>
    <inkml:brush xml:id="br0">
      <inkml:brushProperty name="width" value="0.05" units="cm"/>
      <inkml:brushProperty name="height" value="0.05" units="cm"/>
    </inkml:brush>
  </inkml:definitions>
  <inkml:trace contextRef="#ctx0" brushRef="#br0">1 0 32</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E56D6-F195-48D7-978E-7EE16D430469}"/>
              </a:ext>
            </a:extLst>
          </p:cNvPr>
          <p:cNvSpPr>
            <a:spLocks noGrp="1"/>
          </p:cNvSpPr>
          <p:nvPr>
            <p:ph type="ctrTitle"/>
          </p:nvPr>
        </p:nvSpPr>
        <p:spPr>
          <a:xfrm>
            <a:off x="1756946" y="1104900"/>
            <a:ext cx="8376514" cy="3120504"/>
          </a:xfrm>
        </p:spPr>
        <p:txBody>
          <a:bodyPr anchor="b">
            <a:normAutofit/>
          </a:bodyPr>
          <a:lstStyle>
            <a:lvl1pPr algn="ctr">
              <a:lnSpc>
                <a:spcPct val="110000"/>
              </a:lnSpc>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0A72F42-5C88-4F7D-803B-C371B570D784}"/>
              </a:ext>
            </a:extLst>
          </p:cNvPr>
          <p:cNvSpPr>
            <a:spLocks noGrp="1"/>
          </p:cNvSpPr>
          <p:nvPr>
            <p:ph type="subTitle" idx="1"/>
          </p:nvPr>
        </p:nvSpPr>
        <p:spPr>
          <a:xfrm>
            <a:off x="2908039" y="4442385"/>
            <a:ext cx="6074328" cy="984023"/>
          </a:xfrm>
        </p:spPr>
        <p:txBody>
          <a:bodyPr>
            <a:normAutofit/>
          </a:bodyPr>
          <a:lstStyle>
            <a:lvl1pPr marL="0" indent="0" algn="ctr">
              <a:lnSpc>
                <a:spcPct val="100000"/>
              </a:lnSpc>
              <a:buNone/>
              <a:defRPr sz="2000" i="0" spc="16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A0384F3-2D6A-49F6-8F79-F3955E90484E}"/>
              </a:ext>
            </a:extLst>
          </p:cNvPr>
          <p:cNvSpPr>
            <a:spLocks noGrp="1"/>
          </p:cNvSpPr>
          <p:nvPr>
            <p:ph type="dt" sz="half" idx="10"/>
          </p:nvPr>
        </p:nvSpPr>
        <p:spPr/>
        <p:txBody>
          <a:bodyPr/>
          <a:lstStyle/>
          <a:p>
            <a:fld id="{91F9259A-1FE3-4FF9-8A07-BDD8177164ED}" type="datetime4">
              <a:rPr lang="en-US" smtClean="0"/>
              <a:t>October 15, 2025</a:t>
            </a:fld>
            <a:endParaRPr lang="en-US"/>
          </a:p>
        </p:txBody>
      </p:sp>
      <p:sp>
        <p:nvSpPr>
          <p:cNvPr id="5" name="Footer Placeholder 4">
            <a:extLst>
              <a:ext uri="{FF2B5EF4-FFF2-40B4-BE49-F238E27FC236}">
                <a16:creationId xmlns:a16="http://schemas.microsoft.com/office/drawing/2014/main" id="{95363F32-CD31-4801-BAE4-09EEB12629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D5D34C-49ED-4ADB-8693-73B790764F39}"/>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3132766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7B333-9E16-4502-96B5-3F586B7E003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6ED0795-5EC7-4FF8-9FC7-22AFA3C552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6A2DA5B-9862-4A23-8FEC-5C1ABC2EEF1B}"/>
              </a:ext>
            </a:extLst>
          </p:cNvPr>
          <p:cNvSpPr>
            <a:spLocks noGrp="1"/>
          </p:cNvSpPr>
          <p:nvPr>
            <p:ph type="dt" sz="half" idx="10"/>
          </p:nvPr>
        </p:nvSpPr>
        <p:spPr>
          <a:xfrm rot="5400000">
            <a:off x="10506456" y="5074920"/>
            <a:ext cx="2647667" cy="365125"/>
          </a:xfrm>
        </p:spPr>
        <p:txBody>
          <a:bodyPr/>
          <a:lstStyle/>
          <a:p>
            <a:fld id="{5D340FED-6E95-4177-A7EF-CD303B9E611D}" type="datetime4">
              <a:rPr lang="en-US" smtClean="0"/>
              <a:t>October 15, 2025</a:t>
            </a:fld>
            <a:endParaRPr lang="en-US"/>
          </a:p>
        </p:txBody>
      </p:sp>
      <p:sp>
        <p:nvSpPr>
          <p:cNvPr id="5" name="Footer Placeholder 4">
            <a:extLst>
              <a:ext uri="{FF2B5EF4-FFF2-40B4-BE49-F238E27FC236}">
                <a16:creationId xmlns:a16="http://schemas.microsoft.com/office/drawing/2014/main" id="{C63D9A4B-0DA7-46BB-9DCE-3F26075C44C6}"/>
              </a:ext>
            </a:extLst>
          </p:cNvPr>
          <p:cNvSpPr>
            <a:spLocks noGrp="1"/>
          </p:cNvSpPr>
          <p:nvPr>
            <p:ph type="ftr" sz="quarter" idx="11"/>
          </p:nvPr>
        </p:nvSpPr>
        <p:spPr>
          <a:xfrm rot="5400000">
            <a:off x="10451592" y="1408176"/>
            <a:ext cx="2770499" cy="365125"/>
          </a:xfrm>
        </p:spPr>
        <p:txBody>
          <a:bodyPr/>
          <a:lstStyle/>
          <a:p>
            <a:endParaRPr lang="en-US" dirty="0"/>
          </a:p>
        </p:txBody>
      </p:sp>
      <p:sp>
        <p:nvSpPr>
          <p:cNvPr id="6" name="Slide Number Placeholder 5">
            <a:extLst>
              <a:ext uri="{FF2B5EF4-FFF2-40B4-BE49-F238E27FC236}">
                <a16:creationId xmlns:a16="http://schemas.microsoft.com/office/drawing/2014/main" id="{EE6A7C47-81AC-431C-A7C3-2BC71AD14417}"/>
              </a:ext>
            </a:extLst>
          </p:cNvPr>
          <p:cNvSpPr>
            <a:spLocks noGrp="1"/>
          </p:cNvSpPr>
          <p:nvPr>
            <p:ph type="sldNum" sz="quarter" idx="12"/>
          </p:nvPr>
        </p:nvSpPr>
        <p:spPr>
          <a:xfrm>
            <a:off x="11558016" y="3136392"/>
            <a:ext cx="545911" cy="580029"/>
          </a:xfrm>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2751119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D2E47-4DC7-46C4-9407-FA4CF7E0AAE3}"/>
              </a:ext>
            </a:extLst>
          </p:cNvPr>
          <p:cNvSpPr>
            <a:spLocks noGrp="1"/>
          </p:cNvSpPr>
          <p:nvPr>
            <p:ph type="title"/>
          </p:nvPr>
        </p:nvSpPr>
        <p:spPr>
          <a:xfrm>
            <a:off x="1052513" y="1709738"/>
            <a:ext cx="9087774" cy="3438524"/>
          </a:xfrm>
        </p:spPr>
        <p:txBody>
          <a:bodyPr anchor="b">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BF7B502-122E-4177-A408-FC436A254215}"/>
              </a:ext>
            </a:extLst>
          </p:cNvPr>
          <p:cNvSpPr>
            <a:spLocks noGrp="1"/>
          </p:cNvSpPr>
          <p:nvPr>
            <p:ph type="body" idx="1"/>
          </p:nvPr>
        </p:nvSpPr>
        <p:spPr>
          <a:xfrm>
            <a:off x="1052513" y="5148262"/>
            <a:ext cx="8844522" cy="1138238"/>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229696-2AEF-4765-B33E-7DA328E464FF}"/>
              </a:ext>
            </a:extLst>
          </p:cNvPr>
          <p:cNvSpPr>
            <a:spLocks noGrp="1"/>
          </p:cNvSpPr>
          <p:nvPr>
            <p:ph type="dt" sz="half" idx="10"/>
          </p:nvPr>
        </p:nvSpPr>
        <p:spPr/>
        <p:txBody>
          <a:bodyPr/>
          <a:lstStyle/>
          <a:p>
            <a:fld id="{477962CB-39AD-45A9-800F-54DAB53D6021}" type="datetime4">
              <a:rPr lang="en-US" smtClean="0"/>
              <a:t>October 15, 2025</a:t>
            </a:fld>
            <a:endParaRPr lang="en-US"/>
          </a:p>
        </p:txBody>
      </p:sp>
      <p:sp>
        <p:nvSpPr>
          <p:cNvPr id="5" name="Footer Placeholder 4">
            <a:extLst>
              <a:ext uri="{FF2B5EF4-FFF2-40B4-BE49-F238E27FC236}">
                <a16:creationId xmlns:a16="http://schemas.microsoft.com/office/drawing/2014/main" id="{4729B2E4-2F1C-4FEE-AAB2-4FCC3EEFD1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27D4B8-E107-480A-AA17-261CA49BBB5D}"/>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1532511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8BAE8-3305-4F08-BECB-56AD7FD4E4B1}"/>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77021AC-6D8D-4D24-8B01-8AE8F41BE4B8}"/>
              </a:ext>
            </a:extLst>
          </p:cNvPr>
          <p:cNvSpPr>
            <a:spLocks noGrp="1"/>
          </p:cNvSpPr>
          <p:nvPr>
            <p:ph sz="half" idx="1"/>
          </p:nvPr>
        </p:nvSpPr>
        <p:spPr>
          <a:xfrm>
            <a:off x="1050878" y="1825624"/>
            <a:ext cx="4473622" cy="4460875"/>
          </a:xfrm>
        </p:spPr>
        <p:txBody>
          <a:bodyPr/>
          <a:lstStyle>
            <a:lvl2pPr marL="274320" indent="0">
              <a:buFontTx/>
              <a:buNone/>
              <a:defRPr/>
            </a:lvl2pPr>
            <a:lvl3pPr marL="502920">
              <a:defRPr/>
            </a:lvl3pPr>
            <a:lvl4pPr marL="548640" indent="0">
              <a:buFontTx/>
              <a:buNone/>
              <a:defRPr/>
            </a:lvl4pPr>
            <a:lvl5pPr marL="73152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8E7F49C-3DB3-40B7-89B3-E3BC32FC110F}"/>
              </a:ext>
            </a:extLst>
          </p:cNvPr>
          <p:cNvSpPr>
            <a:spLocks noGrp="1"/>
          </p:cNvSpPr>
          <p:nvPr>
            <p:ph sz="half" idx="2"/>
          </p:nvPr>
        </p:nvSpPr>
        <p:spPr>
          <a:xfrm>
            <a:off x="5844540" y="1825624"/>
            <a:ext cx="5016943" cy="4460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1E33D58-BDF5-4F1F-806B-0491CB3624A9}"/>
              </a:ext>
            </a:extLst>
          </p:cNvPr>
          <p:cNvSpPr>
            <a:spLocks noGrp="1"/>
          </p:cNvSpPr>
          <p:nvPr>
            <p:ph type="dt" sz="half" idx="10"/>
          </p:nvPr>
        </p:nvSpPr>
        <p:spPr/>
        <p:txBody>
          <a:bodyPr/>
          <a:lstStyle/>
          <a:p>
            <a:fld id="{2DEDF93D-55AB-4606-B9D7-742F1FC51983}" type="datetime4">
              <a:rPr lang="en-US" smtClean="0"/>
              <a:t>October 15, 2025</a:t>
            </a:fld>
            <a:endParaRPr lang="en-US" dirty="0"/>
          </a:p>
        </p:txBody>
      </p:sp>
      <p:sp>
        <p:nvSpPr>
          <p:cNvPr id="6" name="Footer Placeholder 5">
            <a:extLst>
              <a:ext uri="{FF2B5EF4-FFF2-40B4-BE49-F238E27FC236}">
                <a16:creationId xmlns:a16="http://schemas.microsoft.com/office/drawing/2014/main" id="{848BCBFD-1FE1-441A-B3AF-C3E7E7B8D11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70CE272-E6FB-455B-BACB-2471D66D956F}"/>
              </a:ext>
            </a:extLst>
          </p:cNvPr>
          <p:cNvSpPr>
            <a:spLocks noGrp="1"/>
          </p:cNvSpPr>
          <p:nvPr>
            <p:ph type="sldNum" sz="quarter" idx="12"/>
          </p:nvPr>
        </p:nvSpPr>
        <p:spPr/>
        <p:txBody>
          <a:bodyPr/>
          <a:lstStyle/>
          <a:p>
            <a:fld id="{9D4AEF59-F28E-467C-9EA3-92D1CFAD475A}" type="slidenum">
              <a:rPr lang="en-US" smtClean="0"/>
              <a:t>‹#›</a:t>
            </a:fld>
            <a:endParaRPr lang="en-US" dirty="0"/>
          </a:p>
        </p:txBody>
      </p:sp>
    </p:spTree>
    <p:extLst>
      <p:ext uri="{BB962C8B-B14F-4D97-AF65-F5344CB8AC3E}">
        <p14:creationId xmlns:p14="http://schemas.microsoft.com/office/powerpoint/2010/main" val="3168681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E73A4FB-9EF5-4D6C-A275-2DE1077A29E7}"/>
              </a:ext>
            </a:extLst>
          </p:cNvPr>
          <p:cNvSpPr>
            <a:spLocks noGrp="1"/>
          </p:cNvSpPr>
          <p:nvPr>
            <p:ph type="body" idx="1"/>
          </p:nvPr>
        </p:nvSpPr>
        <p:spPr>
          <a:xfrm>
            <a:off x="1071563" y="1835219"/>
            <a:ext cx="4452938" cy="823912"/>
          </a:xfrm>
        </p:spPr>
        <p:txBody>
          <a:bodyPr anchor="b">
            <a:normAutofit/>
          </a:bodyPr>
          <a:lstStyle>
            <a:lvl1pPr marL="0" indent="0">
              <a:buNone/>
              <a:defRPr sz="2000" b="1"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C9972A-4D34-4A9F-84EB-8D64A703B56C}"/>
              </a:ext>
            </a:extLst>
          </p:cNvPr>
          <p:cNvSpPr>
            <a:spLocks noGrp="1"/>
          </p:cNvSpPr>
          <p:nvPr>
            <p:ph sz="half" idx="2"/>
          </p:nvPr>
        </p:nvSpPr>
        <p:spPr>
          <a:xfrm>
            <a:off x="1071562" y="2717801"/>
            <a:ext cx="4452938" cy="3559452"/>
          </a:xfrm>
        </p:spPr>
        <p:txBody>
          <a:bodyPr/>
          <a:lstStyle>
            <a:lvl2pPr marL="274320" indent="0">
              <a:buFontTx/>
              <a:buNone/>
              <a:defRPr/>
            </a:lvl2pPr>
            <a:lvl3pPr marL="548640">
              <a:defRPr/>
            </a:lvl3pPr>
            <a:lvl4pPr marL="594360" indent="0">
              <a:buFontTx/>
              <a:buNone/>
              <a:defRPr/>
            </a:lvl4pPr>
            <a:lvl5pPr marL="82296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DBBDDE3-C8D7-4600-8259-24E1F8118A41}"/>
              </a:ext>
            </a:extLst>
          </p:cNvPr>
          <p:cNvSpPr>
            <a:spLocks noGrp="1"/>
          </p:cNvSpPr>
          <p:nvPr>
            <p:ph type="body" sz="quarter" idx="3"/>
          </p:nvPr>
        </p:nvSpPr>
        <p:spPr>
          <a:xfrm>
            <a:off x="5844540" y="1835219"/>
            <a:ext cx="5016943" cy="823912"/>
          </a:xfrm>
        </p:spPr>
        <p:txBody>
          <a:bodyPr anchor="b">
            <a:normAutofit/>
          </a:bodyPr>
          <a:lstStyle>
            <a:lvl1pPr marL="0" indent="0">
              <a:buNone/>
              <a:defRPr sz="2000" b="1"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649FFF-44C7-4256-AFE1-C5457C7AB501}"/>
              </a:ext>
            </a:extLst>
          </p:cNvPr>
          <p:cNvSpPr>
            <a:spLocks noGrp="1"/>
          </p:cNvSpPr>
          <p:nvPr>
            <p:ph sz="quarter" idx="4"/>
          </p:nvPr>
        </p:nvSpPr>
        <p:spPr>
          <a:xfrm>
            <a:off x="5844540" y="2717800"/>
            <a:ext cx="5016943" cy="3559453"/>
          </a:xfrm>
        </p:spPr>
        <p:txBody>
          <a:bodyPr/>
          <a:lstStyle>
            <a:lvl2pPr marL="457200" indent="0">
              <a:buNone/>
              <a:defRPr/>
            </a:lvl2pPr>
            <a:lvl3pPr marL="548640">
              <a:defRPr/>
            </a:lvl3pPr>
            <a:lvl4pPr marL="594360" indent="0">
              <a:buFontTx/>
              <a:buNone/>
              <a:defRPr/>
            </a:lvl4pPr>
            <a:lvl5pPr marL="82296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1BEC6ACF-080E-4B7C-B0C0-77E90C16E9F6}"/>
              </a:ext>
            </a:extLst>
          </p:cNvPr>
          <p:cNvSpPr>
            <a:spLocks noGrp="1"/>
          </p:cNvSpPr>
          <p:nvPr>
            <p:ph type="dt" sz="half" idx="10"/>
          </p:nvPr>
        </p:nvSpPr>
        <p:spPr/>
        <p:txBody>
          <a:bodyPr/>
          <a:lstStyle/>
          <a:p>
            <a:fld id="{DDF2841D-FB5C-47AB-B2FF-32E855C1EA71}" type="datetime4">
              <a:rPr lang="en-US" smtClean="0"/>
              <a:t>October 15, 2025</a:t>
            </a:fld>
            <a:endParaRPr lang="en-US"/>
          </a:p>
        </p:txBody>
      </p:sp>
      <p:sp>
        <p:nvSpPr>
          <p:cNvPr id="8" name="Footer Placeholder 7">
            <a:extLst>
              <a:ext uri="{FF2B5EF4-FFF2-40B4-BE49-F238E27FC236}">
                <a16:creationId xmlns:a16="http://schemas.microsoft.com/office/drawing/2014/main" id="{39A68C0B-BC90-4ADA-B6E6-2B30BFF9E7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BCE559-C82B-4E27-965B-4AC3C66FC8F8}"/>
              </a:ext>
            </a:extLst>
          </p:cNvPr>
          <p:cNvSpPr>
            <a:spLocks noGrp="1"/>
          </p:cNvSpPr>
          <p:nvPr>
            <p:ph type="sldNum" sz="quarter" idx="12"/>
          </p:nvPr>
        </p:nvSpPr>
        <p:spPr/>
        <p:txBody>
          <a:bodyPr/>
          <a:lstStyle/>
          <a:p>
            <a:fld id="{9D4AEF59-F28E-467C-9EA3-92D1CFAD475A}" type="slidenum">
              <a:rPr lang="en-US" smtClean="0"/>
              <a:t>‹#›</a:t>
            </a:fld>
            <a:endParaRPr lang="en-US"/>
          </a:p>
        </p:txBody>
      </p:sp>
      <p:sp>
        <p:nvSpPr>
          <p:cNvPr id="12" name="Title 11">
            <a:extLst>
              <a:ext uri="{FF2B5EF4-FFF2-40B4-BE49-F238E27FC236}">
                <a16:creationId xmlns:a16="http://schemas.microsoft.com/office/drawing/2014/main" id="{3752B99E-38EC-4745-889B-124D3475964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95517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3DE7304-D393-47F0-ACCC-1F72EFCCE7CA}"/>
              </a:ext>
            </a:extLst>
          </p:cNvPr>
          <p:cNvSpPr>
            <a:spLocks noGrp="1"/>
          </p:cNvSpPr>
          <p:nvPr>
            <p:ph type="dt" sz="half" idx="10"/>
          </p:nvPr>
        </p:nvSpPr>
        <p:spPr/>
        <p:txBody>
          <a:bodyPr/>
          <a:lstStyle/>
          <a:p>
            <a:fld id="{118537E9-D174-424D-BEE8-AFC4CA5F9F97}" type="datetime4">
              <a:rPr lang="en-US" smtClean="0"/>
              <a:t>October 15, 2025</a:t>
            </a:fld>
            <a:endParaRPr lang="en-US"/>
          </a:p>
        </p:txBody>
      </p:sp>
      <p:sp>
        <p:nvSpPr>
          <p:cNvPr id="4" name="Footer Placeholder 3">
            <a:extLst>
              <a:ext uri="{FF2B5EF4-FFF2-40B4-BE49-F238E27FC236}">
                <a16:creationId xmlns:a16="http://schemas.microsoft.com/office/drawing/2014/main" id="{B68451FF-032D-4787-BA4B-5EB415494A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B7511D-7256-4A08-BF62-3B3F821A6F02}"/>
              </a:ext>
            </a:extLst>
          </p:cNvPr>
          <p:cNvSpPr>
            <a:spLocks noGrp="1"/>
          </p:cNvSpPr>
          <p:nvPr>
            <p:ph type="sldNum" sz="quarter" idx="12"/>
          </p:nvPr>
        </p:nvSpPr>
        <p:spPr/>
        <p:txBody>
          <a:bodyPr/>
          <a:lstStyle/>
          <a:p>
            <a:fld id="{9D4AEF59-F28E-467C-9EA3-92D1CFAD475A}" type="slidenum">
              <a:rPr lang="en-US" smtClean="0"/>
              <a:t>‹#›</a:t>
            </a:fld>
            <a:endParaRPr lang="en-US"/>
          </a:p>
        </p:txBody>
      </p:sp>
      <p:sp>
        <p:nvSpPr>
          <p:cNvPr id="6" name="Title 5">
            <a:extLst>
              <a:ext uri="{FF2B5EF4-FFF2-40B4-BE49-F238E27FC236}">
                <a16:creationId xmlns:a16="http://schemas.microsoft.com/office/drawing/2014/main" id="{03FCDA27-1C47-4EA1-A160-EC91FD88BC3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16125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DE8ADA-7BF8-433A-8770-61C690F37DCB}"/>
              </a:ext>
            </a:extLst>
          </p:cNvPr>
          <p:cNvSpPr>
            <a:spLocks noGrp="1"/>
          </p:cNvSpPr>
          <p:nvPr>
            <p:ph type="dt" sz="half" idx="10"/>
          </p:nvPr>
        </p:nvSpPr>
        <p:spPr/>
        <p:txBody>
          <a:bodyPr/>
          <a:lstStyle/>
          <a:p>
            <a:fld id="{1C7A44C0-F7AC-49C2-8289-1E7A86D9FB50}" type="datetime4">
              <a:rPr lang="en-US" smtClean="0"/>
              <a:t>October 15, 2025</a:t>
            </a:fld>
            <a:endParaRPr lang="en-US"/>
          </a:p>
        </p:txBody>
      </p:sp>
      <p:sp>
        <p:nvSpPr>
          <p:cNvPr id="3" name="Footer Placeholder 2">
            <a:extLst>
              <a:ext uri="{FF2B5EF4-FFF2-40B4-BE49-F238E27FC236}">
                <a16:creationId xmlns:a16="http://schemas.microsoft.com/office/drawing/2014/main" id="{16357B86-EC22-49C6-BBC6-639D57D1AF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63764B-CF91-4C81-B4C3-5B5E5A973610}"/>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2059406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E4801-B0C7-4458-B413-24D6E68FAA57}"/>
              </a:ext>
            </a:extLst>
          </p:cNvPr>
          <p:cNvSpPr>
            <a:spLocks noGrp="1"/>
          </p:cNvSpPr>
          <p:nvPr>
            <p:ph type="title"/>
          </p:nvPr>
        </p:nvSpPr>
        <p:spPr>
          <a:xfrm>
            <a:off x="1063633" y="457200"/>
            <a:ext cx="4170355" cy="1917509"/>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2FA0C76-733A-488A-89FB-7D04FD64BD68}"/>
              </a:ext>
            </a:extLst>
          </p:cNvPr>
          <p:cNvSpPr>
            <a:spLocks noGrp="1"/>
          </p:cNvSpPr>
          <p:nvPr>
            <p:ph idx="1"/>
          </p:nvPr>
        </p:nvSpPr>
        <p:spPr>
          <a:xfrm>
            <a:off x="5481637" y="457200"/>
            <a:ext cx="5562601" cy="59436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D45B9DE-016A-4B31-BB52-99C76E28B4B9}"/>
              </a:ext>
            </a:extLst>
          </p:cNvPr>
          <p:cNvSpPr>
            <a:spLocks noGrp="1"/>
          </p:cNvSpPr>
          <p:nvPr>
            <p:ph type="body" sz="half" idx="2"/>
          </p:nvPr>
        </p:nvSpPr>
        <p:spPr>
          <a:xfrm>
            <a:off x="1063633" y="2374708"/>
            <a:ext cx="4170355" cy="40260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ED6CC3-66DD-4D9A-A9C7-F588BA88C992}"/>
              </a:ext>
            </a:extLst>
          </p:cNvPr>
          <p:cNvSpPr>
            <a:spLocks noGrp="1"/>
          </p:cNvSpPr>
          <p:nvPr>
            <p:ph type="dt" sz="half" idx="10"/>
          </p:nvPr>
        </p:nvSpPr>
        <p:spPr/>
        <p:txBody>
          <a:bodyPr/>
          <a:lstStyle/>
          <a:p>
            <a:fld id="{73BB84BC-6E78-40D1-8831-40AB1F596614}" type="datetime4">
              <a:rPr lang="en-US" smtClean="0"/>
              <a:t>October 15, 2025</a:t>
            </a:fld>
            <a:endParaRPr lang="en-US"/>
          </a:p>
        </p:txBody>
      </p:sp>
      <p:sp>
        <p:nvSpPr>
          <p:cNvPr id="6" name="Footer Placeholder 5">
            <a:extLst>
              <a:ext uri="{FF2B5EF4-FFF2-40B4-BE49-F238E27FC236}">
                <a16:creationId xmlns:a16="http://schemas.microsoft.com/office/drawing/2014/main" id="{31359FC8-04EF-4F7D-8E43-4EE0E95DA9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71C964-4227-4DEE-87A1-026162DDF664}"/>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644513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0EB4E-D4BB-4C86-A820-63474E5A4086}"/>
              </a:ext>
            </a:extLst>
          </p:cNvPr>
          <p:cNvSpPr>
            <a:spLocks noGrp="1"/>
          </p:cNvSpPr>
          <p:nvPr>
            <p:ph type="title"/>
          </p:nvPr>
        </p:nvSpPr>
        <p:spPr>
          <a:xfrm>
            <a:off x="1062038" y="457199"/>
            <a:ext cx="3913241" cy="192881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4FA99A1-8FAF-415D-A399-1B2C2A0F2300}"/>
              </a:ext>
            </a:extLst>
          </p:cNvPr>
          <p:cNvSpPr>
            <a:spLocks noGrp="1"/>
          </p:cNvSpPr>
          <p:nvPr>
            <p:ph type="pic" idx="1"/>
          </p:nvPr>
        </p:nvSpPr>
        <p:spPr>
          <a:xfrm>
            <a:off x="5257752" y="457200"/>
            <a:ext cx="6110288" cy="594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4A15BEE-9915-4637-85A2-2AF2872C72BC}"/>
              </a:ext>
            </a:extLst>
          </p:cNvPr>
          <p:cNvSpPr>
            <a:spLocks noGrp="1"/>
          </p:cNvSpPr>
          <p:nvPr>
            <p:ph type="body" sz="half" idx="2"/>
          </p:nvPr>
        </p:nvSpPr>
        <p:spPr>
          <a:xfrm>
            <a:off x="1062038" y="2386013"/>
            <a:ext cx="3913241" cy="40147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73427C-3B67-4ED4-925D-04B9C09AA54B}"/>
              </a:ext>
            </a:extLst>
          </p:cNvPr>
          <p:cNvSpPr>
            <a:spLocks noGrp="1"/>
          </p:cNvSpPr>
          <p:nvPr>
            <p:ph type="dt" sz="half" idx="10"/>
          </p:nvPr>
        </p:nvSpPr>
        <p:spPr/>
        <p:txBody>
          <a:bodyPr/>
          <a:lstStyle/>
          <a:p>
            <a:fld id="{ADFA080F-3961-4D42-BEDE-84A1FED032F1}" type="datetime4">
              <a:rPr lang="en-US" smtClean="0"/>
              <a:t>October 15, 2025</a:t>
            </a:fld>
            <a:endParaRPr lang="en-US"/>
          </a:p>
        </p:txBody>
      </p:sp>
      <p:sp>
        <p:nvSpPr>
          <p:cNvPr id="6" name="Footer Placeholder 5">
            <a:extLst>
              <a:ext uri="{FF2B5EF4-FFF2-40B4-BE49-F238E27FC236}">
                <a16:creationId xmlns:a16="http://schemas.microsoft.com/office/drawing/2014/main" id="{EEB5DAFD-22DE-4E9E-9C72-B16C1F273D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E8EE99-49CC-4A30-8ADA-39EFD8DAAD22}"/>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1189522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BF0171A2-02C1-4543-8B6B-FCF7E69712DF}"/>
              </a:ext>
            </a:extLst>
          </p:cNvPr>
          <p:cNvSpPr>
            <a:spLocks noGrp="1"/>
          </p:cNvSpPr>
          <p:nvPr>
            <p:ph type="body" orient="vert" idx="1"/>
          </p:nvPr>
        </p:nvSpPr>
        <p:spPr>
          <a:xfrm>
            <a:off x="1050879" y="1825625"/>
            <a:ext cx="9810604" cy="45166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F95027C-A386-44E4-AFE1-33AFFDA3AD8F}"/>
              </a:ext>
            </a:extLst>
          </p:cNvPr>
          <p:cNvSpPr>
            <a:spLocks noGrp="1"/>
          </p:cNvSpPr>
          <p:nvPr>
            <p:ph type="dt" sz="half" idx="10"/>
          </p:nvPr>
        </p:nvSpPr>
        <p:spPr/>
        <p:txBody>
          <a:bodyPr/>
          <a:lstStyle/>
          <a:p>
            <a:fld id="{E5CC3C8F-D4A7-4EAD-92AD-82C91CB8BB85}" type="datetime4">
              <a:rPr lang="en-US" smtClean="0"/>
              <a:t>October 15, 2025</a:t>
            </a:fld>
            <a:endParaRPr lang="en-US"/>
          </a:p>
        </p:txBody>
      </p:sp>
      <p:sp>
        <p:nvSpPr>
          <p:cNvPr id="5" name="Footer Placeholder 4">
            <a:extLst>
              <a:ext uri="{FF2B5EF4-FFF2-40B4-BE49-F238E27FC236}">
                <a16:creationId xmlns:a16="http://schemas.microsoft.com/office/drawing/2014/main" id="{FB1BF710-0558-4457-825D-48713CAED3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A7F93D-5DC3-4C36-AEB0-79CDB15C316A}"/>
              </a:ext>
            </a:extLst>
          </p:cNvPr>
          <p:cNvSpPr>
            <a:spLocks noGrp="1"/>
          </p:cNvSpPr>
          <p:nvPr>
            <p:ph type="sldNum" sz="quarter" idx="12"/>
          </p:nvPr>
        </p:nvSpPr>
        <p:spPr/>
        <p:txBody>
          <a:bodyPr/>
          <a:lstStyle/>
          <a:p>
            <a:fld id="{9D4AEF59-F28E-467C-9EA3-92D1CFAD475A}" type="slidenum">
              <a:rPr lang="en-US" smtClean="0"/>
              <a:t>‹#›</a:t>
            </a:fld>
            <a:endParaRPr lang="en-US"/>
          </a:p>
        </p:txBody>
      </p:sp>
      <p:sp>
        <p:nvSpPr>
          <p:cNvPr id="7" name="Title 6">
            <a:extLst>
              <a:ext uri="{FF2B5EF4-FFF2-40B4-BE49-F238E27FC236}">
                <a16:creationId xmlns:a16="http://schemas.microsoft.com/office/drawing/2014/main" id="{87CFC0C8-11FE-4003-B2D6-B7B8E279056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52676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EB41C5-3638-439D-BA61-4DAA142226E8}"/>
              </a:ext>
            </a:extLst>
          </p:cNvPr>
          <p:cNvSpPr>
            <a:spLocks noGrp="1"/>
          </p:cNvSpPr>
          <p:nvPr>
            <p:ph type="title" orient="vert"/>
          </p:nvPr>
        </p:nvSpPr>
        <p:spPr>
          <a:xfrm>
            <a:off x="8724901" y="464025"/>
            <a:ext cx="2161540" cy="580029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99B91A0-A376-483C-926E-189F376E5520}"/>
              </a:ext>
            </a:extLst>
          </p:cNvPr>
          <p:cNvSpPr>
            <a:spLocks noGrp="1"/>
          </p:cNvSpPr>
          <p:nvPr>
            <p:ph type="body" orient="vert" idx="1"/>
          </p:nvPr>
        </p:nvSpPr>
        <p:spPr>
          <a:xfrm>
            <a:off x="838200" y="464023"/>
            <a:ext cx="7886700" cy="58002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A14134E-B7D5-4664-BB2E-6A98ED630A9F}"/>
              </a:ext>
            </a:extLst>
          </p:cNvPr>
          <p:cNvSpPr>
            <a:spLocks noGrp="1"/>
          </p:cNvSpPr>
          <p:nvPr>
            <p:ph type="dt" sz="half" idx="10"/>
          </p:nvPr>
        </p:nvSpPr>
        <p:spPr/>
        <p:txBody>
          <a:bodyPr/>
          <a:lstStyle/>
          <a:p>
            <a:fld id="{BC011D41-E33C-4BC7-8272-37E8417FD097}" type="datetime4">
              <a:rPr lang="en-US" smtClean="0"/>
              <a:t>October 15, 2025</a:t>
            </a:fld>
            <a:endParaRPr lang="en-US"/>
          </a:p>
        </p:txBody>
      </p:sp>
      <p:sp>
        <p:nvSpPr>
          <p:cNvPr id="5" name="Footer Placeholder 4">
            <a:extLst>
              <a:ext uri="{FF2B5EF4-FFF2-40B4-BE49-F238E27FC236}">
                <a16:creationId xmlns:a16="http://schemas.microsoft.com/office/drawing/2014/main" id="{92A54E2A-B1CE-4F2E-9D9A-D47E514D59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E7C304-46A8-4179-87A2-B8CC10BAAFAE}"/>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2031052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theme/media/image10.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customXml" Target="../ink/ink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Picture 9" descr="A person in a dark room&#10;&#10;Description automatically generated">
            <a:extLst>
              <a:ext uri="{FF2B5EF4-FFF2-40B4-BE49-F238E27FC236}">
                <a16:creationId xmlns:a16="http://schemas.microsoft.com/office/drawing/2014/main" id="{DEB2E8C4-C3E7-4048-A43D-9859510CFA98}"/>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p:sp>
        <p:nvSpPr>
          <p:cNvPr id="2" name="Title Placeholder 1">
            <a:extLst>
              <a:ext uri="{FF2B5EF4-FFF2-40B4-BE49-F238E27FC236}">
                <a16:creationId xmlns:a16="http://schemas.microsoft.com/office/drawing/2014/main" id="{9AFBD2E1-C16B-4996-869C-DD03823A80A4}"/>
              </a:ext>
            </a:extLst>
          </p:cNvPr>
          <p:cNvSpPr>
            <a:spLocks noGrp="1"/>
          </p:cNvSpPr>
          <p:nvPr>
            <p:ph type="title"/>
          </p:nvPr>
        </p:nvSpPr>
        <p:spPr>
          <a:xfrm>
            <a:off x="1050879" y="609601"/>
            <a:ext cx="9810604" cy="1216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844DB6A-ED8E-4755-BC7A-B7AA65244231}"/>
              </a:ext>
            </a:extLst>
          </p:cNvPr>
          <p:cNvSpPr>
            <a:spLocks noGrp="1"/>
          </p:cNvSpPr>
          <p:nvPr>
            <p:ph type="body" idx="1"/>
          </p:nvPr>
        </p:nvSpPr>
        <p:spPr>
          <a:xfrm>
            <a:off x="1050879" y="1825624"/>
            <a:ext cx="9810604" cy="442875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FF5CE27-B558-4B88-ACE3-B70423127730}"/>
              </a:ext>
            </a:extLst>
          </p:cNvPr>
          <p:cNvSpPr>
            <a:spLocks noGrp="1"/>
          </p:cNvSpPr>
          <p:nvPr>
            <p:ph type="dt" sz="half" idx="2"/>
          </p:nvPr>
        </p:nvSpPr>
        <p:spPr>
          <a:xfrm rot="5400000">
            <a:off x="10509243" y="5071825"/>
            <a:ext cx="2647667" cy="365125"/>
          </a:xfrm>
          <a:prstGeom prst="rect">
            <a:avLst/>
          </a:prstGeom>
        </p:spPr>
        <p:txBody>
          <a:bodyPr vert="horz" lIns="91440" tIns="45720" rIns="91440" bIns="45720" rtlCol="0" anchor="ctr"/>
          <a:lstStyle>
            <a:lvl1pPr algn="l">
              <a:defRPr sz="900" cap="all" spc="300" baseline="0">
                <a:solidFill>
                  <a:schemeClr val="tx1">
                    <a:lumMod val="85000"/>
                    <a:lumOff val="15000"/>
                  </a:schemeClr>
                </a:solidFill>
                <a:latin typeface="+mn-lt"/>
              </a:defRPr>
            </a:lvl1pPr>
          </a:lstStyle>
          <a:p>
            <a:fld id="{A33960BD-7AC1-4217-9611-AAA56D3EE38F}" type="datetime4">
              <a:rPr lang="en-US" smtClean="0"/>
              <a:pPr/>
              <a:t>October 15, 2025</a:t>
            </a:fld>
            <a:endParaRPr lang="en-US" dirty="0">
              <a:latin typeface="+mn-lt"/>
            </a:endParaRPr>
          </a:p>
        </p:txBody>
      </p:sp>
      <p:sp>
        <p:nvSpPr>
          <p:cNvPr id="5" name="Footer Placeholder 4">
            <a:extLst>
              <a:ext uri="{FF2B5EF4-FFF2-40B4-BE49-F238E27FC236}">
                <a16:creationId xmlns:a16="http://schemas.microsoft.com/office/drawing/2014/main" id="{4ACE5D61-F203-4F00-9CF1-AB0AE4937006}"/>
              </a:ext>
            </a:extLst>
          </p:cNvPr>
          <p:cNvSpPr>
            <a:spLocks noGrp="1"/>
          </p:cNvSpPr>
          <p:nvPr>
            <p:ph type="ftr" sz="quarter" idx="3"/>
          </p:nvPr>
        </p:nvSpPr>
        <p:spPr>
          <a:xfrm rot="5400000">
            <a:off x="10447827" y="1407402"/>
            <a:ext cx="2770499" cy="365125"/>
          </a:xfrm>
          <a:prstGeom prst="rect">
            <a:avLst/>
          </a:prstGeom>
        </p:spPr>
        <p:txBody>
          <a:bodyPr vert="horz" lIns="91440" tIns="45720" rIns="91440" bIns="45720" rtlCol="0" anchor="ctr"/>
          <a:lstStyle>
            <a:lvl1pPr algn="r">
              <a:defRPr sz="900" cap="all" spc="300" baseline="0">
                <a:solidFill>
                  <a:schemeClr val="tx1">
                    <a:lumMod val="85000"/>
                    <a:lumOff val="15000"/>
                  </a:schemeClr>
                </a:solidFill>
                <a:latin typeface="+mn-lt"/>
              </a:defRPr>
            </a:lvl1pPr>
          </a:lstStyle>
          <a:p>
            <a:endParaRPr lang="en-US" dirty="0">
              <a:latin typeface="+mn-lt"/>
            </a:endParaRPr>
          </a:p>
        </p:txBody>
      </p:sp>
      <p:sp>
        <p:nvSpPr>
          <p:cNvPr id="6" name="Slide Number Placeholder 5">
            <a:extLst>
              <a:ext uri="{FF2B5EF4-FFF2-40B4-BE49-F238E27FC236}">
                <a16:creationId xmlns:a16="http://schemas.microsoft.com/office/drawing/2014/main" id="{39FF38BD-5F38-4F6E-B5DD-EB1AF06002E2}"/>
              </a:ext>
            </a:extLst>
          </p:cNvPr>
          <p:cNvSpPr>
            <a:spLocks noGrp="1"/>
          </p:cNvSpPr>
          <p:nvPr>
            <p:ph type="sldNum" sz="quarter" idx="4"/>
          </p:nvPr>
        </p:nvSpPr>
        <p:spPr>
          <a:xfrm>
            <a:off x="11560121" y="3138985"/>
            <a:ext cx="545911" cy="580029"/>
          </a:xfrm>
          <a:prstGeom prst="rect">
            <a:avLst/>
          </a:prstGeom>
        </p:spPr>
        <p:txBody>
          <a:bodyPr vert="horz" lIns="91440" tIns="45720" rIns="91440" bIns="45720" rtlCol="0" anchor="ctr"/>
          <a:lstStyle>
            <a:lvl1pPr algn="ctr">
              <a:defRPr sz="1600">
                <a:solidFill>
                  <a:schemeClr val="tx1">
                    <a:lumMod val="85000"/>
                    <a:lumOff val="15000"/>
                  </a:schemeClr>
                </a:solidFill>
                <a:latin typeface="+mn-lt"/>
              </a:defRPr>
            </a:lvl1pPr>
          </a:lstStyle>
          <a:p>
            <a:fld id="{9D4AEF59-F28E-467C-9EA3-92D1CFAD475A}" type="slidenum">
              <a:rPr lang="en-US" smtClean="0"/>
              <a:pPr/>
              <a:t>‹#›</a:t>
            </a:fld>
            <a:endParaRPr lang="en-US">
              <a:latin typeface="+mn-lt"/>
            </a:endParaRPr>
          </a:p>
        </p:txBody>
      </p:sp>
      <mc:AlternateContent xmlns:mc="http://schemas.openxmlformats.org/markup-compatibility/2006" xmlns:p14="http://schemas.microsoft.com/office/powerpoint/2010/main">
        <mc:Choice Requires="p14">
          <p:contentPart p14:bwMode="auto" r:id="rId14">
            <p14:nvContentPartPr>
              <p14:cNvPr id="18" name="Ink 17">
                <a:extLst>
                  <a:ext uri="{FF2B5EF4-FFF2-40B4-BE49-F238E27FC236}">
                    <a16:creationId xmlns:a16="http://schemas.microsoft.com/office/drawing/2014/main" id="{24D29CCB-7956-4E3E-8880-304085F04BF4}"/>
                  </a:ext>
                </a:extLst>
              </p14:cNvPr>
              <p14:cNvContentPartPr/>
              <p14:nvPr/>
            </p14:nvContentPartPr>
            <p14:xfrm>
              <a:off x="12490710" y="6342652"/>
              <a:ext cx="360" cy="360"/>
            </p14:xfrm>
          </p:contentPart>
        </mc:Choice>
        <mc:Fallback xmlns="">
          <p:pic>
            <p:nvPicPr>
              <p:cNvPr id="18" name="Ink 17">
                <a:extLst>
                  <a:ext uri="{FF2B5EF4-FFF2-40B4-BE49-F238E27FC236}">
                    <a16:creationId xmlns:a16="http://schemas.microsoft.com/office/drawing/2014/main" id="{24D29CCB-7956-4E3E-8880-304085F04BF4}"/>
                  </a:ext>
                </a:extLst>
              </p:cNvPr>
              <p:cNvPicPr/>
              <p:nvPr/>
            </p:nvPicPr>
            <p:blipFill>
              <a:blip r:embed="rId15"/>
              <a:stretch>
                <a:fillRect/>
              </a:stretch>
            </p:blipFill>
            <p:spPr>
              <a:xfrm>
                <a:off x="12482070" y="6333652"/>
                <a:ext cx="18000" cy="18000"/>
              </a:xfrm>
              <a:prstGeom prst="rect">
                <a:avLst/>
              </a:prstGeom>
            </p:spPr>
          </p:pic>
        </mc:Fallback>
      </mc:AlternateContent>
    </p:spTree>
    <p:extLst>
      <p:ext uri="{BB962C8B-B14F-4D97-AF65-F5344CB8AC3E}">
        <p14:creationId xmlns:p14="http://schemas.microsoft.com/office/powerpoint/2010/main" val="41966357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10000"/>
        </a:lnSpc>
        <a:spcBef>
          <a:spcPct val="0"/>
        </a:spcBef>
        <a:buNone/>
        <a:defRPr sz="2800" kern="1200" cap="all" spc="600" baseline="0">
          <a:solidFill>
            <a:schemeClr val="tx1">
              <a:lumMod val="85000"/>
              <a:lumOff val="15000"/>
            </a:schemeClr>
          </a:solidFill>
          <a:latin typeface="+mj-lt"/>
          <a:ea typeface="Batang" panose="02030600000101010101" pitchFamily="18" charset="-127"/>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000" kern="1200" spc="50" baseline="0">
          <a:solidFill>
            <a:schemeClr val="tx1">
              <a:lumMod val="85000"/>
              <a:lumOff val="15000"/>
            </a:schemeClr>
          </a:solidFill>
          <a:latin typeface="+mn-lt"/>
          <a:ea typeface="Batang" panose="02030600000101010101" pitchFamily="18" charset="-127"/>
          <a:cs typeface="+mn-cs"/>
        </a:defRPr>
      </a:lvl1pPr>
      <a:lvl2pPr marL="274320" indent="0" algn="l" defTabSz="914400" rtl="0" eaLnBrk="1" latinLnBrk="0" hangingPunct="1">
        <a:lnSpc>
          <a:spcPct val="100000"/>
        </a:lnSpc>
        <a:spcBef>
          <a:spcPts val="500"/>
        </a:spcBef>
        <a:buFontTx/>
        <a:buNone/>
        <a:defRPr sz="1800" kern="1200" spc="50" baseline="0">
          <a:solidFill>
            <a:schemeClr val="tx1">
              <a:lumMod val="85000"/>
              <a:lumOff val="15000"/>
            </a:schemeClr>
          </a:solidFill>
          <a:latin typeface="+mn-lt"/>
          <a:ea typeface="Batang" panose="02030600000101010101" pitchFamily="18" charset="-127"/>
          <a:cs typeface="+mn-cs"/>
        </a:defRPr>
      </a:lvl2pPr>
      <a:lvl3pPr marL="605790" indent="-285750" algn="l" defTabSz="914400" rtl="0" eaLnBrk="1" latinLnBrk="0" hangingPunct="1">
        <a:lnSpc>
          <a:spcPct val="100000"/>
        </a:lnSpc>
        <a:spcBef>
          <a:spcPts val="500"/>
        </a:spcBef>
        <a:buSzPct val="80000"/>
        <a:buFont typeface="Arial" panose="020B0604020202020204" pitchFamily="34" charset="0"/>
        <a:buChar char="•"/>
        <a:defRPr sz="1600" kern="1200" spc="50" baseline="0">
          <a:solidFill>
            <a:schemeClr val="tx1">
              <a:lumMod val="85000"/>
              <a:lumOff val="15000"/>
            </a:schemeClr>
          </a:solidFill>
          <a:latin typeface="+mn-lt"/>
          <a:ea typeface="Batang" panose="02030600000101010101" pitchFamily="18" charset="-127"/>
          <a:cs typeface="+mn-cs"/>
        </a:defRPr>
      </a:lvl3pPr>
      <a:lvl4pPr marL="630936" indent="0" algn="l" defTabSz="914400" rtl="0" eaLnBrk="1" latinLnBrk="0" hangingPunct="1">
        <a:lnSpc>
          <a:spcPct val="100000"/>
        </a:lnSpc>
        <a:spcBef>
          <a:spcPts val="500"/>
        </a:spcBef>
        <a:buFontTx/>
        <a:buNone/>
        <a:defRPr sz="1400" kern="1200" spc="50" baseline="0">
          <a:solidFill>
            <a:schemeClr val="tx1">
              <a:lumMod val="85000"/>
              <a:lumOff val="15000"/>
            </a:schemeClr>
          </a:solidFill>
          <a:latin typeface="+mn-lt"/>
          <a:ea typeface="Batang" panose="02030600000101010101" pitchFamily="18" charset="-127"/>
          <a:cs typeface="+mn-cs"/>
        </a:defRPr>
      </a:lvl4pPr>
      <a:lvl5pPr marL="822960" indent="-228600" algn="l" defTabSz="914400" rtl="0" eaLnBrk="1" latinLnBrk="0" hangingPunct="1">
        <a:lnSpc>
          <a:spcPct val="100000"/>
        </a:lnSpc>
        <a:spcBef>
          <a:spcPts val="500"/>
        </a:spcBef>
        <a:buSzPct val="80000"/>
        <a:buFont typeface="Arial" panose="020B0604020202020204" pitchFamily="34" charset="0"/>
        <a:buChar char="•"/>
        <a:defRPr sz="1400" kern="1200" spc="50" baseline="0">
          <a:solidFill>
            <a:schemeClr val="tx1">
              <a:lumMod val="85000"/>
              <a:lumOff val="15000"/>
            </a:schemeClr>
          </a:solidFill>
          <a:latin typeface="+mn-lt"/>
          <a:ea typeface="Batang" panose="02030600000101010101" pitchFamily="18" charset="-12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4032">
          <p15:clr>
            <a:srgbClr val="F26B43"/>
          </p15:clr>
        </p15:guide>
        <p15:guide id="4" orient="horz" pos="288">
          <p15:clr>
            <a:srgbClr val="F26B43"/>
          </p15:clr>
        </p15:guide>
        <p15:guide id="5" pos="456">
          <p15:clr>
            <a:srgbClr val="F26B43"/>
          </p15:clr>
        </p15:guide>
        <p15:guide id="6" pos="7224">
          <p15:clr>
            <a:srgbClr val="F26B43"/>
          </p15:clr>
        </p15:guide>
        <p15:guide id="7" orient="horz" pos="3960">
          <p15:clr>
            <a:srgbClr val="F26B43"/>
          </p15:clr>
        </p15:guide>
        <p15:guide id="8" orient="horz" pos="696">
          <p15:clr>
            <a:srgbClr val="F26B43"/>
          </p15:clr>
        </p15:guide>
        <p15:guide id="9" orient="horz" pos="864">
          <p15:clr>
            <a:srgbClr val="F26B43"/>
          </p15:clr>
        </p15:guide>
        <p15:guide id="10" orient="horz" pos="3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98D3E-614D-3008-1CC9-48649D3E5716}"/>
              </a:ext>
            </a:extLst>
          </p:cNvPr>
          <p:cNvSpPr>
            <a:spLocks noGrp="1"/>
          </p:cNvSpPr>
          <p:nvPr>
            <p:ph type="ctrTitle"/>
          </p:nvPr>
        </p:nvSpPr>
        <p:spPr>
          <a:xfrm>
            <a:off x="1324327" y="1347020"/>
            <a:ext cx="8376514" cy="1838632"/>
          </a:xfrm>
        </p:spPr>
        <p:txBody>
          <a:bodyPr>
            <a:normAutofit fontScale="90000"/>
          </a:bodyPr>
          <a:lstStyle/>
          <a:p>
            <a:r>
              <a:rPr lang="en-IN" sz="5400" dirty="0">
                <a:solidFill>
                  <a:srgbClr val="EC64C8"/>
                </a:solidFill>
                <a:latin typeface="Elephant Pro" panose="00000500000000000000" pitchFamily="2" charset="0"/>
                <a:ea typeface="Wandohope" panose="02030603000000000000" pitchFamily="18" charset="-128"/>
              </a:rPr>
              <a:t>SC||Skill</a:t>
            </a:r>
            <a:br>
              <a:rPr lang="en-IN" sz="5400" dirty="0">
                <a:solidFill>
                  <a:srgbClr val="EC64C8"/>
                </a:solidFill>
                <a:latin typeface="Elephant Pro" panose="00000500000000000000" pitchFamily="2" charset="0"/>
                <a:ea typeface="Wandohope" panose="02030603000000000000" pitchFamily="18" charset="-128"/>
              </a:rPr>
            </a:br>
            <a:r>
              <a:rPr lang="en-IN" sz="5400" dirty="0">
                <a:solidFill>
                  <a:srgbClr val="EC64C8"/>
                </a:solidFill>
                <a:latin typeface="Elephant Pro" panose="00000500000000000000" pitchFamily="2" charset="0"/>
                <a:ea typeface="Wandohope" panose="02030603000000000000" pitchFamily="18" charset="-128"/>
              </a:rPr>
              <a:t>Circle</a:t>
            </a:r>
          </a:p>
        </p:txBody>
      </p:sp>
    </p:spTree>
    <p:extLst>
      <p:ext uri="{BB962C8B-B14F-4D97-AF65-F5344CB8AC3E}">
        <p14:creationId xmlns:p14="http://schemas.microsoft.com/office/powerpoint/2010/main" val="1457039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8C2ED-DF0C-9B5A-64B6-BD0EFBB69A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C37FF-4ACB-E355-AD5A-751DDB6E0BD0}"/>
              </a:ext>
            </a:extLst>
          </p:cNvPr>
          <p:cNvSpPr>
            <a:spLocks noGrp="1"/>
          </p:cNvSpPr>
          <p:nvPr>
            <p:ph type="ctrTitle"/>
          </p:nvPr>
        </p:nvSpPr>
        <p:spPr>
          <a:xfrm>
            <a:off x="95295" y="210164"/>
            <a:ext cx="8376514" cy="3120504"/>
          </a:xfrm>
        </p:spPr>
        <p:txBody>
          <a:bodyPr anchor="t">
            <a:normAutofit/>
          </a:bodyPr>
          <a:lstStyle/>
          <a:p>
            <a:r>
              <a:rPr lang="en-US" sz="2500" dirty="0"/>
              <a:t>Movie sentiment</a:t>
            </a:r>
            <a:endParaRPr lang="en-IN" sz="2500" dirty="0"/>
          </a:p>
        </p:txBody>
      </p:sp>
      <p:sp>
        <p:nvSpPr>
          <p:cNvPr id="3" name="Subtitle 2">
            <a:extLst>
              <a:ext uri="{FF2B5EF4-FFF2-40B4-BE49-F238E27FC236}">
                <a16:creationId xmlns:a16="http://schemas.microsoft.com/office/drawing/2014/main" id="{23FEFFBB-B49E-04D4-AEBD-205D295136E4}"/>
              </a:ext>
            </a:extLst>
          </p:cNvPr>
          <p:cNvSpPr>
            <a:spLocks noGrp="1"/>
          </p:cNvSpPr>
          <p:nvPr>
            <p:ph type="subTitle" idx="1"/>
          </p:nvPr>
        </p:nvSpPr>
        <p:spPr>
          <a:xfrm>
            <a:off x="95295" y="4992992"/>
            <a:ext cx="5922047" cy="1654844"/>
          </a:xfrm>
        </p:spPr>
        <p:txBody>
          <a:bodyPr>
            <a:normAutofit/>
          </a:bodyPr>
          <a:lstStyle/>
          <a:p>
            <a:r>
              <a:rPr lang="en-IN" altLang="en-US" sz="1800" cap="all" spc="600" dirty="0">
                <a:latin typeface="+mj-lt"/>
                <a:cs typeface="+mj-cs"/>
              </a:rPr>
              <a:t>Leveraging Machine Learning for</a:t>
            </a:r>
          </a:p>
          <a:p>
            <a:r>
              <a:rPr lang="en-IN" altLang="en-US" sz="1600" cap="all" spc="600" dirty="0">
                <a:latin typeface="+mj-lt"/>
                <a:cs typeface="+mj-cs"/>
              </a:rPr>
              <a:t>Movie Sentiment Prediction</a:t>
            </a:r>
          </a:p>
          <a:p>
            <a:endParaRPr lang="en-IN" dirty="0"/>
          </a:p>
        </p:txBody>
      </p:sp>
      <p:sp>
        <p:nvSpPr>
          <p:cNvPr id="4" name="Subtitle 2">
            <a:extLst>
              <a:ext uri="{FF2B5EF4-FFF2-40B4-BE49-F238E27FC236}">
                <a16:creationId xmlns:a16="http://schemas.microsoft.com/office/drawing/2014/main" id="{ABC7C5A2-129E-47B9-3ACB-56DAC6BAF526}"/>
              </a:ext>
            </a:extLst>
          </p:cNvPr>
          <p:cNvSpPr txBox="1">
            <a:spLocks/>
          </p:cNvSpPr>
          <p:nvPr/>
        </p:nvSpPr>
        <p:spPr>
          <a:xfrm>
            <a:off x="7531510" y="5882811"/>
            <a:ext cx="3706642" cy="458995"/>
          </a:xfrm>
          <a:prstGeom prst="rect">
            <a:avLst/>
          </a:prstGeom>
        </p:spPr>
        <p:txBody>
          <a:bodyPr vert="horz" lIns="91440" tIns="45720" rIns="91440" bIns="45720" rtlCol="0">
            <a:normAutofit fontScale="85000" lnSpcReduction="10000"/>
          </a:bodyPr>
          <a:lstStyle>
            <a:lvl1pPr marL="0" indent="0" algn="ctr" defTabSz="914400" rtl="0" eaLnBrk="1" latinLnBrk="0" hangingPunct="1">
              <a:lnSpc>
                <a:spcPct val="100000"/>
              </a:lnSpc>
              <a:spcBef>
                <a:spcPts val="1000"/>
              </a:spcBef>
              <a:buSzPct val="80000"/>
              <a:buFont typeface="Arial" panose="020B0604020202020204" pitchFamily="34" charset="0"/>
              <a:buNone/>
              <a:defRPr sz="2000" i="0" kern="1200" spc="160" baseline="0">
                <a:solidFill>
                  <a:schemeClr val="tx1">
                    <a:lumMod val="85000"/>
                    <a:lumOff val="15000"/>
                  </a:schemeClr>
                </a:solidFill>
                <a:latin typeface="+mn-lt"/>
                <a:ea typeface="Batang" panose="02030600000101010101" pitchFamily="18" charset="-127"/>
                <a:cs typeface="+mn-cs"/>
              </a:defRPr>
            </a:lvl1pPr>
            <a:lvl2pPr marL="457200" indent="0" algn="ctr" defTabSz="914400" rtl="0" eaLnBrk="1" latinLnBrk="0" hangingPunct="1">
              <a:lnSpc>
                <a:spcPct val="100000"/>
              </a:lnSpc>
              <a:spcBef>
                <a:spcPts val="500"/>
              </a:spcBef>
              <a:buFontTx/>
              <a:buNone/>
              <a:defRPr sz="2000" kern="1200" spc="50" baseline="0">
                <a:solidFill>
                  <a:schemeClr val="tx1">
                    <a:lumMod val="85000"/>
                    <a:lumOff val="15000"/>
                  </a:schemeClr>
                </a:solidFill>
                <a:latin typeface="+mn-lt"/>
                <a:ea typeface="Batang" panose="02030600000101010101" pitchFamily="18" charset="-127"/>
                <a:cs typeface="+mn-cs"/>
              </a:defRPr>
            </a:lvl2pPr>
            <a:lvl3pPr marL="914400" indent="0" algn="ctr" defTabSz="914400" rtl="0" eaLnBrk="1" latinLnBrk="0" hangingPunct="1">
              <a:lnSpc>
                <a:spcPct val="100000"/>
              </a:lnSpc>
              <a:spcBef>
                <a:spcPts val="500"/>
              </a:spcBef>
              <a:buSzPct val="80000"/>
              <a:buFont typeface="Arial" panose="020B0604020202020204" pitchFamily="34" charset="0"/>
              <a:buNone/>
              <a:defRPr sz="1800" kern="1200" spc="50" baseline="0">
                <a:solidFill>
                  <a:schemeClr val="tx1">
                    <a:lumMod val="85000"/>
                    <a:lumOff val="15000"/>
                  </a:schemeClr>
                </a:solidFill>
                <a:latin typeface="+mn-lt"/>
                <a:ea typeface="Batang" panose="02030600000101010101" pitchFamily="18" charset="-127"/>
                <a:cs typeface="+mn-cs"/>
              </a:defRPr>
            </a:lvl3pPr>
            <a:lvl4pPr marL="1371600" indent="0" algn="ctr" defTabSz="914400" rtl="0" eaLnBrk="1" latinLnBrk="0" hangingPunct="1">
              <a:lnSpc>
                <a:spcPct val="100000"/>
              </a:lnSpc>
              <a:spcBef>
                <a:spcPts val="500"/>
              </a:spcBef>
              <a:buFontTx/>
              <a:buNone/>
              <a:defRPr sz="1600" kern="1200" spc="50" baseline="0">
                <a:solidFill>
                  <a:schemeClr val="tx1">
                    <a:lumMod val="85000"/>
                    <a:lumOff val="15000"/>
                  </a:schemeClr>
                </a:solidFill>
                <a:latin typeface="+mn-lt"/>
                <a:ea typeface="Batang" panose="02030600000101010101" pitchFamily="18" charset="-127"/>
                <a:cs typeface="+mn-cs"/>
              </a:defRPr>
            </a:lvl4pPr>
            <a:lvl5pPr marL="1828800" indent="0" algn="ctr" defTabSz="914400" rtl="0" eaLnBrk="1" latinLnBrk="0" hangingPunct="1">
              <a:lnSpc>
                <a:spcPct val="100000"/>
              </a:lnSpc>
              <a:spcBef>
                <a:spcPts val="500"/>
              </a:spcBef>
              <a:buSzPct val="80000"/>
              <a:buFont typeface="Arial" panose="020B0604020202020204" pitchFamily="34" charset="0"/>
              <a:buNone/>
              <a:defRPr sz="1600" kern="1200" spc="50" baseline="0">
                <a:solidFill>
                  <a:schemeClr val="tx1">
                    <a:lumMod val="85000"/>
                    <a:lumOff val="15000"/>
                  </a:schemeClr>
                </a:solidFill>
                <a:latin typeface="+mn-lt"/>
                <a:ea typeface="Batang" panose="02030600000101010101" pitchFamily="18" charset="-12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altLang="en-US" dirty="0">
                <a:solidFill>
                  <a:schemeClr val="tx2">
                    <a:lumMod val="50000"/>
                  </a:schemeClr>
                </a:solidFill>
                <a:latin typeface="Elephant Pro" panose="00000500000000000000" pitchFamily="2" charset="0"/>
                <a:ea typeface="Wandohope" panose="02030603000000000000" pitchFamily="18" charset="-128"/>
              </a:rPr>
              <a:t>Presented by : Ravi Kumar</a:t>
            </a:r>
          </a:p>
          <a:p>
            <a:endParaRPr lang="en-IN" dirty="0"/>
          </a:p>
        </p:txBody>
      </p:sp>
    </p:spTree>
    <p:extLst>
      <p:ext uri="{BB962C8B-B14F-4D97-AF65-F5344CB8AC3E}">
        <p14:creationId xmlns:p14="http://schemas.microsoft.com/office/powerpoint/2010/main" val="2711543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65691-4F81-5BF5-5D78-E2802E3292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72CACE-2F2C-5D42-8736-7094F81A2C8F}"/>
              </a:ext>
            </a:extLst>
          </p:cNvPr>
          <p:cNvSpPr>
            <a:spLocks noGrp="1"/>
          </p:cNvSpPr>
          <p:nvPr>
            <p:ph type="ctrTitle"/>
          </p:nvPr>
        </p:nvSpPr>
        <p:spPr>
          <a:xfrm>
            <a:off x="0" y="235973"/>
            <a:ext cx="4454013" cy="904569"/>
          </a:xfrm>
        </p:spPr>
        <p:txBody>
          <a:bodyPr>
            <a:normAutofit/>
          </a:bodyPr>
          <a:lstStyle/>
          <a:p>
            <a:r>
              <a:rPr lang="es-ES" altLang="en-US" dirty="0" err="1"/>
              <a:t>Introduction</a:t>
            </a:r>
            <a:endParaRPr lang="en-IN" dirty="0"/>
          </a:p>
        </p:txBody>
      </p:sp>
      <p:sp>
        <p:nvSpPr>
          <p:cNvPr id="3" name="Subtitle 2">
            <a:extLst>
              <a:ext uri="{FF2B5EF4-FFF2-40B4-BE49-F238E27FC236}">
                <a16:creationId xmlns:a16="http://schemas.microsoft.com/office/drawing/2014/main" id="{5221054D-726D-495B-6AA9-85CECE93D035}"/>
              </a:ext>
            </a:extLst>
          </p:cNvPr>
          <p:cNvSpPr>
            <a:spLocks noGrp="1"/>
          </p:cNvSpPr>
          <p:nvPr>
            <p:ph type="subTitle" idx="1"/>
          </p:nvPr>
        </p:nvSpPr>
        <p:spPr>
          <a:xfrm>
            <a:off x="78658" y="2094271"/>
            <a:ext cx="10756490" cy="4527756"/>
          </a:xfrm>
        </p:spPr>
        <p:txBody>
          <a:bodyPr>
            <a:normAutofit/>
          </a:bodyPr>
          <a:lstStyle/>
          <a:p>
            <a:pPr algn="l"/>
            <a:r>
              <a:rPr lang="en-US" sz="1600" dirty="0">
                <a:solidFill>
                  <a:schemeClr val="tx1"/>
                </a:solidFill>
                <a:latin typeface="Californian FB" panose="0207040306080B030204" pitchFamily="18" charset="0"/>
                <a:ea typeface="Wandohope" panose="02030603000000000000" pitchFamily="18" charset="-128"/>
              </a:rPr>
              <a:t>Movie reviews play an important role in influencing audience decisions and reflecting public opinion. With the growth of online platforms such as IMDb, Rotten Tomatoes, and social media, vast amounts of user-generated reviews are available. However, manually analyzing these reviews is time-consuming and inefficient.</a:t>
            </a:r>
          </a:p>
          <a:p>
            <a:pPr algn="l"/>
            <a:endParaRPr lang="en-US" sz="1600" dirty="0">
              <a:solidFill>
                <a:schemeClr val="tx1"/>
              </a:solidFill>
              <a:latin typeface="Californian FB" panose="0207040306080B030204" pitchFamily="18" charset="0"/>
              <a:ea typeface="Wandohope" panose="02030603000000000000" pitchFamily="18" charset="-128"/>
            </a:endParaRPr>
          </a:p>
          <a:p>
            <a:pPr algn="l"/>
            <a:r>
              <a:rPr lang="en-US" sz="1600" dirty="0">
                <a:solidFill>
                  <a:schemeClr val="tx1"/>
                </a:solidFill>
                <a:latin typeface="Californian FB" panose="0207040306080B030204" pitchFamily="18" charset="0"/>
                <a:ea typeface="Wandohope" panose="02030603000000000000" pitchFamily="18" charset="-128"/>
              </a:rPr>
              <a:t>Sentiment analysis using Machine Learning (ML) provides an automated way to classify movie reviews as positive, negative, or neutral. By leveraging Natural Language Processing (NLP) techniques and ML algorithms such as Naïve Bayes, Logistic Regression, Support Vector Machines, or deep learning models like LSTMs and Transformers, we can extract meaningful patterns from text data.</a:t>
            </a:r>
          </a:p>
          <a:p>
            <a:pPr algn="l"/>
            <a:endParaRPr lang="en-US" sz="1600" dirty="0">
              <a:solidFill>
                <a:schemeClr val="tx1"/>
              </a:solidFill>
              <a:latin typeface="Californian FB" panose="0207040306080B030204" pitchFamily="18" charset="0"/>
            </a:endParaRPr>
          </a:p>
          <a:p>
            <a:pPr algn="l"/>
            <a:endParaRPr lang="en-US" sz="1600" dirty="0">
              <a:solidFill>
                <a:schemeClr val="tx1"/>
              </a:solidFill>
              <a:latin typeface="Californian FB" panose="0207040306080B030204" pitchFamily="18" charset="0"/>
            </a:endParaRPr>
          </a:p>
          <a:p>
            <a:pPr algn="l"/>
            <a:r>
              <a:rPr lang="en-US" sz="1600" dirty="0">
                <a:solidFill>
                  <a:schemeClr val="tx1"/>
                </a:solidFill>
                <a:latin typeface="Californian FB" panose="0207040306080B030204" pitchFamily="18" charset="0"/>
                <a:ea typeface="Wandohope" panose="02030603000000000000" pitchFamily="18" charset="-128"/>
              </a:rPr>
              <a:t>This approach helps in understanding audience preferences, improving recommendation systems, and assisting production houses or streaming platforms in decision-making. Ultimately, movie sentiment analysis combines the power of data, language, and machine learning to provide deeper insights into viewer opinions.</a:t>
            </a:r>
          </a:p>
          <a:p>
            <a:pPr algn="l"/>
            <a:endParaRPr lang="en-IN" sz="1800" dirty="0">
              <a:solidFill>
                <a:schemeClr val="tx1"/>
              </a:solidFill>
              <a:latin typeface="Californian FB" panose="0207040306080B030204" pitchFamily="18" charset="0"/>
            </a:endParaRPr>
          </a:p>
        </p:txBody>
      </p:sp>
    </p:spTree>
    <p:extLst>
      <p:ext uri="{BB962C8B-B14F-4D97-AF65-F5344CB8AC3E}">
        <p14:creationId xmlns:p14="http://schemas.microsoft.com/office/powerpoint/2010/main" val="3438142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0D115-4402-F52B-8ACA-ED10A1674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C320F-5A16-B47F-6AF4-7EFF7748DF8C}"/>
              </a:ext>
            </a:extLst>
          </p:cNvPr>
          <p:cNvSpPr>
            <a:spLocks noGrp="1"/>
          </p:cNvSpPr>
          <p:nvPr>
            <p:ph type="ctrTitle"/>
          </p:nvPr>
        </p:nvSpPr>
        <p:spPr>
          <a:xfrm>
            <a:off x="-511277" y="796413"/>
            <a:ext cx="8376514" cy="1075394"/>
          </a:xfrm>
        </p:spPr>
        <p:txBody>
          <a:bodyPr/>
          <a:lstStyle/>
          <a:p>
            <a:r>
              <a:rPr lang="en-IN" dirty="0"/>
              <a:t>Why Movie Sentiment Domain?</a:t>
            </a:r>
          </a:p>
        </p:txBody>
      </p:sp>
      <p:sp>
        <p:nvSpPr>
          <p:cNvPr id="4" name="Rectangle 1">
            <a:extLst>
              <a:ext uri="{FF2B5EF4-FFF2-40B4-BE49-F238E27FC236}">
                <a16:creationId xmlns:a16="http://schemas.microsoft.com/office/drawing/2014/main" id="{6A2E9158-FCB5-4BAD-8A9F-520EB822FC4D}"/>
              </a:ext>
            </a:extLst>
          </p:cNvPr>
          <p:cNvSpPr>
            <a:spLocks noGrp="1" noChangeArrowheads="1"/>
          </p:cNvSpPr>
          <p:nvPr>
            <p:ph type="subTitle" idx="1"/>
          </p:nvPr>
        </p:nvSpPr>
        <p:spPr bwMode="auto">
          <a:xfrm>
            <a:off x="21671" y="3302269"/>
            <a:ext cx="1098062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Californian FB" panose="0207040306080B030204" pitchFamily="18" charset="0"/>
              </a:rPr>
              <a:t>Movies are one of the most popular forms of entertainment, attracting millions of viewers worldwide.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Californian FB" panose="0207040306080B030204" pitchFamily="18" charset="0"/>
              </a:rPr>
              <a:t>Online platforms like IMDb, Rotten Tomatoes, and social media generate huge volumes of reviews daily.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Californian FB" panose="0207040306080B030204" pitchFamily="18" charset="0"/>
              </a:rPr>
              <a:t>Sentiment analysis in this domain helps understand audience opinions, predict movie success, and guide production houses and streaming platforms.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Californian FB" panose="0207040306080B030204" pitchFamily="18" charset="0"/>
              </a:rPr>
              <a:t>It supports recommendation systems by suggesting movies based on viewer sentiment patterns.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Californian FB" panose="0207040306080B030204" pitchFamily="18" charset="0"/>
              </a:rPr>
              <a:t>The domain is rich in data, making it an excellent use case for applying and testing various machine learning and NLP models.</a:t>
            </a:r>
          </a:p>
        </p:txBody>
      </p:sp>
    </p:spTree>
    <p:extLst>
      <p:ext uri="{BB962C8B-B14F-4D97-AF65-F5344CB8AC3E}">
        <p14:creationId xmlns:p14="http://schemas.microsoft.com/office/powerpoint/2010/main" val="743319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3364C-73DA-A5E3-ECE7-C04D5625EA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283D35-BC75-4E74-17F7-E540606130C0}"/>
              </a:ext>
            </a:extLst>
          </p:cNvPr>
          <p:cNvSpPr>
            <a:spLocks noGrp="1"/>
          </p:cNvSpPr>
          <p:nvPr>
            <p:ph type="ctrTitle"/>
          </p:nvPr>
        </p:nvSpPr>
        <p:spPr>
          <a:xfrm>
            <a:off x="75630" y="357648"/>
            <a:ext cx="8376514" cy="1235177"/>
          </a:xfrm>
        </p:spPr>
        <p:txBody>
          <a:bodyPr>
            <a:normAutofit fontScale="90000"/>
          </a:bodyPr>
          <a:lstStyle/>
          <a:p>
            <a:r>
              <a:rPr lang="en-US" dirty="0"/>
              <a:t>Project’s Significance and its Benefits to Movie Sentiment</a:t>
            </a:r>
            <a:endParaRPr lang="en-IN" dirty="0"/>
          </a:p>
        </p:txBody>
      </p:sp>
      <p:sp>
        <p:nvSpPr>
          <p:cNvPr id="4" name="Rectangle 1">
            <a:extLst>
              <a:ext uri="{FF2B5EF4-FFF2-40B4-BE49-F238E27FC236}">
                <a16:creationId xmlns:a16="http://schemas.microsoft.com/office/drawing/2014/main" id="{16E0613B-1BAD-325A-3612-63B26675A883}"/>
              </a:ext>
            </a:extLst>
          </p:cNvPr>
          <p:cNvSpPr>
            <a:spLocks noGrp="1" noChangeArrowheads="1"/>
          </p:cNvSpPr>
          <p:nvPr>
            <p:ph type="subTitle" idx="1"/>
          </p:nvPr>
        </p:nvSpPr>
        <p:spPr bwMode="auto">
          <a:xfrm>
            <a:off x="76199" y="3047970"/>
            <a:ext cx="1149950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fornian FB" panose="0207040306080B030204" pitchFamily="18" charset="0"/>
              </a:rPr>
              <a:t>Helps in understanding the audience’s perception of movies by analyzing large volumes of reviews automatically.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fornian FB" panose="0207040306080B030204" pitchFamily="18" charset="0"/>
              </a:rPr>
              <a:t>Provides valuable insights for production houses, streaming platforms, and distributors to evaluate success and improve future projects.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fornian FB" panose="0207040306080B030204" pitchFamily="18" charset="0"/>
              </a:rPr>
              <a:t>Assists in building personalized </a:t>
            </a:r>
            <a:r>
              <a:rPr kumimoji="0" lang="en-US" altLang="en-US" sz="1800" b="1" i="0" u="none" strike="noStrike" cap="none" normalizeH="0" baseline="0" dirty="0">
                <a:ln>
                  <a:noFill/>
                </a:ln>
                <a:solidFill>
                  <a:schemeClr val="tx1"/>
                </a:solidFill>
                <a:effectLst/>
                <a:latin typeface="Californian FB" panose="0207040306080B030204" pitchFamily="18" charset="0"/>
              </a:rPr>
              <a:t>movie recommendation systems</a:t>
            </a:r>
            <a:r>
              <a:rPr kumimoji="0" lang="en-US" altLang="en-US" sz="1800" b="0" i="0" u="none" strike="noStrike" cap="none" normalizeH="0" baseline="0" dirty="0">
                <a:ln>
                  <a:noFill/>
                </a:ln>
                <a:solidFill>
                  <a:schemeClr val="tx1"/>
                </a:solidFill>
                <a:effectLst/>
                <a:latin typeface="Californian FB" panose="0207040306080B030204" pitchFamily="18" charset="0"/>
              </a:rPr>
              <a:t>, enhancing user experience on platforms like Netflix, Amazon Prime,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fornian FB" panose="0207040306080B030204" pitchFamily="18" charset="0"/>
              </a:rPr>
              <a:t>Enables early detection of trends and preferences, which supports decision-making in marketing and content creation.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fornian FB" panose="0207040306080B030204" pitchFamily="18" charset="0"/>
              </a:rPr>
              <a:t>Demonstrates the real-world application of </a:t>
            </a:r>
            <a:r>
              <a:rPr kumimoji="0" lang="en-US" altLang="en-US" sz="1800" b="1" i="0" u="none" strike="noStrike" cap="none" normalizeH="0" baseline="0" dirty="0">
                <a:ln>
                  <a:noFill/>
                </a:ln>
                <a:solidFill>
                  <a:schemeClr val="tx1"/>
                </a:solidFill>
                <a:effectLst/>
                <a:latin typeface="Californian FB" panose="0207040306080B030204" pitchFamily="18" charset="0"/>
              </a:rPr>
              <a:t>Machine Learning and NLP</a:t>
            </a:r>
            <a:r>
              <a:rPr kumimoji="0" lang="en-US" altLang="en-US" sz="1800" b="0" i="0" u="none" strike="noStrike" cap="none" normalizeH="0" baseline="0" dirty="0">
                <a:ln>
                  <a:noFill/>
                </a:ln>
                <a:solidFill>
                  <a:schemeClr val="tx1"/>
                </a:solidFill>
                <a:effectLst/>
                <a:latin typeface="Californian FB" panose="0207040306080B030204" pitchFamily="18" charset="0"/>
              </a:rPr>
              <a:t> in handling unstructured text data effectively.</a:t>
            </a:r>
          </a:p>
        </p:txBody>
      </p:sp>
    </p:spTree>
    <p:extLst>
      <p:ext uri="{BB962C8B-B14F-4D97-AF65-F5344CB8AC3E}">
        <p14:creationId xmlns:p14="http://schemas.microsoft.com/office/powerpoint/2010/main" val="3416452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6D17E-CD6D-73C8-00B5-59D12DB56F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E3B573-9261-6E57-27BE-9A7F0F89353E}"/>
              </a:ext>
            </a:extLst>
          </p:cNvPr>
          <p:cNvSpPr>
            <a:spLocks noGrp="1"/>
          </p:cNvSpPr>
          <p:nvPr>
            <p:ph type="ctrTitle"/>
          </p:nvPr>
        </p:nvSpPr>
        <p:spPr>
          <a:xfrm>
            <a:off x="1756946" y="1104900"/>
            <a:ext cx="8376514" cy="1107358"/>
          </a:xfrm>
        </p:spPr>
        <p:txBody>
          <a:bodyPr/>
          <a:lstStyle/>
          <a:p>
            <a:r>
              <a:rPr lang="en-IN" dirty="0"/>
              <a:t>Exploratory Data Analysis (EDA)</a:t>
            </a:r>
          </a:p>
        </p:txBody>
      </p:sp>
      <p:sp>
        <p:nvSpPr>
          <p:cNvPr id="4" name="Rectangle 1">
            <a:extLst>
              <a:ext uri="{FF2B5EF4-FFF2-40B4-BE49-F238E27FC236}">
                <a16:creationId xmlns:a16="http://schemas.microsoft.com/office/drawing/2014/main" id="{2F4D5DA5-FF73-BEE6-3B6D-0AA9AE605912}"/>
              </a:ext>
            </a:extLst>
          </p:cNvPr>
          <p:cNvSpPr>
            <a:spLocks noGrp="1" noChangeArrowheads="1"/>
          </p:cNvSpPr>
          <p:nvPr>
            <p:ph type="subTitle" idx="1"/>
          </p:nvPr>
        </p:nvSpPr>
        <p:spPr bwMode="auto">
          <a:xfrm>
            <a:off x="1177560" y="3005053"/>
            <a:ext cx="10050879" cy="2128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Californian FB" panose="0207040306080B030204" pitchFamily="18" charset="0"/>
              </a:rPr>
              <a:t>Understanding the distribution of reviews (positive, negative, neutral).</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Californian FB" panose="0207040306080B030204" pitchFamily="18" charset="0"/>
              </a:rPr>
              <a:t>Checking for data imbalance between sentiment classes.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Californian FB" panose="0207040306080B030204" pitchFamily="18" charset="0"/>
              </a:rPr>
              <a:t>Visualizing word frequency using </a:t>
            </a:r>
            <a:r>
              <a:rPr kumimoji="0" lang="en-US" altLang="en-US" sz="1800" b="1" i="0" u="none" strike="noStrike" cap="none" normalizeH="0" baseline="0" dirty="0">
                <a:ln>
                  <a:noFill/>
                </a:ln>
                <a:solidFill>
                  <a:schemeClr val="tx1"/>
                </a:solidFill>
                <a:effectLst/>
                <a:latin typeface="Californian FB" panose="0207040306080B030204" pitchFamily="18" charset="0"/>
              </a:rPr>
              <a:t>word clouds</a:t>
            </a:r>
            <a:r>
              <a:rPr kumimoji="0" lang="en-US" altLang="en-US" sz="1800" b="0" i="0" u="none" strike="noStrike" cap="none" normalizeH="0" baseline="0" dirty="0">
                <a:ln>
                  <a:noFill/>
                </a:ln>
                <a:solidFill>
                  <a:schemeClr val="tx1"/>
                </a:solidFill>
                <a:effectLst/>
                <a:latin typeface="Californian FB" panose="0207040306080B030204" pitchFamily="18" charset="0"/>
              </a:rPr>
              <a:t> or bar charts.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Californian FB" panose="0207040306080B030204" pitchFamily="18" charset="0"/>
              </a:rPr>
              <a:t>Identifying most common positive and negative keywords.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Californian FB" panose="0207040306080B030204" pitchFamily="18" charset="0"/>
              </a:rPr>
              <a:t>Cleaning text (removing stop words, punctuation, and duplicates) for preprocessing.</a:t>
            </a:r>
          </a:p>
        </p:txBody>
      </p:sp>
    </p:spTree>
    <p:extLst>
      <p:ext uri="{BB962C8B-B14F-4D97-AF65-F5344CB8AC3E}">
        <p14:creationId xmlns:p14="http://schemas.microsoft.com/office/powerpoint/2010/main" val="1263531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551DC-D314-FDB7-B001-B0218527C29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7818013-6042-76D2-5DD4-90F2D4ED992D}"/>
              </a:ext>
            </a:extLst>
          </p:cNvPr>
          <p:cNvSpPr>
            <a:spLocks noGrp="1"/>
          </p:cNvSpPr>
          <p:nvPr>
            <p:ph type="subTitle" idx="1"/>
          </p:nvPr>
        </p:nvSpPr>
        <p:spPr>
          <a:xfrm>
            <a:off x="0" y="4442385"/>
            <a:ext cx="9802761" cy="1978080"/>
          </a:xfrm>
        </p:spPr>
        <p:txBody>
          <a:bodyPr anchor="ctr">
            <a:normAutofit/>
          </a:bodyPr>
          <a:lstStyle/>
          <a:p>
            <a:pPr algn="l"/>
            <a:r>
              <a:rPr lang="en-US" sz="1600" dirty="0">
                <a:latin typeface="Californian FB" panose="0207040306080B030204" pitchFamily="18" charset="0"/>
              </a:rPr>
              <a:t>The code imports libraries, then loads the </a:t>
            </a:r>
            <a:r>
              <a:rPr lang="en-US" sz="1600" b="1" dirty="0">
                <a:latin typeface="Californian FB" panose="0207040306080B030204" pitchFamily="18" charset="0"/>
              </a:rPr>
              <a:t>IMDB dataset</a:t>
            </a:r>
            <a:r>
              <a:rPr lang="en-US" sz="1600" dirty="0">
                <a:latin typeface="Californian FB" panose="0207040306080B030204" pitchFamily="18" charset="0"/>
              </a:rPr>
              <a:t> containing movie reviews and their sentiments (positive/negative).</a:t>
            </a:r>
          </a:p>
          <a:p>
            <a:pPr algn="l"/>
            <a:endParaRPr lang="en-US" sz="1600" dirty="0">
              <a:latin typeface="Californian FB" panose="0207040306080B030204" pitchFamily="18" charset="0"/>
            </a:endParaRPr>
          </a:p>
          <a:p>
            <a:pPr algn="l"/>
            <a:r>
              <a:rPr lang="en-US" sz="1600" dirty="0">
                <a:latin typeface="Californian FB" panose="0207040306080B030204" pitchFamily="18" charset="0"/>
              </a:rPr>
              <a:t>This is the </a:t>
            </a:r>
            <a:r>
              <a:rPr lang="en-US" sz="1600" b="1" dirty="0">
                <a:latin typeface="Californian FB" panose="0207040306080B030204" pitchFamily="18" charset="0"/>
              </a:rPr>
              <a:t>first step in Exploratory Data Analysis (EDA)</a:t>
            </a:r>
            <a:r>
              <a:rPr lang="en-US" sz="1600" dirty="0">
                <a:latin typeface="Californian FB" panose="0207040306080B030204" pitchFamily="18" charset="0"/>
              </a:rPr>
              <a:t> for movie sentiment classification.</a:t>
            </a:r>
            <a:endParaRPr lang="en-IN" sz="1600" dirty="0">
              <a:latin typeface="Californian FB" panose="0207040306080B030204" pitchFamily="18" charset="0"/>
            </a:endParaRPr>
          </a:p>
        </p:txBody>
      </p:sp>
      <p:pic>
        <p:nvPicPr>
          <p:cNvPr id="5" name="Picture 4" descr="A screenshot of a computer program&#10;&#10;AI-generated content may be incorrect.">
            <a:extLst>
              <a:ext uri="{FF2B5EF4-FFF2-40B4-BE49-F238E27FC236}">
                <a16:creationId xmlns:a16="http://schemas.microsoft.com/office/drawing/2014/main" id="{99A5F766-6D6B-84B3-9C1A-B16D833B11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161"/>
            <a:ext cx="8829368" cy="4225404"/>
          </a:xfrm>
          <a:prstGeom prst="rect">
            <a:avLst/>
          </a:prstGeom>
        </p:spPr>
      </p:pic>
    </p:spTree>
    <p:extLst>
      <p:ext uri="{BB962C8B-B14F-4D97-AF65-F5344CB8AC3E}">
        <p14:creationId xmlns:p14="http://schemas.microsoft.com/office/powerpoint/2010/main" val="290878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F2706-73B2-E05F-CCAE-3886560CC8B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BFF2E80-4320-DB33-6917-9730B8BA94E4}"/>
              </a:ext>
            </a:extLst>
          </p:cNvPr>
          <p:cNvSpPr>
            <a:spLocks noGrp="1"/>
          </p:cNvSpPr>
          <p:nvPr>
            <p:ph type="subTitle" idx="1"/>
          </p:nvPr>
        </p:nvSpPr>
        <p:spPr>
          <a:xfrm>
            <a:off x="43721" y="4186746"/>
            <a:ext cx="6074328" cy="984023"/>
          </a:xfrm>
        </p:spPr>
        <p:txBody>
          <a:bodyPr>
            <a:normAutofit fontScale="92500" lnSpcReduction="20000"/>
          </a:bodyPr>
          <a:lstStyle/>
          <a:p>
            <a:r>
              <a:rPr lang="en-IN" altLang="en-US" dirty="0">
                <a:solidFill>
                  <a:schemeClr val="tx1"/>
                </a:solidFill>
                <a:latin typeface="Californian FB" panose="0207040306080B030204" pitchFamily="18" charset="0"/>
                <a:ea typeface="Wandohope" panose="02030603000000000000" pitchFamily="18" charset="-128"/>
              </a:rPr>
              <a:t>The Data Frame has 50000 rows, indexed has 0 to 49999.</a:t>
            </a:r>
          </a:p>
          <a:p>
            <a:r>
              <a:rPr lang="en-IN" altLang="en-US" dirty="0">
                <a:solidFill>
                  <a:schemeClr val="tx1"/>
                </a:solidFill>
                <a:latin typeface="Californian FB" panose="0207040306080B030204" pitchFamily="18" charset="0"/>
                <a:ea typeface="Wandohope" panose="02030603000000000000" pitchFamily="18" charset="-128"/>
              </a:rPr>
              <a:t>There are 2 Columns.</a:t>
            </a:r>
          </a:p>
          <a:p>
            <a:endParaRPr lang="en-IN" dirty="0"/>
          </a:p>
        </p:txBody>
      </p:sp>
      <p:pic>
        <p:nvPicPr>
          <p:cNvPr id="5" name="Picture 4" descr="A screenshot of a computer program&#10;&#10;AI-generated content may be incorrect.">
            <a:extLst>
              <a:ext uri="{FF2B5EF4-FFF2-40B4-BE49-F238E27FC236}">
                <a16:creationId xmlns:a16="http://schemas.microsoft.com/office/drawing/2014/main" id="{E95A21DC-D01D-E37F-F3E7-73B755C520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21" y="-1"/>
            <a:ext cx="6661879" cy="3706761"/>
          </a:xfrm>
          <a:prstGeom prst="rect">
            <a:avLst/>
          </a:prstGeom>
        </p:spPr>
      </p:pic>
    </p:spTree>
    <p:extLst>
      <p:ext uri="{BB962C8B-B14F-4D97-AF65-F5344CB8AC3E}">
        <p14:creationId xmlns:p14="http://schemas.microsoft.com/office/powerpoint/2010/main" val="1402124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DE68C-96E2-40A8-1F53-B7935157116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DE23670-4591-6ECA-321F-E204E6FD8ED9}"/>
              </a:ext>
            </a:extLst>
          </p:cNvPr>
          <p:cNvSpPr>
            <a:spLocks noGrp="1"/>
          </p:cNvSpPr>
          <p:nvPr>
            <p:ph type="subTitle" idx="1"/>
          </p:nvPr>
        </p:nvSpPr>
        <p:spPr>
          <a:xfrm>
            <a:off x="21672" y="4275237"/>
            <a:ext cx="6074328" cy="984023"/>
          </a:xfrm>
        </p:spPr>
        <p:txBody>
          <a:bodyPr/>
          <a:lstStyle/>
          <a:p>
            <a:pPr algn="l"/>
            <a:r>
              <a:rPr lang="en-IN" b="1" dirty="0">
                <a:latin typeface="+mj-lt"/>
              </a:rPr>
              <a:t>The Data Set show 5 rows. </a:t>
            </a:r>
          </a:p>
        </p:txBody>
      </p:sp>
      <p:pic>
        <p:nvPicPr>
          <p:cNvPr id="5" name="Picture 4" descr="A screenshot of a computer&#10;&#10;AI-generated content may be incorrect.">
            <a:extLst>
              <a:ext uri="{FF2B5EF4-FFF2-40B4-BE49-F238E27FC236}">
                <a16:creationId xmlns:a16="http://schemas.microsoft.com/office/drawing/2014/main" id="{DA628DB3-1D55-7AB1-E350-DD5B42DA8F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097380" cy="3429000"/>
          </a:xfrm>
          <a:prstGeom prst="rect">
            <a:avLst/>
          </a:prstGeom>
        </p:spPr>
      </p:pic>
    </p:spTree>
    <p:extLst>
      <p:ext uri="{BB962C8B-B14F-4D97-AF65-F5344CB8AC3E}">
        <p14:creationId xmlns:p14="http://schemas.microsoft.com/office/powerpoint/2010/main" val="2357172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1435E-D763-B7F3-B11D-2338F6F10F7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E0D502E-0B33-0D19-3BA2-DB5C1B385F3D}"/>
              </a:ext>
            </a:extLst>
          </p:cNvPr>
          <p:cNvPicPr>
            <a:picLocks noChangeAspect="1"/>
          </p:cNvPicPr>
          <p:nvPr/>
        </p:nvPicPr>
        <p:blipFill>
          <a:blip r:embed="rId2"/>
          <a:stretch>
            <a:fillRect/>
          </a:stretch>
        </p:blipFill>
        <p:spPr>
          <a:xfrm>
            <a:off x="0" y="0"/>
            <a:ext cx="6911939" cy="3520745"/>
          </a:xfrm>
          <a:prstGeom prst="rect">
            <a:avLst/>
          </a:prstGeom>
        </p:spPr>
      </p:pic>
      <p:sp>
        <p:nvSpPr>
          <p:cNvPr id="6" name="Rectangle 1">
            <a:extLst>
              <a:ext uri="{FF2B5EF4-FFF2-40B4-BE49-F238E27FC236}">
                <a16:creationId xmlns:a16="http://schemas.microsoft.com/office/drawing/2014/main" id="{DE070A56-6691-49BA-4A9C-D73ECBA0E2F0}"/>
              </a:ext>
            </a:extLst>
          </p:cNvPr>
          <p:cNvSpPr>
            <a:spLocks noGrp="1" noChangeArrowheads="1"/>
          </p:cNvSpPr>
          <p:nvPr>
            <p:ph type="subTitle" idx="1"/>
          </p:nvPr>
        </p:nvSpPr>
        <p:spPr bwMode="auto">
          <a:xfrm>
            <a:off x="57150" y="4130229"/>
            <a:ext cx="1117128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altLang="en-US" sz="1800" dirty="0">
                <a:latin typeface="Californian FB" panose="0207040306080B030204" pitchFamily="18" charset="0"/>
              </a:rPr>
              <a:t>The command </a:t>
            </a:r>
            <a:r>
              <a:rPr lang="en-US" altLang="en-US" sz="1800" dirty="0" err="1">
                <a:latin typeface="Californian FB" panose="0207040306080B030204" pitchFamily="18" charset="0"/>
              </a:rPr>
              <a:t>data.review</a:t>
            </a:r>
            <a:r>
              <a:rPr lang="en-US" altLang="en-US" sz="1800" dirty="0">
                <a:latin typeface="Californian FB" panose="0207040306080B030204" pitchFamily="18" charset="0"/>
              </a:rPr>
              <a:t>[3] displays the 4th review text from the dataset.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br>
              <a:rPr lang="en-US" altLang="en-US" sz="1800" dirty="0">
                <a:latin typeface="Californian FB" panose="0207040306080B030204" pitchFamily="18" charset="0"/>
              </a:rPr>
            </a:br>
            <a:r>
              <a:rPr lang="en-US" altLang="en-US" sz="1800" dirty="0" err="1">
                <a:latin typeface="Californian FB" panose="0207040306080B030204" pitchFamily="18" charset="0"/>
              </a:rPr>
              <a:t>data.describe</a:t>
            </a:r>
            <a:r>
              <a:rPr lang="en-US" altLang="en-US" sz="1800" dirty="0">
                <a:latin typeface="Californian FB" panose="0207040306080B030204" pitchFamily="18" charset="0"/>
              </a:rPr>
              <a:t>() summarizes the columns: 50,000 reviews and sentiments in total.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br>
              <a:rPr lang="en-US" altLang="en-US" sz="1800" dirty="0">
                <a:latin typeface="Californian FB" panose="0207040306080B030204" pitchFamily="18" charset="0"/>
              </a:rPr>
            </a:br>
            <a:r>
              <a:rPr lang="en-US" altLang="en-US" sz="1800" dirty="0">
                <a:latin typeface="Californian FB" panose="0207040306080B030204" pitchFamily="18" charset="0"/>
              </a:rPr>
              <a:t>There are 49,582 unique reviews, and only 2 unique sentiments.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br>
              <a:rPr lang="en-US" altLang="en-US" sz="1800" dirty="0">
                <a:latin typeface="Californian FB" panose="0207040306080B030204" pitchFamily="18" charset="0"/>
              </a:rPr>
            </a:br>
            <a:r>
              <a:rPr lang="en-US" altLang="en-US" sz="1800" dirty="0">
                <a:latin typeface="Californian FB" panose="0207040306080B030204" pitchFamily="18" charset="0"/>
              </a:rPr>
              <a:t>The most common sentiment is positive (25,000 times), showing balanced classes. </a:t>
            </a:r>
          </a:p>
        </p:txBody>
      </p:sp>
    </p:spTree>
    <p:extLst>
      <p:ext uri="{BB962C8B-B14F-4D97-AF65-F5344CB8AC3E}">
        <p14:creationId xmlns:p14="http://schemas.microsoft.com/office/powerpoint/2010/main" val="1965220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B1A6F-27EC-E8DC-22DE-CECA4F8F369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4EC245F-35EC-BDF7-C711-54FEBB2DB870}"/>
              </a:ext>
            </a:extLst>
          </p:cNvPr>
          <p:cNvPicPr>
            <a:picLocks noChangeAspect="1"/>
          </p:cNvPicPr>
          <p:nvPr/>
        </p:nvPicPr>
        <p:blipFill>
          <a:blip r:embed="rId2"/>
          <a:stretch>
            <a:fillRect/>
          </a:stretch>
        </p:blipFill>
        <p:spPr>
          <a:xfrm>
            <a:off x="97152" y="0"/>
            <a:ext cx="7140559" cy="3274142"/>
          </a:xfrm>
          <a:prstGeom prst="rect">
            <a:avLst/>
          </a:prstGeom>
        </p:spPr>
      </p:pic>
      <p:sp>
        <p:nvSpPr>
          <p:cNvPr id="6" name="Rectangle 1">
            <a:extLst>
              <a:ext uri="{FF2B5EF4-FFF2-40B4-BE49-F238E27FC236}">
                <a16:creationId xmlns:a16="http://schemas.microsoft.com/office/drawing/2014/main" id="{C8E818D7-0A43-1F47-1B04-DCD1625C8994}"/>
              </a:ext>
            </a:extLst>
          </p:cNvPr>
          <p:cNvSpPr>
            <a:spLocks noGrp="1" noChangeArrowheads="1"/>
          </p:cNvSpPr>
          <p:nvPr>
            <p:ph type="subTitle" idx="1"/>
          </p:nvPr>
        </p:nvSpPr>
        <p:spPr bwMode="auto">
          <a:xfrm>
            <a:off x="254154" y="4079259"/>
            <a:ext cx="1038008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800" dirty="0">
                <a:latin typeface="Californian FB" panose="0207040306080B030204" pitchFamily="18" charset="0"/>
              </a:rPr>
              <a:t>The command data['sentiment'].</a:t>
            </a:r>
            <a:r>
              <a:rPr lang="en-US" altLang="en-US" sz="1800" dirty="0" err="1">
                <a:latin typeface="Californian FB" panose="0207040306080B030204" pitchFamily="18" charset="0"/>
              </a:rPr>
              <a:t>value_counts</a:t>
            </a:r>
            <a:r>
              <a:rPr lang="en-US" altLang="en-US" sz="1800" dirty="0">
                <a:latin typeface="Californian FB" panose="0207040306080B030204" pitchFamily="18" charset="0"/>
              </a:rPr>
              <a:t>() counts the frequency of each sentiment.</a:t>
            </a:r>
          </a:p>
          <a:p>
            <a:pPr marR="0" lvl="0" algn="l" defTabSz="914400" rtl="0" eaLnBrk="0" fontAlgn="base" latinLnBrk="0" hangingPunct="0">
              <a:lnSpc>
                <a:spcPct val="100000"/>
              </a:lnSpc>
              <a:spcBef>
                <a:spcPct val="0"/>
              </a:spcBef>
              <a:spcAft>
                <a:spcPct val="0"/>
              </a:spcAft>
              <a:buClrTx/>
              <a:buSzTx/>
              <a:tabLst/>
            </a:pPr>
            <a:endParaRPr lang="en-US" altLang="en-US" sz="1800" dirty="0">
              <a:latin typeface="Californian FB" panose="0207040306080B0302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800" dirty="0">
                <a:latin typeface="Californian FB" panose="0207040306080B030204" pitchFamily="18" charset="0"/>
              </a:rPr>
              <a:t>There are 25,000 positive reviews and 25,000 negative reviews.</a:t>
            </a:r>
            <a:br>
              <a:rPr lang="en-US" altLang="en-US" sz="1800" dirty="0">
                <a:latin typeface="Californian FB" panose="0207040306080B030204" pitchFamily="18" charset="0"/>
              </a:rPr>
            </a:br>
            <a:endParaRPr lang="en-US" altLang="en-US" sz="1800" dirty="0">
              <a:latin typeface="Californian FB" panose="0207040306080B0302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800" dirty="0">
                <a:latin typeface="Californian FB" panose="0207040306080B030204" pitchFamily="18" charset="0"/>
              </a:rPr>
              <a:t>This shows the dataset is perfectly balanced between both classes.</a:t>
            </a:r>
            <a:br>
              <a:rPr lang="en-US" altLang="en-US" sz="1800" dirty="0">
                <a:latin typeface="Californian FB" panose="0207040306080B030204" pitchFamily="18" charset="0"/>
              </a:rPr>
            </a:br>
            <a:endParaRPr lang="en-US" altLang="en-US" sz="1800" dirty="0">
              <a:latin typeface="Californian FB" panose="0207040306080B0302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800" dirty="0">
                <a:latin typeface="Californian FB" panose="0207040306080B030204" pitchFamily="18" charset="0"/>
              </a:rPr>
              <a:t>Such balance is ideal for training machine learning models without bias. </a:t>
            </a:r>
          </a:p>
        </p:txBody>
      </p:sp>
    </p:spTree>
    <p:extLst>
      <p:ext uri="{BB962C8B-B14F-4D97-AF65-F5344CB8AC3E}">
        <p14:creationId xmlns:p14="http://schemas.microsoft.com/office/powerpoint/2010/main" val="3817811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E309E-BC71-1A82-796C-2B2BA435EB3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8864FBA-0EC2-4DF4-A5D3-82238CCCE481}"/>
              </a:ext>
            </a:extLst>
          </p:cNvPr>
          <p:cNvPicPr>
            <a:picLocks noChangeAspect="1"/>
          </p:cNvPicPr>
          <p:nvPr/>
        </p:nvPicPr>
        <p:blipFill>
          <a:blip r:embed="rId2"/>
          <a:stretch>
            <a:fillRect/>
          </a:stretch>
        </p:blipFill>
        <p:spPr>
          <a:xfrm>
            <a:off x="1" y="0"/>
            <a:ext cx="9674942" cy="3559277"/>
          </a:xfrm>
          <a:prstGeom prst="rect">
            <a:avLst/>
          </a:prstGeom>
        </p:spPr>
      </p:pic>
      <p:sp>
        <p:nvSpPr>
          <p:cNvPr id="6" name="Rectangle 1">
            <a:extLst>
              <a:ext uri="{FF2B5EF4-FFF2-40B4-BE49-F238E27FC236}">
                <a16:creationId xmlns:a16="http://schemas.microsoft.com/office/drawing/2014/main" id="{C9FED385-8972-3D4F-4C0A-CFAE8BF31E6C}"/>
              </a:ext>
            </a:extLst>
          </p:cNvPr>
          <p:cNvSpPr>
            <a:spLocks noGrp="1" noChangeArrowheads="1"/>
          </p:cNvSpPr>
          <p:nvPr>
            <p:ph type="subTitle" idx="1"/>
          </p:nvPr>
        </p:nvSpPr>
        <p:spPr bwMode="auto">
          <a:xfrm>
            <a:off x="137651" y="3991872"/>
            <a:ext cx="889387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285750" indent="-285750" algn="l" eaLnBrk="0" fontAlgn="base" hangingPunct="0">
              <a:spcBef>
                <a:spcPct val="0"/>
              </a:spcBef>
              <a:spcAft>
                <a:spcPct val="0"/>
              </a:spcAft>
              <a:buSzPct val="112000"/>
              <a:buFont typeface="Arial" panose="020B0604020202020204" pitchFamily="34" charset="0"/>
              <a:buChar char="•"/>
            </a:pPr>
            <a:r>
              <a:rPr lang="en-US" altLang="en-US" sz="1800" dirty="0">
                <a:latin typeface="Californian FB" panose="0207040306080B030204" pitchFamily="18" charset="0"/>
              </a:rPr>
              <a:t>The code defines a function </a:t>
            </a:r>
            <a:r>
              <a:rPr lang="en-US" altLang="en-US" sz="1800" dirty="0" err="1">
                <a:latin typeface="Californian FB" panose="0207040306080B030204" pitchFamily="18" charset="0"/>
              </a:rPr>
              <a:t>remove_tags</a:t>
            </a:r>
            <a:r>
              <a:rPr lang="en-US" altLang="en-US" sz="1800" dirty="0">
                <a:latin typeface="Californian FB" panose="0207040306080B030204" pitchFamily="18" charset="0"/>
              </a:rPr>
              <a:t>() to clean the review text.</a:t>
            </a:r>
          </a:p>
          <a:p>
            <a:pPr marL="285750" indent="-285750" algn="l" eaLnBrk="0" fontAlgn="base" hangingPunct="0">
              <a:spcBef>
                <a:spcPct val="0"/>
              </a:spcBef>
              <a:spcAft>
                <a:spcPct val="0"/>
              </a:spcAft>
              <a:buSzPct val="112000"/>
              <a:buFont typeface="Arial" panose="020B0604020202020204" pitchFamily="34" charset="0"/>
              <a:buChar char="•"/>
            </a:pPr>
            <a:br>
              <a:rPr lang="en-US" altLang="en-US" sz="1800" dirty="0">
                <a:latin typeface="Californian FB" panose="0207040306080B030204" pitchFamily="18" charset="0"/>
              </a:rPr>
            </a:br>
            <a:r>
              <a:rPr lang="en-US" altLang="en-US" sz="1800" dirty="0">
                <a:latin typeface="Californian FB" panose="0207040306080B030204" pitchFamily="18" charset="0"/>
              </a:rPr>
              <a:t>It removes HTML tags, URLs, and any special characters/numbers, keeping only words.</a:t>
            </a:r>
          </a:p>
          <a:p>
            <a:pPr marL="285750" indent="-285750" algn="l" eaLnBrk="0" fontAlgn="base" hangingPunct="0">
              <a:spcBef>
                <a:spcPct val="0"/>
              </a:spcBef>
              <a:spcAft>
                <a:spcPct val="0"/>
              </a:spcAft>
              <a:buSzPct val="112000"/>
              <a:buFont typeface="Arial" panose="020B0604020202020204" pitchFamily="34" charset="0"/>
              <a:buChar char="•"/>
            </a:pPr>
            <a:br>
              <a:rPr lang="en-US" altLang="en-US" sz="1800" dirty="0">
                <a:latin typeface="Californian FB" panose="0207040306080B030204" pitchFamily="18" charset="0"/>
              </a:rPr>
            </a:br>
            <a:r>
              <a:rPr lang="en-US" altLang="en-US" sz="1800" dirty="0">
                <a:latin typeface="Californian FB" panose="0207040306080B030204" pitchFamily="18" charset="0"/>
              </a:rPr>
              <a:t>The text is then converted to lowercase for uniformity.</a:t>
            </a:r>
          </a:p>
          <a:p>
            <a:pPr marL="285750" indent="-285750" algn="l" eaLnBrk="0" fontAlgn="base" hangingPunct="0">
              <a:spcBef>
                <a:spcPct val="0"/>
              </a:spcBef>
              <a:spcAft>
                <a:spcPct val="0"/>
              </a:spcAft>
              <a:buSzPct val="112000"/>
              <a:buFont typeface="Arial" panose="020B0604020202020204" pitchFamily="34" charset="0"/>
              <a:buChar char="•"/>
            </a:pPr>
            <a:br>
              <a:rPr lang="en-US" altLang="en-US" sz="1800" dirty="0">
                <a:latin typeface="Californian FB" panose="0207040306080B030204" pitchFamily="18" charset="0"/>
              </a:rPr>
            </a:br>
            <a:r>
              <a:rPr lang="en-US" altLang="en-US" sz="1800" dirty="0">
                <a:latin typeface="Californian FB" panose="0207040306080B030204" pitchFamily="18" charset="0"/>
              </a:rPr>
              <a:t>Finally, .apply(</a:t>
            </a:r>
            <a:r>
              <a:rPr lang="en-US" altLang="en-US" sz="1800" dirty="0" err="1">
                <a:latin typeface="Californian FB" panose="0207040306080B030204" pitchFamily="18" charset="0"/>
              </a:rPr>
              <a:t>remove_tags</a:t>
            </a:r>
            <a:r>
              <a:rPr lang="en-US" altLang="en-US" sz="1800" dirty="0">
                <a:latin typeface="Californian FB" panose="0207040306080B030204" pitchFamily="18" charset="0"/>
              </a:rPr>
              <a:t>) is used to clean all reviews in the dataset. </a:t>
            </a:r>
          </a:p>
        </p:txBody>
      </p:sp>
    </p:spTree>
    <p:extLst>
      <p:ext uri="{BB962C8B-B14F-4D97-AF65-F5344CB8AC3E}">
        <p14:creationId xmlns:p14="http://schemas.microsoft.com/office/powerpoint/2010/main" val="2407059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3EEA4-B63F-4137-3F9C-4EEC6DBBA7B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12BEEC7-A8CC-1D06-2949-CEBB7C97ED5D}"/>
              </a:ext>
            </a:extLst>
          </p:cNvPr>
          <p:cNvPicPr>
            <a:picLocks noChangeAspect="1"/>
          </p:cNvPicPr>
          <p:nvPr/>
        </p:nvPicPr>
        <p:blipFill>
          <a:blip r:embed="rId2"/>
          <a:stretch>
            <a:fillRect/>
          </a:stretch>
        </p:blipFill>
        <p:spPr>
          <a:xfrm>
            <a:off x="0" y="0"/>
            <a:ext cx="9278645" cy="3972479"/>
          </a:xfrm>
          <a:prstGeom prst="rect">
            <a:avLst/>
          </a:prstGeom>
        </p:spPr>
      </p:pic>
      <p:sp>
        <p:nvSpPr>
          <p:cNvPr id="6" name="Rectangle 1">
            <a:extLst>
              <a:ext uri="{FF2B5EF4-FFF2-40B4-BE49-F238E27FC236}">
                <a16:creationId xmlns:a16="http://schemas.microsoft.com/office/drawing/2014/main" id="{AF6DC0AB-423F-21ED-4153-4FE89234B520}"/>
              </a:ext>
            </a:extLst>
          </p:cNvPr>
          <p:cNvSpPr>
            <a:spLocks noGrp="1" noChangeArrowheads="1"/>
          </p:cNvSpPr>
          <p:nvPr>
            <p:ph type="subTitle" idx="1"/>
          </p:nvPr>
        </p:nvSpPr>
        <p:spPr bwMode="auto">
          <a:xfrm>
            <a:off x="125511" y="4331691"/>
            <a:ext cx="1076769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800" dirty="0">
                <a:latin typeface="Californian FB" panose="0207040306080B030204" pitchFamily="18" charset="0"/>
              </a:rPr>
              <a:t>The code imports NLTK and downloads the required resources: wordnet and omw-1.4.</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br>
              <a:rPr lang="en-US" altLang="en-US" sz="1800" dirty="0">
                <a:latin typeface="Californian FB" panose="0207040306080B030204" pitchFamily="18" charset="0"/>
              </a:rPr>
            </a:br>
            <a:r>
              <a:rPr lang="en-US" altLang="en-US" sz="1800" dirty="0">
                <a:latin typeface="Californian FB" panose="0207040306080B030204" pitchFamily="18" charset="0"/>
              </a:rPr>
              <a:t>It uses </a:t>
            </a:r>
            <a:r>
              <a:rPr lang="en-US" altLang="en-US" sz="1800" dirty="0" err="1">
                <a:latin typeface="Californian FB" panose="0207040306080B030204" pitchFamily="18" charset="0"/>
              </a:rPr>
              <a:t>WhitespaceTokenizer</a:t>
            </a:r>
            <a:r>
              <a:rPr lang="en-US" altLang="en-US" sz="1800" dirty="0">
                <a:latin typeface="Californian FB" panose="0207040306080B030204" pitchFamily="18" charset="0"/>
              </a:rPr>
              <a:t>() to split text into tokens based on spaces.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br>
              <a:rPr lang="en-US" altLang="en-US" sz="1800" dirty="0">
                <a:latin typeface="Californian FB" panose="0207040306080B030204" pitchFamily="18" charset="0"/>
              </a:rPr>
            </a:br>
            <a:r>
              <a:rPr lang="en-US" altLang="en-US" sz="1800" dirty="0" err="1">
                <a:latin typeface="Californian FB" panose="0207040306080B030204" pitchFamily="18" charset="0"/>
              </a:rPr>
              <a:t>WordNetLemmatizer</a:t>
            </a:r>
            <a:r>
              <a:rPr lang="en-US" altLang="en-US" sz="1800" dirty="0">
                <a:latin typeface="Californian FB" panose="0207040306080B030204" pitchFamily="18" charset="0"/>
              </a:rPr>
              <a:t>() is initialized to reduce words to their base form.</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br>
              <a:rPr lang="en-US" altLang="en-US" sz="1800" dirty="0">
                <a:latin typeface="Californian FB" panose="0207040306080B030204" pitchFamily="18" charset="0"/>
              </a:rPr>
            </a:br>
            <a:r>
              <a:rPr lang="en-US" altLang="en-US" sz="1800" dirty="0">
                <a:latin typeface="Californian FB" panose="0207040306080B030204" pitchFamily="18" charset="0"/>
              </a:rPr>
              <a:t>This prepares the dataset for text normalization before applying machine learning models. </a:t>
            </a:r>
          </a:p>
        </p:txBody>
      </p:sp>
    </p:spTree>
    <p:extLst>
      <p:ext uri="{BB962C8B-B14F-4D97-AF65-F5344CB8AC3E}">
        <p14:creationId xmlns:p14="http://schemas.microsoft.com/office/powerpoint/2010/main" val="2484589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0600B-FD7C-3800-FE67-87DC9B532B4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23D926C-F81A-7E04-3CEC-E680AD515E82}"/>
              </a:ext>
            </a:extLst>
          </p:cNvPr>
          <p:cNvPicPr>
            <a:picLocks noChangeAspect="1"/>
          </p:cNvPicPr>
          <p:nvPr/>
        </p:nvPicPr>
        <p:blipFill>
          <a:blip r:embed="rId2"/>
          <a:stretch>
            <a:fillRect/>
          </a:stretch>
        </p:blipFill>
        <p:spPr>
          <a:xfrm>
            <a:off x="0" y="0"/>
            <a:ext cx="9901084" cy="2619741"/>
          </a:xfrm>
          <a:prstGeom prst="rect">
            <a:avLst/>
          </a:prstGeom>
        </p:spPr>
      </p:pic>
      <p:sp>
        <p:nvSpPr>
          <p:cNvPr id="6" name="Rectangle 1">
            <a:extLst>
              <a:ext uri="{FF2B5EF4-FFF2-40B4-BE49-F238E27FC236}">
                <a16:creationId xmlns:a16="http://schemas.microsoft.com/office/drawing/2014/main" id="{A3A4F6EB-F5FC-A357-BB5C-A5DCA02C44ED}"/>
              </a:ext>
            </a:extLst>
          </p:cNvPr>
          <p:cNvSpPr>
            <a:spLocks noGrp="1" noChangeArrowheads="1"/>
          </p:cNvSpPr>
          <p:nvPr>
            <p:ph type="subTitle" idx="1"/>
          </p:nvPr>
        </p:nvSpPr>
        <p:spPr bwMode="auto">
          <a:xfrm>
            <a:off x="80665" y="3208903"/>
            <a:ext cx="946645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err="1">
                <a:latin typeface="Californian FB" panose="0207040306080B030204" pitchFamily="18" charset="0"/>
              </a:rPr>
              <a:t>Stopwords</a:t>
            </a:r>
            <a:r>
              <a:rPr lang="en-US" altLang="en-US" sz="1800" dirty="0">
                <a:latin typeface="Californian FB" panose="0207040306080B030204" pitchFamily="18" charset="0"/>
              </a:rPr>
              <a:t> were removed from the text data using NLTK to reduce noise and improve clarity.</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Californian FB" panose="0207040306080B030204" pitchFamily="18" charset="0"/>
              </a:rPr>
              <a:t>Common words like the, is, and were filtered out as they add little semantic value.</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Californian FB" panose="0207040306080B030204" pitchFamily="18" charset="0"/>
              </a:rPr>
              <a:t>This preprocessing step enhances the efficiency of NLP models by focusing on meaningful terms.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Californian FB" panose="0207040306080B030204" pitchFamily="18" charset="0"/>
              </a:rPr>
              <a:t>As a result, the cleaned dataset is more suitable for tasks like sentiment analysis and classification.</a:t>
            </a:r>
          </a:p>
        </p:txBody>
      </p:sp>
    </p:spTree>
    <p:extLst>
      <p:ext uri="{BB962C8B-B14F-4D97-AF65-F5344CB8AC3E}">
        <p14:creationId xmlns:p14="http://schemas.microsoft.com/office/powerpoint/2010/main" val="2203942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C9576-18DE-2FA9-D17E-E5FE5CE5E52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0167AA7-D9DE-8272-F558-7E689AC5C300}"/>
              </a:ext>
            </a:extLst>
          </p:cNvPr>
          <p:cNvPicPr>
            <a:picLocks noChangeAspect="1"/>
          </p:cNvPicPr>
          <p:nvPr/>
        </p:nvPicPr>
        <p:blipFill>
          <a:blip r:embed="rId2"/>
          <a:stretch>
            <a:fillRect/>
          </a:stretch>
        </p:blipFill>
        <p:spPr>
          <a:xfrm>
            <a:off x="0" y="-1"/>
            <a:ext cx="7401958" cy="2458065"/>
          </a:xfrm>
          <a:prstGeom prst="rect">
            <a:avLst/>
          </a:prstGeom>
        </p:spPr>
      </p:pic>
      <p:sp>
        <p:nvSpPr>
          <p:cNvPr id="6" name="Rectangle 1">
            <a:extLst>
              <a:ext uri="{FF2B5EF4-FFF2-40B4-BE49-F238E27FC236}">
                <a16:creationId xmlns:a16="http://schemas.microsoft.com/office/drawing/2014/main" id="{58922892-35F9-490C-2FDE-A0CE71018355}"/>
              </a:ext>
            </a:extLst>
          </p:cNvPr>
          <p:cNvSpPr>
            <a:spLocks noGrp="1" noChangeArrowheads="1"/>
          </p:cNvSpPr>
          <p:nvPr>
            <p:ph type="ctrTitle"/>
          </p:nvPr>
        </p:nvSpPr>
        <p:spPr bwMode="auto">
          <a:xfrm>
            <a:off x="279838" y="3661274"/>
            <a:ext cx="1047665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eaLnBrk="0" fontAlgn="base" hangingPunct="0">
              <a:lnSpc>
                <a:spcPct val="100000"/>
              </a:lnSpc>
              <a:spcAft>
                <a:spcPct val="0"/>
              </a:spcAft>
            </a:pPr>
            <a:r>
              <a:rPr lang="en-US" altLang="en-US" sz="1800" cap="none" spc="160" dirty="0">
                <a:latin typeface="Californian FB" panose="0207040306080B030204" pitchFamily="18" charset="0"/>
                <a:cs typeface="+mn-cs"/>
              </a:rPr>
              <a:t>Lemmatization was applied to reduce words to their base or dictionary form.</a:t>
            </a:r>
            <a:br>
              <a:rPr lang="en-US" altLang="en-US" sz="1800" cap="none" spc="160" dirty="0">
                <a:latin typeface="Californian FB" panose="0207040306080B030204" pitchFamily="18" charset="0"/>
                <a:cs typeface="+mn-cs"/>
              </a:rPr>
            </a:br>
            <a:br>
              <a:rPr lang="en-US" altLang="en-US" sz="1800" cap="none" spc="160" dirty="0">
                <a:latin typeface="Californian FB" panose="0207040306080B030204" pitchFamily="18" charset="0"/>
                <a:cs typeface="+mn-cs"/>
              </a:rPr>
            </a:br>
            <a:r>
              <a:rPr lang="en-US" altLang="en-US" sz="1800" cap="none" spc="160" dirty="0">
                <a:latin typeface="Californian FB" panose="0207040306080B030204" pitchFamily="18" charset="0"/>
                <a:cs typeface="+mn-cs"/>
              </a:rPr>
              <a:t>This ensures that different inflections of A word are treated as the same feature.</a:t>
            </a:r>
            <a:br>
              <a:rPr lang="en-US" altLang="en-US" sz="1800" cap="none" spc="160" dirty="0">
                <a:latin typeface="Californian FB" panose="0207040306080B030204" pitchFamily="18" charset="0"/>
                <a:cs typeface="+mn-cs"/>
              </a:rPr>
            </a:br>
            <a:br>
              <a:rPr lang="en-US" altLang="en-US" sz="1800" cap="none" spc="160" dirty="0">
                <a:latin typeface="Californian FB" panose="0207040306080B030204" pitchFamily="18" charset="0"/>
                <a:cs typeface="+mn-cs"/>
              </a:rPr>
            </a:br>
            <a:r>
              <a:rPr lang="en-US" altLang="en-US" sz="1800" cap="none" spc="160" dirty="0">
                <a:latin typeface="Californian FB" panose="0207040306080B030204" pitchFamily="18" charset="0"/>
                <a:cs typeface="+mn-cs"/>
              </a:rPr>
              <a:t>It improves text normalization and helps reduce vocabulary size.</a:t>
            </a:r>
          </a:p>
        </p:txBody>
      </p:sp>
    </p:spTree>
    <p:extLst>
      <p:ext uri="{BB962C8B-B14F-4D97-AF65-F5344CB8AC3E}">
        <p14:creationId xmlns:p14="http://schemas.microsoft.com/office/powerpoint/2010/main" val="3334227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E9633-745F-7EA4-82E5-5AA8A4854D4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973354E-DCE4-A8A0-24FB-F77782E8990A}"/>
              </a:ext>
            </a:extLst>
          </p:cNvPr>
          <p:cNvSpPr>
            <a:spLocks noGrp="1"/>
          </p:cNvSpPr>
          <p:nvPr>
            <p:ph type="subTitle" idx="1"/>
          </p:nvPr>
        </p:nvSpPr>
        <p:spPr>
          <a:xfrm>
            <a:off x="322155" y="3429000"/>
            <a:ext cx="6074328" cy="984023"/>
          </a:xfrm>
        </p:spPr>
        <p:txBody>
          <a:bodyPr/>
          <a:lstStyle/>
          <a:p>
            <a:r>
              <a:rPr lang="en-IN" dirty="0"/>
              <a:t>There is no null values in data set.</a:t>
            </a:r>
          </a:p>
        </p:txBody>
      </p:sp>
      <p:pic>
        <p:nvPicPr>
          <p:cNvPr id="5" name="Picture 4">
            <a:extLst>
              <a:ext uri="{FF2B5EF4-FFF2-40B4-BE49-F238E27FC236}">
                <a16:creationId xmlns:a16="http://schemas.microsoft.com/office/drawing/2014/main" id="{8F4AB5D1-6C7F-EAB7-659C-DA75B087BFF8}"/>
              </a:ext>
            </a:extLst>
          </p:cNvPr>
          <p:cNvPicPr>
            <a:picLocks noChangeAspect="1"/>
          </p:cNvPicPr>
          <p:nvPr/>
        </p:nvPicPr>
        <p:blipFill>
          <a:blip r:embed="rId2"/>
          <a:stretch>
            <a:fillRect/>
          </a:stretch>
        </p:blipFill>
        <p:spPr>
          <a:xfrm>
            <a:off x="677657" y="1029768"/>
            <a:ext cx="5363323" cy="1486107"/>
          </a:xfrm>
          <a:prstGeom prst="rect">
            <a:avLst/>
          </a:prstGeom>
        </p:spPr>
      </p:pic>
    </p:spTree>
    <p:extLst>
      <p:ext uri="{BB962C8B-B14F-4D97-AF65-F5344CB8AC3E}">
        <p14:creationId xmlns:p14="http://schemas.microsoft.com/office/powerpoint/2010/main" val="2452417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58F5A-0186-2196-A818-55B1E784115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74718EB-C1EE-6101-0EC9-AFCAC5E6FFD6}"/>
              </a:ext>
            </a:extLst>
          </p:cNvPr>
          <p:cNvPicPr>
            <a:picLocks noChangeAspect="1"/>
          </p:cNvPicPr>
          <p:nvPr/>
        </p:nvPicPr>
        <p:blipFill>
          <a:blip r:embed="rId2"/>
          <a:stretch>
            <a:fillRect/>
          </a:stretch>
        </p:blipFill>
        <p:spPr>
          <a:xfrm>
            <a:off x="0" y="0"/>
            <a:ext cx="9850225" cy="3477110"/>
          </a:xfrm>
          <a:prstGeom prst="rect">
            <a:avLst/>
          </a:prstGeom>
        </p:spPr>
      </p:pic>
      <p:sp>
        <p:nvSpPr>
          <p:cNvPr id="6" name="Rectangle 1">
            <a:extLst>
              <a:ext uri="{FF2B5EF4-FFF2-40B4-BE49-F238E27FC236}">
                <a16:creationId xmlns:a16="http://schemas.microsoft.com/office/drawing/2014/main" id="{DAA98AC9-C226-51D1-CDB7-AF51498D57D1}"/>
              </a:ext>
            </a:extLst>
          </p:cNvPr>
          <p:cNvSpPr>
            <a:spLocks noGrp="1" noChangeArrowheads="1"/>
          </p:cNvSpPr>
          <p:nvPr>
            <p:ph type="subTitle" idx="1"/>
          </p:nvPr>
        </p:nvSpPr>
        <p:spPr bwMode="auto">
          <a:xfrm>
            <a:off x="140212" y="3919262"/>
            <a:ext cx="863473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Californian FB" panose="0207040306080B030204" pitchFamily="18" charset="0"/>
              </a:rPr>
              <a:t>Data validation was performed to check for missing values in the dataset.</a:t>
            </a:r>
          </a:p>
          <a:p>
            <a:pPr marL="0" marR="0" lvl="0" indent="0" algn="l" defTabSz="914400" rtl="0" eaLnBrk="0" fontAlgn="base" latinLnBrk="0" hangingPunct="0">
              <a:lnSpc>
                <a:spcPct val="100000"/>
              </a:lnSpc>
              <a:spcBef>
                <a:spcPct val="0"/>
              </a:spcBef>
              <a:spcAft>
                <a:spcPct val="0"/>
              </a:spcAft>
              <a:buClrTx/>
              <a:buSzTx/>
              <a:tabLst/>
            </a:pPr>
            <a:endParaRPr lang="en-US" altLang="en-US" sz="1800" dirty="0">
              <a:latin typeface="Californian FB" panose="0207040306080B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Californian FB" panose="0207040306080B030204" pitchFamily="18" charset="0"/>
              </a:rPr>
              <a:t>No missing values were found in either the review or sentiment columns.</a:t>
            </a:r>
          </a:p>
          <a:p>
            <a:pPr marL="0" marR="0" lvl="0" indent="0" algn="l" defTabSz="914400" rtl="0" eaLnBrk="0" fontAlgn="base" latinLnBrk="0" hangingPunct="0">
              <a:lnSpc>
                <a:spcPct val="100000"/>
              </a:lnSpc>
              <a:spcBef>
                <a:spcPct val="0"/>
              </a:spcBef>
              <a:spcAft>
                <a:spcPct val="0"/>
              </a:spcAft>
              <a:buClrTx/>
              <a:buSzTx/>
              <a:tabLst/>
            </a:pPr>
            <a:endParaRPr lang="en-US" altLang="en-US" sz="1800" dirty="0">
              <a:latin typeface="Californian FB" panose="0207040306080B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Californian FB" panose="0207040306080B030204" pitchFamily="18" charset="0"/>
              </a:rPr>
              <a:t>Duplicate records were identified to ensure data quality and consistency.</a:t>
            </a:r>
          </a:p>
          <a:p>
            <a:pPr marL="0" marR="0" lvl="0" indent="0" algn="l" defTabSz="914400" rtl="0" eaLnBrk="0" fontAlgn="base" latinLnBrk="0" hangingPunct="0">
              <a:lnSpc>
                <a:spcPct val="100000"/>
              </a:lnSpc>
              <a:spcBef>
                <a:spcPct val="0"/>
              </a:spcBef>
              <a:spcAft>
                <a:spcPct val="0"/>
              </a:spcAft>
              <a:buClrTx/>
              <a:buSzTx/>
              <a:tabLst/>
            </a:pPr>
            <a:endParaRPr lang="en-US" altLang="en-US" sz="1800" dirty="0">
              <a:latin typeface="Californian FB" panose="0207040306080B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Californian FB" panose="0207040306080B030204" pitchFamily="18" charset="0"/>
              </a:rPr>
              <a:t>A total of 426 duplicate reviews were detected in the dataset.</a:t>
            </a:r>
          </a:p>
        </p:txBody>
      </p:sp>
    </p:spTree>
    <p:extLst>
      <p:ext uri="{BB962C8B-B14F-4D97-AF65-F5344CB8AC3E}">
        <p14:creationId xmlns:p14="http://schemas.microsoft.com/office/powerpoint/2010/main" val="3085124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5F82E-3F1D-E25D-4E65-72992B7644C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9EB25EC-F980-FF0D-9938-A771F4F0A7FD}"/>
              </a:ext>
            </a:extLst>
          </p:cNvPr>
          <p:cNvPicPr>
            <a:picLocks noChangeAspect="1"/>
          </p:cNvPicPr>
          <p:nvPr/>
        </p:nvPicPr>
        <p:blipFill>
          <a:blip r:embed="rId2"/>
          <a:stretch>
            <a:fillRect/>
          </a:stretch>
        </p:blipFill>
        <p:spPr>
          <a:xfrm>
            <a:off x="1" y="0"/>
            <a:ext cx="9822426" cy="4442385"/>
          </a:xfrm>
          <a:prstGeom prst="rect">
            <a:avLst/>
          </a:prstGeom>
        </p:spPr>
      </p:pic>
      <p:sp>
        <p:nvSpPr>
          <p:cNvPr id="6" name="Rectangle 1">
            <a:extLst>
              <a:ext uri="{FF2B5EF4-FFF2-40B4-BE49-F238E27FC236}">
                <a16:creationId xmlns:a16="http://schemas.microsoft.com/office/drawing/2014/main" id="{2820EF1D-9673-A103-F2AF-E500F90747C2}"/>
              </a:ext>
            </a:extLst>
          </p:cNvPr>
          <p:cNvSpPr>
            <a:spLocks noGrp="1" noChangeArrowheads="1"/>
          </p:cNvSpPr>
          <p:nvPr>
            <p:ph type="subTitle" idx="1"/>
          </p:nvPr>
        </p:nvSpPr>
        <p:spPr bwMode="auto">
          <a:xfrm>
            <a:off x="0" y="4453141"/>
            <a:ext cx="1012456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Californian FB" panose="0207040306080B030204" pitchFamily="18" charset="0"/>
              </a:rPr>
              <a:t>Duplicate reviews in the dataset were identified using the duplicated() function.</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Californian FB" panose="0207040306080B030204" pitchFamily="18" charset="0"/>
              </a:rPr>
              <a:t>A sample of duplicate records was displayed to verify the issue.</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Californian FB" panose="0207040306080B030204" pitchFamily="18" charset="0"/>
              </a:rPr>
              <a:t>Duplicate entries can bias the model by over-representing certain reviews.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Californian FB" panose="0207040306080B030204" pitchFamily="18" charset="0"/>
              </a:rPr>
              <a:t>To ensure data quality, all duplicate rows were removed using </a:t>
            </a:r>
            <a:r>
              <a:rPr lang="en-US" altLang="en-US" sz="1800" dirty="0" err="1">
                <a:latin typeface="Californian FB" panose="0207040306080B030204" pitchFamily="18" charset="0"/>
              </a:rPr>
              <a:t>drop_duplicates</a:t>
            </a:r>
            <a:r>
              <a:rPr lang="en-US" altLang="en-US" sz="1800" dirty="0">
                <a:latin typeface="Californian FB" panose="0207040306080B0302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Californian FB" panose="0207040306080B030204" pitchFamily="18" charset="0"/>
              </a:rPr>
              <a:t>After removing duplicates, the dataset was reduced to 49,574 rows and 2 columns.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Californian FB" panose="0207040306080B030204" pitchFamily="18" charset="0"/>
              </a:rPr>
              <a:t>This preprocessing step ensures that each review contributes uniquely to the analysis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5476804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7A3CD-4464-9CDB-5AD3-9C5F3C7BB2B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145F283-131C-2FBE-6EED-0B929EB9E669}"/>
              </a:ext>
            </a:extLst>
          </p:cNvPr>
          <p:cNvPicPr>
            <a:picLocks noChangeAspect="1"/>
          </p:cNvPicPr>
          <p:nvPr/>
        </p:nvPicPr>
        <p:blipFill>
          <a:blip r:embed="rId2"/>
          <a:stretch>
            <a:fillRect/>
          </a:stretch>
        </p:blipFill>
        <p:spPr>
          <a:xfrm>
            <a:off x="0" y="0"/>
            <a:ext cx="7363853" cy="3677163"/>
          </a:xfrm>
          <a:prstGeom prst="rect">
            <a:avLst/>
          </a:prstGeom>
        </p:spPr>
      </p:pic>
      <p:sp>
        <p:nvSpPr>
          <p:cNvPr id="6" name="Rectangle 1">
            <a:extLst>
              <a:ext uri="{FF2B5EF4-FFF2-40B4-BE49-F238E27FC236}">
                <a16:creationId xmlns:a16="http://schemas.microsoft.com/office/drawing/2014/main" id="{2E881BFE-65C2-EA8C-FBAD-8EC7A146ABCC}"/>
              </a:ext>
            </a:extLst>
          </p:cNvPr>
          <p:cNvSpPr>
            <a:spLocks noGrp="1" noChangeArrowheads="1"/>
          </p:cNvSpPr>
          <p:nvPr>
            <p:ph type="subTitle" idx="1"/>
          </p:nvPr>
        </p:nvSpPr>
        <p:spPr bwMode="auto">
          <a:xfrm>
            <a:off x="90498" y="4095716"/>
            <a:ext cx="1023325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altLang="en-US" sz="1800" dirty="0">
                <a:latin typeface="Californian FB" panose="0207040306080B030204" pitchFamily="18" charset="0"/>
              </a:rPr>
              <a:t>Sentiment labels were converted into binary numeric values for model compatibility.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en-US" altLang="en-US" sz="1800" dirty="0">
              <a:latin typeface="Californian FB" panose="0207040306080B0302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altLang="en-US" sz="1800" dirty="0">
                <a:latin typeface="Californian FB" panose="0207040306080B030204" pitchFamily="18" charset="0"/>
              </a:rPr>
              <a:t>Positive reviews were encoded as 1, while negative reviews were encoded as 0.</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en-US" altLang="en-US" sz="1800" dirty="0">
              <a:latin typeface="Californian FB" panose="0207040306080B0302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altLang="en-US" sz="1800" dirty="0">
                <a:latin typeface="Californian FB" panose="0207040306080B030204" pitchFamily="18" charset="0"/>
              </a:rPr>
              <a:t>This transformation simplifies the classification task for machine learning algorithms.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en-US" altLang="en-US" sz="1800" dirty="0">
              <a:latin typeface="Californian FB" panose="0207040306080B0302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altLang="en-US" sz="1800" dirty="0">
                <a:latin typeface="Californian FB" panose="0207040306080B030204" pitchFamily="18" charset="0"/>
              </a:rPr>
              <a:t>The dataset now contains cleaned text reviews along with binary sentiment labels.</a:t>
            </a:r>
          </a:p>
        </p:txBody>
      </p:sp>
    </p:spTree>
    <p:extLst>
      <p:ext uri="{BB962C8B-B14F-4D97-AF65-F5344CB8AC3E}">
        <p14:creationId xmlns:p14="http://schemas.microsoft.com/office/powerpoint/2010/main" val="1888756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D4D35-D5F2-672C-5771-F6D9A432392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D06AEC7-CB66-D2FA-C8A9-3C0F49FABE12}"/>
              </a:ext>
            </a:extLst>
          </p:cNvPr>
          <p:cNvSpPr>
            <a:spLocks noGrp="1"/>
          </p:cNvSpPr>
          <p:nvPr>
            <p:ph type="subTitle" idx="1"/>
          </p:nvPr>
        </p:nvSpPr>
        <p:spPr>
          <a:xfrm>
            <a:off x="21672" y="4285069"/>
            <a:ext cx="6074328" cy="984023"/>
          </a:xfrm>
        </p:spPr>
        <p:txBody>
          <a:bodyPr/>
          <a:lstStyle/>
          <a:p>
            <a:pPr algn="l"/>
            <a:r>
              <a:rPr lang="en-IN" dirty="0"/>
              <a:t>The code Import libraries.</a:t>
            </a:r>
          </a:p>
        </p:txBody>
      </p:sp>
      <p:pic>
        <p:nvPicPr>
          <p:cNvPr id="5" name="Picture 4">
            <a:extLst>
              <a:ext uri="{FF2B5EF4-FFF2-40B4-BE49-F238E27FC236}">
                <a16:creationId xmlns:a16="http://schemas.microsoft.com/office/drawing/2014/main" id="{AD09986C-6F98-4E6D-98CA-741F5EEA0993}"/>
              </a:ext>
            </a:extLst>
          </p:cNvPr>
          <p:cNvPicPr>
            <a:picLocks noChangeAspect="1"/>
          </p:cNvPicPr>
          <p:nvPr/>
        </p:nvPicPr>
        <p:blipFill>
          <a:blip r:embed="rId2"/>
          <a:stretch>
            <a:fillRect/>
          </a:stretch>
        </p:blipFill>
        <p:spPr>
          <a:xfrm>
            <a:off x="0" y="0"/>
            <a:ext cx="9881419" cy="3734321"/>
          </a:xfrm>
          <a:prstGeom prst="rect">
            <a:avLst/>
          </a:prstGeom>
        </p:spPr>
      </p:pic>
    </p:spTree>
    <p:extLst>
      <p:ext uri="{BB962C8B-B14F-4D97-AF65-F5344CB8AC3E}">
        <p14:creationId xmlns:p14="http://schemas.microsoft.com/office/powerpoint/2010/main" val="2160153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84591-27AE-234C-9128-ECB52BD630A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9A8F969-F664-44AD-4FBD-BDE5DE79E577}"/>
              </a:ext>
            </a:extLst>
          </p:cNvPr>
          <p:cNvPicPr>
            <a:picLocks noChangeAspect="1"/>
          </p:cNvPicPr>
          <p:nvPr/>
        </p:nvPicPr>
        <p:blipFill>
          <a:blip r:embed="rId2"/>
          <a:stretch>
            <a:fillRect/>
          </a:stretch>
        </p:blipFill>
        <p:spPr>
          <a:xfrm>
            <a:off x="49516" y="457261"/>
            <a:ext cx="5249008" cy="1762371"/>
          </a:xfrm>
          <a:prstGeom prst="rect">
            <a:avLst/>
          </a:prstGeom>
        </p:spPr>
      </p:pic>
      <p:pic>
        <p:nvPicPr>
          <p:cNvPr id="6" name="Picture 5">
            <a:extLst>
              <a:ext uri="{FF2B5EF4-FFF2-40B4-BE49-F238E27FC236}">
                <a16:creationId xmlns:a16="http://schemas.microsoft.com/office/drawing/2014/main" id="{DF459BA9-743C-FCBD-0A49-4DB61DDFB1E5}"/>
              </a:ext>
            </a:extLst>
          </p:cNvPr>
          <p:cNvPicPr>
            <a:picLocks noChangeAspect="1"/>
          </p:cNvPicPr>
          <p:nvPr/>
        </p:nvPicPr>
        <p:blipFill>
          <a:blip r:embed="rId3"/>
          <a:stretch>
            <a:fillRect/>
          </a:stretch>
        </p:blipFill>
        <p:spPr>
          <a:xfrm>
            <a:off x="5348039" y="1"/>
            <a:ext cx="5487109" cy="5426408"/>
          </a:xfrm>
          <a:prstGeom prst="rect">
            <a:avLst/>
          </a:prstGeom>
        </p:spPr>
      </p:pic>
      <p:sp>
        <p:nvSpPr>
          <p:cNvPr id="9" name="Rectangle 1">
            <a:extLst>
              <a:ext uri="{FF2B5EF4-FFF2-40B4-BE49-F238E27FC236}">
                <a16:creationId xmlns:a16="http://schemas.microsoft.com/office/drawing/2014/main" id="{459E20B1-5DF6-65C3-B0EA-E625BD0B5D13}"/>
              </a:ext>
            </a:extLst>
          </p:cNvPr>
          <p:cNvSpPr>
            <a:spLocks noGrp="1" noChangeArrowheads="1"/>
          </p:cNvSpPr>
          <p:nvPr>
            <p:ph type="subTitle" idx="1"/>
          </p:nvPr>
        </p:nvSpPr>
        <p:spPr bwMode="auto">
          <a:xfrm>
            <a:off x="0" y="3207208"/>
            <a:ext cx="5604386"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t>A </a:t>
            </a:r>
            <a:r>
              <a:rPr lang="en-US" altLang="en-US" dirty="0" err="1"/>
              <a:t>countplot</a:t>
            </a:r>
            <a:r>
              <a:rPr lang="en-US" altLang="en-US" dirty="0"/>
              <a:t> was generated to visualize the distribution of positive and negative sentiments.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t>Reviews were represented in green for positive and red for negative classes.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t>This helped in identifying whether the dataset was balanced or skewed.</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t>Visualization ensures better understanding of target class distribution before model training.</a:t>
            </a:r>
          </a:p>
        </p:txBody>
      </p:sp>
    </p:spTree>
    <p:extLst>
      <p:ext uri="{BB962C8B-B14F-4D97-AF65-F5344CB8AC3E}">
        <p14:creationId xmlns:p14="http://schemas.microsoft.com/office/powerpoint/2010/main" val="2580680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B20B5-A8DB-1F1A-AED4-62E149D0D986}"/>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D76EC57-EFC4-F849-1A99-385351F9AEDA}"/>
              </a:ext>
            </a:extLst>
          </p:cNvPr>
          <p:cNvPicPr>
            <a:picLocks noChangeAspect="1"/>
          </p:cNvPicPr>
          <p:nvPr/>
        </p:nvPicPr>
        <p:blipFill>
          <a:blip r:embed="rId2"/>
          <a:stretch>
            <a:fillRect/>
          </a:stretch>
        </p:blipFill>
        <p:spPr>
          <a:xfrm>
            <a:off x="0" y="0"/>
            <a:ext cx="7324324" cy="3746090"/>
          </a:xfrm>
          <a:prstGeom prst="rect">
            <a:avLst/>
          </a:prstGeom>
        </p:spPr>
      </p:pic>
      <p:sp>
        <p:nvSpPr>
          <p:cNvPr id="2" name="Rectangle 1">
            <a:extLst>
              <a:ext uri="{FF2B5EF4-FFF2-40B4-BE49-F238E27FC236}">
                <a16:creationId xmlns:a16="http://schemas.microsoft.com/office/drawing/2014/main" id="{F6C9D4EA-00CF-2205-C3B0-B8E3A6B1C16F}"/>
              </a:ext>
            </a:extLst>
          </p:cNvPr>
          <p:cNvSpPr>
            <a:spLocks noChangeArrowheads="1"/>
          </p:cNvSpPr>
          <p:nvPr/>
        </p:nvSpPr>
        <p:spPr bwMode="auto">
          <a:xfrm rot="10800000" flipV="1">
            <a:off x="0" y="3935802"/>
            <a:ext cx="1138575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spc="160" dirty="0">
                <a:solidFill>
                  <a:schemeClr val="tx1">
                    <a:lumMod val="85000"/>
                    <a:lumOff val="15000"/>
                  </a:schemeClr>
                </a:solidFill>
                <a:ea typeface="Batang" panose="02030600000101010101" pitchFamily="18" charset="-127"/>
              </a:rPr>
              <a:t>Sentiment distribution analysis was conducted to check class balance in the dataset.</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spc="160" dirty="0">
                <a:solidFill>
                  <a:schemeClr val="tx1">
                    <a:lumMod val="85000"/>
                    <a:lumOff val="15000"/>
                  </a:schemeClr>
                </a:solidFill>
                <a:ea typeface="Batang" panose="02030600000101010101" pitchFamily="18" charset="-127"/>
              </a:rPr>
              <a:t>The dataset contains 24,694 positive reviews (49.81%) and 24,880 negative reviews (50.19%).</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spc="160" dirty="0">
                <a:solidFill>
                  <a:schemeClr val="tx1">
                    <a:lumMod val="85000"/>
                    <a:lumOff val="15000"/>
                  </a:schemeClr>
                </a:solidFill>
                <a:ea typeface="Batang" panose="02030600000101010101" pitchFamily="18" charset="-127"/>
              </a:rPr>
              <a:t>The nearly equal distribution indicates a well-balanced dataset.</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spc="160" dirty="0">
                <a:solidFill>
                  <a:schemeClr val="tx1">
                    <a:lumMod val="85000"/>
                    <a:lumOff val="15000"/>
                  </a:schemeClr>
                </a:solidFill>
                <a:ea typeface="Batang" panose="02030600000101010101" pitchFamily="18" charset="-127"/>
              </a:rPr>
              <a:t>A balanced dataset helps in training unbiased machine learning models for sentiment classification</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3780234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6796E-B139-DCBE-9F93-53A6030834D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AA76357-FACD-0A43-8DF6-AA33DA0FA7E7}"/>
              </a:ext>
            </a:extLst>
          </p:cNvPr>
          <p:cNvSpPr>
            <a:spLocks noGrp="1"/>
          </p:cNvSpPr>
          <p:nvPr>
            <p:ph type="subTitle" idx="1"/>
          </p:nvPr>
        </p:nvSpPr>
        <p:spPr>
          <a:xfrm>
            <a:off x="8737157" y="3261055"/>
            <a:ext cx="2501114" cy="1104468"/>
          </a:xfrm>
        </p:spPr>
        <p:txBody>
          <a:bodyPr>
            <a:normAutofit fontScale="47500" lnSpcReduction="20000"/>
          </a:bodyPr>
          <a:lstStyle/>
          <a:p>
            <a:r>
              <a:rPr lang="en-IN" sz="5100" b="1" dirty="0">
                <a:solidFill>
                  <a:schemeClr val="tx1"/>
                </a:solidFill>
              </a:rPr>
              <a:t>Word cloud for positive reviews</a:t>
            </a:r>
          </a:p>
          <a:p>
            <a:endParaRPr lang="en-IN" dirty="0"/>
          </a:p>
        </p:txBody>
      </p:sp>
      <p:pic>
        <p:nvPicPr>
          <p:cNvPr id="4" name="Picture 3">
            <a:extLst>
              <a:ext uri="{FF2B5EF4-FFF2-40B4-BE49-F238E27FC236}">
                <a16:creationId xmlns:a16="http://schemas.microsoft.com/office/drawing/2014/main" id="{DC5F3ACB-1822-066F-18F7-D8F9DED2148F}"/>
              </a:ext>
            </a:extLst>
          </p:cNvPr>
          <p:cNvPicPr>
            <a:picLocks noChangeAspect="1"/>
          </p:cNvPicPr>
          <p:nvPr/>
        </p:nvPicPr>
        <p:blipFill>
          <a:blip r:embed="rId2"/>
          <a:stretch>
            <a:fillRect/>
          </a:stretch>
        </p:blipFill>
        <p:spPr>
          <a:xfrm>
            <a:off x="0" y="0"/>
            <a:ext cx="10659963" cy="2038635"/>
          </a:xfrm>
          <a:prstGeom prst="rect">
            <a:avLst/>
          </a:prstGeom>
        </p:spPr>
      </p:pic>
      <p:pic>
        <p:nvPicPr>
          <p:cNvPr id="15362" name="Picture 2">
            <a:extLst>
              <a:ext uri="{FF2B5EF4-FFF2-40B4-BE49-F238E27FC236}">
                <a16:creationId xmlns:a16="http://schemas.microsoft.com/office/drawing/2014/main" id="{DBF1C477-7BAE-4842-DAD2-6734BF60A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478" y="2038635"/>
            <a:ext cx="7562850" cy="4162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12837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3C14D-B0B0-58BB-637C-B950FF28FB0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A1AFA09-8287-D419-27BC-07795F842E79}"/>
              </a:ext>
            </a:extLst>
          </p:cNvPr>
          <p:cNvSpPr>
            <a:spLocks noGrp="1"/>
          </p:cNvSpPr>
          <p:nvPr>
            <p:ph type="subTitle" idx="1"/>
          </p:nvPr>
        </p:nvSpPr>
        <p:spPr>
          <a:xfrm>
            <a:off x="8812403" y="3282597"/>
            <a:ext cx="2149489" cy="984023"/>
          </a:xfrm>
        </p:spPr>
        <p:txBody>
          <a:bodyPr>
            <a:normAutofit lnSpcReduction="10000"/>
          </a:bodyPr>
          <a:lstStyle/>
          <a:p>
            <a:r>
              <a:rPr lang="en-IN" b="1" dirty="0"/>
              <a:t>Word cloud for negative reviews</a:t>
            </a:r>
          </a:p>
        </p:txBody>
      </p:sp>
      <p:pic>
        <p:nvPicPr>
          <p:cNvPr id="4" name="Picture 3">
            <a:extLst>
              <a:ext uri="{FF2B5EF4-FFF2-40B4-BE49-F238E27FC236}">
                <a16:creationId xmlns:a16="http://schemas.microsoft.com/office/drawing/2014/main" id="{ABE0A74A-A5EB-2263-7D9C-32B1B6CEDD40}"/>
              </a:ext>
            </a:extLst>
          </p:cNvPr>
          <p:cNvPicPr>
            <a:picLocks noChangeAspect="1"/>
          </p:cNvPicPr>
          <p:nvPr/>
        </p:nvPicPr>
        <p:blipFill>
          <a:blip r:embed="rId2"/>
          <a:stretch>
            <a:fillRect/>
          </a:stretch>
        </p:blipFill>
        <p:spPr>
          <a:xfrm>
            <a:off x="0" y="83588"/>
            <a:ext cx="10850489" cy="1991003"/>
          </a:xfrm>
          <a:prstGeom prst="rect">
            <a:avLst/>
          </a:prstGeom>
        </p:spPr>
      </p:pic>
      <p:pic>
        <p:nvPicPr>
          <p:cNvPr id="16386" name="Picture 2">
            <a:extLst>
              <a:ext uri="{FF2B5EF4-FFF2-40B4-BE49-F238E27FC236}">
                <a16:creationId xmlns:a16="http://schemas.microsoft.com/office/drawing/2014/main" id="{05853543-D4F3-0293-9BE8-979761F063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52" y="2144201"/>
            <a:ext cx="7562850" cy="4162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76399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965A6A-478B-4FF0-D35C-73DC8175D7B4}"/>
            </a:ext>
          </a:extLst>
        </p:cNvPr>
        <p:cNvGrpSpPr/>
        <p:nvPr/>
      </p:nvGrpSpPr>
      <p:grpSpPr>
        <a:xfrm>
          <a:off x="0" y="0"/>
          <a:ext cx="0" cy="0"/>
          <a:chOff x="0" y="0"/>
          <a:chExt cx="0" cy="0"/>
        </a:xfrm>
      </p:grpSpPr>
      <p:sp useBgFill="1">
        <p:nvSpPr>
          <p:cNvPr id="17415" name="Rectangle 17414">
            <a:extLst>
              <a:ext uri="{FF2B5EF4-FFF2-40B4-BE49-F238E27FC236}">
                <a16:creationId xmlns:a16="http://schemas.microsoft.com/office/drawing/2014/main" id="{31AA1E1C-DA67-488F-A983-F3ABD792C3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17" name="Freeform: Shape 17416">
            <a:extLst>
              <a:ext uri="{FF2B5EF4-FFF2-40B4-BE49-F238E27FC236}">
                <a16:creationId xmlns:a16="http://schemas.microsoft.com/office/drawing/2014/main" id="{DC46DA5A-CECD-42F0-A57E-8D5BAE362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18708">
            <a:off x="-249318" y="3024527"/>
            <a:ext cx="12584740" cy="4556159"/>
          </a:xfrm>
          <a:custGeom>
            <a:avLst/>
            <a:gdLst>
              <a:gd name="connsiteX0" fmla="*/ 1976651 w 12584740"/>
              <a:gd name="connsiteY0" fmla="*/ 27745 h 4575313"/>
              <a:gd name="connsiteX1" fmla="*/ 10535175 w 12584740"/>
              <a:gd name="connsiteY1" fmla="*/ 27745 h 4575313"/>
              <a:gd name="connsiteX2" fmla="*/ 10535176 w 12584740"/>
              <a:gd name="connsiteY2" fmla="*/ 118040 h 4575313"/>
              <a:gd name="connsiteX3" fmla="*/ 10552865 w 12584740"/>
              <a:gd name="connsiteY3" fmla="*/ 112274 h 4575313"/>
              <a:gd name="connsiteX4" fmla="*/ 10704478 w 12584740"/>
              <a:gd name="connsiteY4" fmla="*/ 95591 h 4575313"/>
              <a:gd name="connsiteX5" fmla="*/ 10856419 w 12584740"/>
              <a:gd name="connsiteY5" fmla="*/ 75098 h 4575313"/>
              <a:gd name="connsiteX6" fmla="*/ 10946891 w 12584740"/>
              <a:gd name="connsiteY6" fmla="*/ 41601 h 4575313"/>
              <a:gd name="connsiteX7" fmla="*/ 11071737 w 12584740"/>
              <a:gd name="connsiteY7" fmla="*/ 27061 h 4575313"/>
              <a:gd name="connsiteX8" fmla="*/ 11092700 w 12584740"/>
              <a:gd name="connsiteY8" fmla="*/ 21499 h 4575313"/>
              <a:gd name="connsiteX9" fmla="*/ 11121627 w 12584740"/>
              <a:gd name="connsiteY9" fmla="*/ 23693 h 4575313"/>
              <a:gd name="connsiteX10" fmla="*/ 11237564 w 12584740"/>
              <a:gd name="connsiteY10" fmla="*/ 33473 h 4575313"/>
              <a:gd name="connsiteX11" fmla="*/ 11328738 w 12584740"/>
              <a:gd name="connsiteY11" fmla="*/ 50022 h 4575313"/>
              <a:gd name="connsiteX12" fmla="*/ 11442587 w 12584740"/>
              <a:gd name="connsiteY12" fmla="*/ 33522 h 4575313"/>
              <a:gd name="connsiteX13" fmla="*/ 11511928 w 12584740"/>
              <a:gd name="connsiteY13" fmla="*/ 35867 h 4575313"/>
              <a:gd name="connsiteX14" fmla="*/ 11625388 w 12584740"/>
              <a:gd name="connsiteY14" fmla="*/ 58635 h 4575313"/>
              <a:gd name="connsiteX15" fmla="*/ 11775146 w 12584740"/>
              <a:gd name="connsiteY15" fmla="*/ 46765 h 4575313"/>
              <a:gd name="connsiteX16" fmla="*/ 11806024 w 12584740"/>
              <a:gd name="connsiteY16" fmla="*/ 19242 h 4575313"/>
              <a:gd name="connsiteX17" fmla="*/ 11847451 w 12584740"/>
              <a:gd name="connsiteY17" fmla="*/ 1939 h 4575313"/>
              <a:gd name="connsiteX18" fmla="*/ 11865034 w 12584740"/>
              <a:gd name="connsiteY18" fmla="*/ 38939 h 4575313"/>
              <a:gd name="connsiteX19" fmla="*/ 11994565 w 12584740"/>
              <a:gd name="connsiteY19" fmla="*/ 63328 h 4575313"/>
              <a:gd name="connsiteX20" fmla="*/ 12059283 w 12584740"/>
              <a:gd name="connsiteY20" fmla="*/ 71265 h 4575313"/>
              <a:gd name="connsiteX21" fmla="*/ 12160147 w 12584740"/>
              <a:gd name="connsiteY21" fmla="*/ 75027 h 4575313"/>
              <a:gd name="connsiteX22" fmla="*/ 12190854 w 12584740"/>
              <a:gd name="connsiteY22" fmla="*/ 77689 h 4575313"/>
              <a:gd name="connsiteX23" fmla="*/ 12215705 w 12584740"/>
              <a:gd name="connsiteY23" fmla="*/ 79117 h 4575313"/>
              <a:gd name="connsiteX24" fmla="*/ 12336770 w 12584740"/>
              <a:gd name="connsiteY24" fmla="*/ 1068186 h 4575313"/>
              <a:gd name="connsiteX25" fmla="*/ 12397764 w 12584740"/>
              <a:gd name="connsiteY25" fmla="*/ 1566491 h 4575313"/>
              <a:gd name="connsiteX26" fmla="*/ 12584740 w 12584740"/>
              <a:gd name="connsiteY26" fmla="*/ 3094030 h 4575313"/>
              <a:gd name="connsiteX27" fmla="*/ 483060 w 12584740"/>
              <a:gd name="connsiteY27" fmla="*/ 4575313 h 4575313"/>
              <a:gd name="connsiteX28" fmla="*/ 296084 w 12584740"/>
              <a:gd name="connsiteY28" fmla="*/ 3047774 h 4575313"/>
              <a:gd name="connsiteX29" fmla="*/ 235090 w 12584740"/>
              <a:gd name="connsiteY29" fmla="*/ 2549469 h 4575313"/>
              <a:gd name="connsiteX30" fmla="*/ 0 w 12584740"/>
              <a:gd name="connsiteY30" fmla="*/ 628841 h 4575313"/>
              <a:gd name="connsiteX31" fmla="*/ 7836 w 12584740"/>
              <a:gd name="connsiteY31" fmla="*/ 631521 h 4575313"/>
              <a:gd name="connsiteX32" fmla="*/ 59804 w 12584740"/>
              <a:gd name="connsiteY32" fmla="*/ 651795 h 4575313"/>
              <a:gd name="connsiteX33" fmla="*/ 189088 w 12584740"/>
              <a:gd name="connsiteY33" fmla="*/ 654369 h 4575313"/>
              <a:gd name="connsiteX34" fmla="*/ 238402 w 12584740"/>
              <a:gd name="connsiteY34" fmla="*/ 636963 h 4575313"/>
              <a:gd name="connsiteX35" fmla="*/ 332970 w 12584740"/>
              <a:gd name="connsiteY35" fmla="*/ 607012 h 4575313"/>
              <a:gd name="connsiteX36" fmla="*/ 407552 w 12584740"/>
              <a:gd name="connsiteY36" fmla="*/ 547943 h 4575313"/>
              <a:gd name="connsiteX37" fmla="*/ 497934 w 12584740"/>
              <a:gd name="connsiteY37" fmla="*/ 502354 h 4575313"/>
              <a:gd name="connsiteX38" fmla="*/ 510273 w 12584740"/>
              <a:gd name="connsiteY38" fmla="*/ 504172 h 4575313"/>
              <a:gd name="connsiteX39" fmla="*/ 561099 w 12584740"/>
              <a:gd name="connsiteY39" fmla="*/ 476357 h 4575313"/>
              <a:gd name="connsiteX40" fmla="*/ 705102 w 12584740"/>
              <a:gd name="connsiteY40" fmla="*/ 399826 h 4575313"/>
              <a:gd name="connsiteX41" fmla="*/ 800404 w 12584740"/>
              <a:gd name="connsiteY41" fmla="*/ 289909 h 4575313"/>
              <a:gd name="connsiteX42" fmla="*/ 842353 w 12584740"/>
              <a:gd name="connsiteY42" fmla="*/ 276713 h 4575313"/>
              <a:gd name="connsiteX43" fmla="*/ 912247 w 12584740"/>
              <a:gd name="connsiteY43" fmla="*/ 254246 h 4575313"/>
              <a:gd name="connsiteX44" fmla="*/ 927247 w 12584740"/>
              <a:gd name="connsiteY44" fmla="*/ 258217 h 4575313"/>
              <a:gd name="connsiteX45" fmla="*/ 933425 w 12584740"/>
              <a:gd name="connsiteY45" fmla="*/ 256149 h 4575313"/>
              <a:gd name="connsiteX46" fmla="*/ 934108 w 12584740"/>
              <a:gd name="connsiteY46" fmla="*/ 256433 h 4575313"/>
              <a:gd name="connsiteX47" fmla="*/ 935368 w 12584740"/>
              <a:gd name="connsiteY47" fmla="*/ 255498 h 4575313"/>
              <a:gd name="connsiteX48" fmla="*/ 949059 w 12584740"/>
              <a:gd name="connsiteY48" fmla="*/ 250913 h 4575313"/>
              <a:gd name="connsiteX49" fmla="*/ 980035 w 12584740"/>
              <a:gd name="connsiteY49" fmla="*/ 251605 h 4575313"/>
              <a:gd name="connsiteX50" fmla="*/ 998443 w 12584740"/>
              <a:gd name="connsiteY50" fmla="*/ 248823 h 4575313"/>
              <a:gd name="connsiteX51" fmla="*/ 1015140 w 12584740"/>
              <a:gd name="connsiteY51" fmla="*/ 230963 h 4575313"/>
              <a:gd name="connsiteX52" fmla="*/ 1027653 w 12584740"/>
              <a:gd name="connsiteY52" fmla="*/ 228229 h 4575313"/>
              <a:gd name="connsiteX53" fmla="*/ 1029989 w 12584740"/>
              <a:gd name="connsiteY53" fmla="*/ 225769 h 4575313"/>
              <a:gd name="connsiteX54" fmla="*/ 1036851 w 12584740"/>
              <a:gd name="connsiteY54" fmla="*/ 220779 h 4575313"/>
              <a:gd name="connsiteX55" fmla="*/ 1029120 w 12584740"/>
              <a:gd name="connsiteY55" fmla="*/ 217196 h 4575313"/>
              <a:gd name="connsiteX56" fmla="*/ 1113256 w 12584740"/>
              <a:gd name="connsiteY56" fmla="*/ 192543 h 4575313"/>
              <a:gd name="connsiteX57" fmla="*/ 1184710 w 12584740"/>
              <a:gd name="connsiteY57" fmla="*/ 171552 h 4575313"/>
              <a:gd name="connsiteX58" fmla="*/ 1310965 w 12584740"/>
              <a:gd name="connsiteY58" fmla="*/ 185879 h 4575313"/>
              <a:gd name="connsiteX59" fmla="*/ 1430934 w 12584740"/>
              <a:gd name="connsiteY59" fmla="*/ 139104 h 4575313"/>
              <a:gd name="connsiteX60" fmla="*/ 1463118 w 12584740"/>
              <a:gd name="connsiteY60" fmla="*/ 138911 h 4575313"/>
              <a:gd name="connsiteX61" fmla="*/ 1493444 w 12584740"/>
              <a:gd name="connsiteY61" fmla="*/ 147416 h 4575313"/>
              <a:gd name="connsiteX62" fmla="*/ 1493168 w 12584740"/>
              <a:gd name="connsiteY62" fmla="*/ 150455 h 4575313"/>
              <a:gd name="connsiteX63" fmla="*/ 1497974 w 12584740"/>
              <a:gd name="connsiteY63" fmla="*/ 151841 h 4575313"/>
              <a:gd name="connsiteX64" fmla="*/ 1502355 w 12584740"/>
              <a:gd name="connsiteY64" fmla="*/ 149916 h 4575313"/>
              <a:gd name="connsiteX65" fmla="*/ 1508100 w 12584740"/>
              <a:gd name="connsiteY65" fmla="*/ 151526 h 4575313"/>
              <a:gd name="connsiteX66" fmla="*/ 1523822 w 12584740"/>
              <a:gd name="connsiteY66" fmla="*/ 155112 h 4575313"/>
              <a:gd name="connsiteX67" fmla="*/ 1528971 w 12584740"/>
              <a:gd name="connsiteY67" fmla="*/ 161299 h 4575313"/>
              <a:gd name="connsiteX68" fmla="*/ 1590631 w 12584740"/>
              <a:gd name="connsiteY68" fmla="*/ 173836 h 4575313"/>
              <a:gd name="connsiteX69" fmla="*/ 1609537 w 12584740"/>
              <a:gd name="connsiteY69" fmla="*/ 169616 h 4575313"/>
              <a:gd name="connsiteX70" fmla="*/ 1631335 w 12584740"/>
              <a:gd name="connsiteY70" fmla="*/ 179686 h 4575313"/>
              <a:gd name="connsiteX71" fmla="*/ 1693983 w 12584740"/>
              <a:gd name="connsiteY71" fmla="*/ 183202 h 4575313"/>
              <a:gd name="connsiteX72" fmla="*/ 1763575 w 12584740"/>
              <a:gd name="connsiteY72" fmla="*/ 194844 h 4575313"/>
              <a:gd name="connsiteX73" fmla="*/ 1812709 w 12584740"/>
              <a:gd name="connsiteY73" fmla="*/ 208037 h 4575313"/>
              <a:gd name="connsiteX74" fmla="*/ 1945879 w 12584740"/>
              <a:gd name="connsiteY74" fmla="*/ 216206 h 4575313"/>
              <a:gd name="connsiteX75" fmla="*/ 1974418 w 12584740"/>
              <a:gd name="connsiteY75" fmla="*/ 208866 h 4575313"/>
              <a:gd name="connsiteX76" fmla="*/ 1976651 w 12584740"/>
              <a:gd name="connsiteY76" fmla="*/ 208757 h 4575313"/>
              <a:gd name="connsiteX0" fmla="*/ 2881775 w 12584740"/>
              <a:gd name="connsiteY0" fmla="*/ 233197 h 4575313"/>
              <a:gd name="connsiteX1" fmla="*/ 10535175 w 12584740"/>
              <a:gd name="connsiteY1" fmla="*/ 27745 h 4575313"/>
              <a:gd name="connsiteX2" fmla="*/ 10535176 w 12584740"/>
              <a:gd name="connsiteY2" fmla="*/ 118040 h 4575313"/>
              <a:gd name="connsiteX3" fmla="*/ 10552865 w 12584740"/>
              <a:gd name="connsiteY3" fmla="*/ 112274 h 4575313"/>
              <a:gd name="connsiteX4" fmla="*/ 10704478 w 12584740"/>
              <a:gd name="connsiteY4" fmla="*/ 95591 h 4575313"/>
              <a:gd name="connsiteX5" fmla="*/ 10856419 w 12584740"/>
              <a:gd name="connsiteY5" fmla="*/ 75098 h 4575313"/>
              <a:gd name="connsiteX6" fmla="*/ 10946891 w 12584740"/>
              <a:gd name="connsiteY6" fmla="*/ 41601 h 4575313"/>
              <a:gd name="connsiteX7" fmla="*/ 11071737 w 12584740"/>
              <a:gd name="connsiteY7" fmla="*/ 27061 h 4575313"/>
              <a:gd name="connsiteX8" fmla="*/ 11092700 w 12584740"/>
              <a:gd name="connsiteY8" fmla="*/ 21499 h 4575313"/>
              <a:gd name="connsiteX9" fmla="*/ 11121627 w 12584740"/>
              <a:gd name="connsiteY9" fmla="*/ 23693 h 4575313"/>
              <a:gd name="connsiteX10" fmla="*/ 11237564 w 12584740"/>
              <a:gd name="connsiteY10" fmla="*/ 33473 h 4575313"/>
              <a:gd name="connsiteX11" fmla="*/ 11328738 w 12584740"/>
              <a:gd name="connsiteY11" fmla="*/ 50022 h 4575313"/>
              <a:gd name="connsiteX12" fmla="*/ 11442587 w 12584740"/>
              <a:gd name="connsiteY12" fmla="*/ 33522 h 4575313"/>
              <a:gd name="connsiteX13" fmla="*/ 11511928 w 12584740"/>
              <a:gd name="connsiteY13" fmla="*/ 35867 h 4575313"/>
              <a:gd name="connsiteX14" fmla="*/ 11625388 w 12584740"/>
              <a:gd name="connsiteY14" fmla="*/ 58635 h 4575313"/>
              <a:gd name="connsiteX15" fmla="*/ 11775146 w 12584740"/>
              <a:gd name="connsiteY15" fmla="*/ 46765 h 4575313"/>
              <a:gd name="connsiteX16" fmla="*/ 11806024 w 12584740"/>
              <a:gd name="connsiteY16" fmla="*/ 19242 h 4575313"/>
              <a:gd name="connsiteX17" fmla="*/ 11847451 w 12584740"/>
              <a:gd name="connsiteY17" fmla="*/ 1939 h 4575313"/>
              <a:gd name="connsiteX18" fmla="*/ 11865034 w 12584740"/>
              <a:gd name="connsiteY18" fmla="*/ 38939 h 4575313"/>
              <a:gd name="connsiteX19" fmla="*/ 11994565 w 12584740"/>
              <a:gd name="connsiteY19" fmla="*/ 63328 h 4575313"/>
              <a:gd name="connsiteX20" fmla="*/ 12059283 w 12584740"/>
              <a:gd name="connsiteY20" fmla="*/ 71265 h 4575313"/>
              <a:gd name="connsiteX21" fmla="*/ 12160147 w 12584740"/>
              <a:gd name="connsiteY21" fmla="*/ 75027 h 4575313"/>
              <a:gd name="connsiteX22" fmla="*/ 12190854 w 12584740"/>
              <a:gd name="connsiteY22" fmla="*/ 77689 h 4575313"/>
              <a:gd name="connsiteX23" fmla="*/ 12215705 w 12584740"/>
              <a:gd name="connsiteY23" fmla="*/ 79117 h 4575313"/>
              <a:gd name="connsiteX24" fmla="*/ 12336770 w 12584740"/>
              <a:gd name="connsiteY24" fmla="*/ 1068186 h 4575313"/>
              <a:gd name="connsiteX25" fmla="*/ 12397764 w 12584740"/>
              <a:gd name="connsiteY25" fmla="*/ 1566491 h 4575313"/>
              <a:gd name="connsiteX26" fmla="*/ 12584740 w 12584740"/>
              <a:gd name="connsiteY26" fmla="*/ 3094030 h 4575313"/>
              <a:gd name="connsiteX27" fmla="*/ 483060 w 12584740"/>
              <a:gd name="connsiteY27" fmla="*/ 4575313 h 4575313"/>
              <a:gd name="connsiteX28" fmla="*/ 296084 w 12584740"/>
              <a:gd name="connsiteY28" fmla="*/ 3047774 h 4575313"/>
              <a:gd name="connsiteX29" fmla="*/ 235090 w 12584740"/>
              <a:gd name="connsiteY29" fmla="*/ 2549469 h 4575313"/>
              <a:gd name="connsiteX30" fmla="*/ 0 w 12584740"/>
              <a:gd name="connsiteY30" fmla="*/ 628841 h 4575313"/>
              <a:gd name="connsiteX31" fmla="*/ 7836 w 12584740"/>
              <a:gd name="connsiteY31" fmla="*/ 631521 h 4575313"/>
              <a:gd name="connsiteX32" fmla="*/ 59804 w 12584740"/>
              <a:gd name="connsiteY32" fmla="*/ 651795 h 4575313"/>
              <a:gd name="connsiteX33" fmla="*/ 189088 w 12584740"/>
              <a:gd name="connsiteY33" fmla="*/ 654369 h 4575313"/>
              <a:gd name="connsiteX34" fmla="*/ 238402 w 12584740"/>
              <a:gd name="connsiteY34" fmla="*/ 636963 h 4575313"/>
              <a:gd name="connsiteX35" fmla="*/ 332970 w 12584740"/>
              <a:gd name="connsiteY35" fmla="*/ 607012 h 4575313"/>
              <a:gd name="connsiteX36" fmla="*/ 407552 w 12584740"/>
              <a:gd name="connsiteY36" fmla="*/ 547943 h 4575313"/>
              <a:gd name="connsiteX37" fmla="*/ 497934 w 12584740"/>
              <a:gd name="connsiteY37" fmla="*/ 502354 h 4575313"/>
              <a:gd name="connsiteX38" fmla="*/ 510273 w 12584740"/>
              <a:gd name="connsiteY38" fmla="*/ 504172 h 4575313"/>
              <a:gd name="connsiteX39" fmla="*/ 561099 w 12584740"/>
              <a:gd name="connsiteY39" fmla="*/ 476357 h 4575313"/>
              <a:gd name="connsiteX40" fmla="*/ 705102 w 12584740"/>
              <a:gd name="connsiteY40" fmla="*/ 399826 h 4575313"/>
              <a:gd name="connsiteX41" fmla="*/ 800404 w 12584740"/>
              <a:gd name="connsiteY41" fmla="*/ 289909 h 4575313"/>
              <a:gd name="connsiteX42" fmla="*/ 842353 w 12584740"/>
              <a:gd name="connsiteY42" fmla="*/ 276713 h 4575313"/>
              <a:gd name="connsiteX43" fmla="*/ 912247 w 12584740"/>
              <a:gd name="connsiteY43" fmla="*/ 254246 h 4575313"/>
              <a:gd name="connsiteX44" fmla="*/ 927247 w 12584740"/>
              <a:gd name="connsiteY44" fmla="*/ 258217 h 4575313"/>
              <a:gd name="connsiteX45" fmla="*/ 933425 w 12584740"/>
              <a:gd name="connsiteY45" fmla="*/ 256149 h 4575313"/>
              <a:gd name="connsiteX46" fmla="*/ 934108 w 12584740"/>
              <a:gd name="connsiteY46" fmla="*/ 256433 h 4575313"/>
              <a:gd name="connsiteX47" fmla="*/ 935368 w 12584740"/>
              <a:gd name="connsiteY47" fmla="*/ 255498 h 4575313"/>
              <a:gd name="connsiteX48" fmla="*/ 949059 w 12584740"/>
              <a:gd name="connsiteY48" fmla="*/ 250913 h 4575313"/>
              <a:gd name="connsiteX49" fmla="*/ 980035 w 12584740"/>
              <a:gd name="connsiteY49" fmla="*/ 251605 h 4575313"/>
              <a:gd name="connsiteX50" fmla="*/ 998443 w 12584740"/>
              <a:gd name="connsiteY50" fmla="*/ 248823 h 4575313"/>
              <a:gd name="connsiteX51" fmla="*/ 1015140 w 12584740"/>
              <a:gd name="connsiteY51" fmla="*/ 230963 h 4575313"/>
              <a:gd name="connsiteX52" fmla="*/ 1027653 w 12584740"/>
              <a:gd name="connsiteY52" fmla="*/ 228229 h 4575313"/>
              <a:gd name="connsiteX53" fmla="*/ 1029989 w 12584740"/>
              <a:gd name="connsiteY53" fmla="*/ 225769 h 4575313"/>
              <a:gd name="connsiteX54" fmla="*/ 1036851 w 12584740"/>
              <a:gd name="connsiteY54" fmla="*/ 220779 h 4575313"/>
              <a:gd name="connsiteX55" fmla="*/ 1029120 w 12584740"/>
              <a:gd name="connsiteY55" fmla="*/ 217196 h 4575313"/>
              <a:gd name="connsiteX56" fmla="*/ 1113256 w 12584740"/>
              <a:gd name="connsiteY56" fmla="*/ 192543 h 4575313"/>
              <a:gd name="connsiteX57" fmla="*/ 1184710 w 12584740"/>
              <a:gd name="connsiteY57" fmla="*/ 171552 h 4575313"/>
              <a:gd name="connsiteX58" fmla="*/ 1310965 w 12584740"/>
              <a:gd name="connsiteY58" fmla="*/ 185879 h 4575313"/>
              <a:gd name="connsiteX59" fmla="*/ 1430934 w 12584740"/>
              <a:gd name="connsiteY59" fmla="*/ 139104 h 4575313"/>
              <a:gd name="connsiteX60" fmla="*/ 1463118 w 12584740"/>
              <a:gd name="connsiteY60" fmla="*/ 138911 h 4575313"/>
              <a:gd name="connsiteX61" fmla="*/ 1493444 w 12584740"/>
              <a:gd name="connsiteY61" fmla="*/ 147416 h 4575313"/>
              <a:gd name="connsiteX62" fmla="*/ 1493168 w 12584740"/>
              <a:gd name="connsiteY62" fmla="*/ 150455 h 4575313"/>
              <a:gd name="connsiteX63" fmla="*/ 1497974 w 12584740"/>
              <a:gd name="connsiteY63" fmla="*/ 151841 h 4575313"/>
              <a:gd name="connsiteX64" fmla="*/ 1502355 w 12584740"/>
              <a:gd name="connsiteY64" fmla="*/ 149916 h 4575313"/>
              <a:gd name="connsiteX65" fmla="*/ 1508100 w 12584740"/>
              <a:gd name="connsiteY65" fmla="*/ 151526 h 4575313"/>
              <a:gd name="connsiteX66" fmla="*/ 1523822 w 12584740"/>
              <a:gd name="connsiteY66" fmla="*/ 155112 h 4575313"/>
              <a:gd name="connsiteX67" fmla="*/ 1528971 w 12584740"/>
              <a:gd name="connsiteY67" fmla="*/ 161299 h 4575313"/>
              <a:gd name="connsiteX68" fmla="*/ 1590631 w 12584740"/>
              <a:gd name="connsiteY68" fmla="*/ 173836 h 4575313"/>
              <a:gd name="connsiteX69" fmla="*/ 1609537 w 12584740"/>
              <a:gd name="connsiteY69" fmla="*/ 169616 h 4575313"/>
              <a:gd name="connsiteX70" fmla="*/ 1631335 w 12584740"/>
              <a:gd name="connsiteY70" fmla="*/ 179686 h 4575313"/>
              <a:gd name="connsiteX71" fmla="*/ 1693983 w 12584740"/>
              <a:gd name="connsiteY71" fmla="*/ 183202 h 4575313"/>
              <a:gd name="connsiteX72" fmla="*/ 1763575 w 12584740"/>
              <a:gd name="connsiteY72" fmla="*/ 194844 h 4575313"/>
              <a:gd name="connsiteX73" fmla="*/ 1812709 w 12584740"/>
              <a:gd name="connsiteY73" fmla="*/ 208037 h 4575313"/>
              <a:gd name="connsiteX74" fmla="*/ 1945879 w 12584740"/>
              <a:gd name="connsiteY74" fmla="*/ 216206 h 4575313"/>
              <a:gd name="connsiteX75" fmla="*/ 1974418 w 12584740"/>
              <a:gd name="connsiteY75" fmla="*/ 208866 h 4575313"/>
              <a:gd name="connsiteX76" fmla="*/ 1976651 w 12584740"/>
              <a:gd name="connsiteY76" fmla="*/ 208757 h 4575313"/>
              <a:gd name="connsiteX77" fmla="*/ 2881775 w 12584740"/>
              <a:gd name="connsiteY77" fmla="*/ 233197 h 4575313"/>
              <a:gd name="connsiteX0" fmla="*/ 2881775 w 12584740"/>
              <a:gd name="connsiteY0" fmla="*/ 233197 h 4575313"/>
              <a:gd name="connsiteX1" fmla="*/ 8923122 w 12584740"/>
              <a:gd name="connsiteY1" fmla="*/ 225065 h 4575313"/>
              <a:gd name="connsiteX2" fmla="*/ 10535176 w 12584740"/>
              <a:gd name="connsiteY2" fmla="*/ 118040 h 4575313"/>
              <a:gd name="connsiteX3" fmla="*/ 10552865 w 12584740"/>
              <a:gd name="connsiteY3" fmla="*/ 112274 h 4575313"/>
              <a:gd name="connsiteX4" fmla="*/ 10704478 w 12584740"/>
              <a:gd name="connsiteY4" fmla="*/ 95591 h 4575313"/>
              <a:gd name="connsiteX5" fmla="*/ 10856419 w 12584740"/>
              <a:gd name="connsiteY5" fmla="*/ 75098 h 4575313"/>
              <a:gd name="connsiteX6" fmla="*/ 10946891 w 12584740"/>
              <a:gd name="connsiteY6" fmla="*/ 41601 h 4575313"/>
              <a:gd name="connsiteX7" fmla="*/ 11071737 w 12584740"/>
              <a:gd name="connsiteY7" fmla="*/ 27061 h 4575313"/>
              <a:gd name="connsiteX8" fmla="*/ 11092700 w 12584740"/>
              <a:gd name="connsiteY8" fmla="*/ 21499 h 4575313"/>
              <a:gd name="connsiteX9" fmla="*/ 11121627 w 12584740"/>
              <a:gd name="connsiteY9" fmla="*/ 23693 h 4575313"/>
              <a:gd name="connsiteX10" fmla="*/ 11237564 w 12584740"/>
              <a:gd name="connsiteY10" fmla="*/ 33473 h 4575313"/>
              <a:gd name="connsiteX11" fmla="*/ 11328738 w 12584740"/>
              <a:gd name="connsiteY11" fmla="*/ 50022 h 4575313"/>
              <a:gd name="connsiteX12" fmla="*/ 11442587 w 12584740"/>
              <a:gd name="connsiteY12" fmla="*/ 33522 h 4575313"/>
              <a:gd name="connsiteX13" fmla="*/ 11511928 w 12584740"/>
              <a:gd name="connsiteY13" fmla="*/ 35867 h 4575313"/>
              <a:gd name="connsiteX14" fmla="*/ 11625388 w 12584740"/>
              <a:gd name="connsiteY14" fmla="*/ 58635 h 4575313"/>
              <a:gd name="connsiteX15" fmla="*/ 11775146 w 12584740"/>
              <a:gd name="connsiteY15" fmla="*/ 46765 h 4575313"/>
              <a:gd name="connsiteX16" fmla="*/ 11806024 w 12584740"/>
              <a:gd name="connsiteY16" fmla="*/ 19242 h 4575313"/>
              <a:gd name="connsiteX17" fmla="*/ 11847451 w 12584740"/>
              <a:gd name="connsiteY17" fmla="*/ 1939 h 4575313"/>
              <a:gd name="connsiteX18" fmla="*/ 11865034 w 12584740"/>
              <a:gd name="connsiteY18" fmla="*/ 38939 h 4575313"/>
              <a:gd name="connsiteX19" fmla="*/ 11994565 w 12584740"/>
              <a:gd name="connsiteY19" fmla="*/ 63328 h 4575313"/>
              <a:gd name="connsiteX20" fmla="*/ 12059283 w 12584740"/>
              <a:gd name="connsiteY20" fmla="*/ 71265 h 4575313"/>
              <a:gd name="connsiteX21" fmla="*/ 12160147 w 12584740"/>
              <a:gd name="connsiteY21" fmla="*/ 75027 h 4575313"/>
              <a:gd name="connsiteX22" fmla="*/ 12190854 w 12584740"/>
              <a:gd name="connsiteY22" fmla="*/ 77689 h 4575313"/>
              <a:gd name="connsiteX23" fmla="*/ 12215705 w 12584740"/>
              <a:gd name="connsiteY23" fmla="*/ 79117 h 4575313"/>
              <a:gd name="connsiteX24" fmla="*/ 12336770 w 12584740"/>
              <a:gd name="connsiteY24" fmla="*/ 1068186 h 4575313"/>
              <a:gd name="connsiteX25" fmla="*/ 12397764 w 12584740"/>
              <a:gd name="connsiteY25" fmla="*/ 1566491 h 4575313"/>
              <a:gd name="connsiteX26" fmla="*/ 12584740 w 12584740"/>
              <a:gd name="connsiteY26" fmla="*/ 3094030 h 4575313"/>
              <a:gd name="connsiteX27" fmla="*/ 483060 w 12584740"/>
              <a:gd name="connsiteY27" fmla="*/ 4575313 h 4575313"/>
              <a:gd name="connsiteX28" fmla="*/ 296084 w 12584740"/>
              <a:gd name="connsiteY28" fmla="*/ 3047774 h 4575313"/>
              <a:gd name="connsiteX29" fmla="*/ 235090 w 12584740"/>
              <a:gd name="connsiteY29" fmla="*/ 2549469 h 4575313"/>
              <a:gd name="connsiteX30" fmla="*/ 0 w 12584740"/>
              <a:gd name="connsiteY30" fmla="*/ 628841 h 4575313"/>
              <a:gd name="connsiteX31" fmla="*/ 7836 w 12584740"/>
              <a:gd name="connsiteY31" fmla="*/ 631521 h 4575313"/>
              <a:gd name="connsiteX32" fmla="*/ 59804 w 12584740"/>
              <a:gd name="connsiteY32" fmla="*/ 651795 h 4575313"/>
              <a:gd name="connsiteX33" fmla="*/ 189088 w 12584740"/>
              <a:gd name="connsiteY33" fmla="*/ 654369 h 4575313"/>
              <a:gd name="connsiteX34" fmla="*/ 238402 w 12584740"/>
              <a:gd name="connsiteY34" fmla="*/ 636963 h 4575313"/>
              <a:gd name="connsiteX35" fmla="*/ 332970 w 12584740"/>
              <a:gd name="connsiteY35" fmla="*/ 607012 h 4575313"/>
              <a:gd name="connsiteX36" fmla="*/ 407552 w 12584740"/>
              <a:gd name="connsiteY36" fmla="*/ 547943 h 4575313"/>
              <a:gd name="connsiteX37" fmla="*/ 497934 w 12584740"/>
              <a:gd name="connsiteY37" fmla="*/ 502354 h 4575313"/>
              <a:gd name="connsiteX38" fmla="*/ 510273 w 12584740"/>
              <a:gd name="connsiteY38" fmla="*/ 504172 h 4575313"/>
              <a:gd name="connsiteX39" fmla="*/ 561099 w 12584740"/>
              <a:gd name="connsiteY39" fmla="*/ 476357 h 4575313"/>
              <a:gd name="connsiteX40" fmla="*/ 705102 w 12584740"/>
              <a:gd name="connsiteY40" fmla="*/ 399826 h 4575313"/>
              <a:gd name="connsiteX41" fmla="*/ 800404 w 12584740"/>
              <a:gd name="connsiteY41" fmla="*/ 289909 h 4575313"/>
              <a:gd name="connsiteX42" fmla="*/ 842353 w 12584740"/>
              <a:gd name="connsiteY42" fmla="*/ 276713 h 4575313"/>
              <a:gd name="connsiteX43" fmla="*/ 912247 w 12584740"/>
              <a:gd name="connsiteY43" fmla="*/ 254246 h 4575313"/>
              <a:gd name="connsiteX44" fmla="*/ 927247 w 12584740"/>
              <a:gd name="connsiteY44" fmla="*/ 258217 h 4575313"/>
              <a:gd name="connsiteX45" fmla="*/ 933425 w 12584740"/>
              <a:gd name="connsiteY45" fmla="*/ 256149 h 4575313"/>
              <a:gd name="connsiteX46" fmla="*/ 934108 w 12584740"/>
              <a:gd name="connsiteY46" fmla="*/ 256433 h 4575313"/>
              <a:gd name="connsiteX47" fmla="*/ 935368 w 12584740"/>
              <a:gd name="connsiteY47" fmla="*/ 255498 h 4575313"/>
              <a:gd name="connsiteX48" fmla="*/ 949059 w 12584740"/>
              <a:gd name="connsiteY48" fmla="*/ 250913 h 4575313"/>
              <a:gd name="connsiteX49" fmla="*/ 980035 w 12584740"/>
              <a:gd name="connsiteY49" fmla="*/ 251605 h 4575313"/>
              <a:gd name="connsiteX50" fmla="*/ 998443 w 12584740"/>
              <a:gd name="connsiteY50" fmla="*/ 248823 h 4575313"/>
              <a:gd name="connsiteX51" fmla="*/ 1015140 w 12584740"/>
              <a:gd name="connsiteY51" fmla="*/ 230963 h 4575313"/>
              <a:gd name="connsiteX52" fmla="*/ 1027653 w 12584740"/>
              <a:gd name="connsiteY52" fmla="*/ 228229 h 4575313"/>
              <a:gd name="connsiteX53" fmla="*/ 1029989 w 12584740"/>
              <a:gd name="connsiteY53" fmla="*/ 225769 h 4575313"/>
              <a:gd name="connsiteX54" fmla="*/ 1036851 w 12584740"/>
              <a:gd name="connsiteY54" fmla="*/ 220779 h 4575313"/>
              <a:gd name="connsiteX55" fmla="*/ 1029120 w 12584740"/>
              <a:gd name="connsiteY55" fmla="*/ 217196 h 4575313"/>
              <a:gd name="connsiteX56" fmla="*/ 1113256 w 12584740"/>
              <a:gd name="connsiteY56" fmla="*/ 192543 h 4575313"/>
              <a:gd name="connsiteX57" fmla="*/ 1184710 w 12584740"/>
              <a:gd name="connsiteY57" fmla="*/ 171552 h 4575313"/>
              <a:gd name="connsiteX58" fmla="*/ 1310965 w 12584740"/>
              <a:gd name="connsiteY58" fmla="*/ 185879 h 4575313"/>
              <a:gd name="connsiteX59" fmla="*/ 1430934 w 12584740"/>
              <a:gd name="connsiteY59" fmla="*/ 139104 h 4575313"/>
              <a:gd name="connsiteX60" fmla="*/ 1463118 w 12584740"/>
              <a:gd name="connsiteY60" fmla="*/ 138911 h 4575313"/>
              <a:gd name="connsiteX61" fmla="*/ 1493444 w 12584740"/>
              <a:gd name="connsiteY61" fmla="*/ 147416 h 4575313"/>
              <a:gd name="connsiteX62" fmla="*/ 1493168 w 12584740"/>
              <a:gd name="connsiteY62" fmla="*/ 150455 h 4575313"/>
              <a:gd name="connsiteX63" fmla="*/ 1497974 w 12584740"/>
              <a:gd name="connsiteY63" fmla="*/ 151841 h 4575313"/>
              <a:gd name="connsiteX64" fmla="*/ 1502355 w 12584740"/>
              <a:gd name="connsiteY64" fmla="*/ 149916 h 4575313"/>
              <a:gd name="connsiteX65" fmla="*/ 1508100 w 12584740"/>
              <a:gd name="connsiteY65" fmla="*/ 151526 h 4575313"/>
              <a:gd name="connsiteX66" fmla="*/ 1523822 w 12584740"/>
              <a:gd name="connsiteY66" fmla="*/ 155112 h 4575313"/>
              <a:gd name="connsiteX67" fmla="*/ 1528971 w 12584740"/>
              <a:gd name="connsiteY67" fmla="*/ 161299 h 4575313"/>
              <a:gd name="connsiteX68" fmla="*/ 1590631 w 12584740"/>
              <a:gd name="connsiteY68" fmla="*/ 173836 h 4575313"/>
              <a:gd name="connsiteX69" fmla="*/ 1609537 w 12584740"/>
              <a:gd name="connsiteY69" fmla="*/ 169616 h 4575313"/>
              <a:gd name="connsiteX70" fmla="*/ 1631335 w 12584740"/>
              <a:gd name="connsiteY70" fmla="*/ 179686 h 4575313"/>
              <a:gd name="connsiteX71" fmla="*/ 1693983 w 12584740"/>
              <a:gd name="connsiteY71" fmla="*/ 183202 h 4575313"/>
              <a:gd name="connsiteX72" fmla="*/ 1763575 w 12584740"/>
              <a:gd name="connsiteY72" fmla="*/ 194844 h 4575313"/>
              <a:gd name="connsiteX73" fmla="*/ 1812709 w 12584740"/>
              <a:gd name="connsiteY73" fmla="*/ 208037 h 4575313"/>
              <a:gd name="connsiteX74" fmla="*/ 1945879 w 12584740"/>
              <a:gd name="connsiteY74" fmla="*/ 216206 h 4575313"/>
              <a:gd name="connsiteX75" fmla="*/ 1974418 w 12584740"/>
              <a:gd name="connsiteY75" fmla="*/ 208866 h 4575313"/>
              <a:gd name="connsiteX76" fmla="*/ 1976651 w 12584740"/>
              <a:gd name="connsiteY76" fmla="*/ 208757 h 4575313"/>
              <a:gd name="connsiteX77" fmla="*/ 2881775 w 12584740"/>
              <a:gd name="connsiteY77" fmla="*/ 233197 h 4575313"/>
              <a:gd name="connsiteX0" fmla="*/ 2881775 w 12584740"/>
              <a:gd name="connsiteY0" fmla="*/ 233197 h 4575313"/>
              <a:gd name="connsiteX1" fmla="*/ 8923122 w 12584740"/>
              <a:gd name="connsiteY1" fmla="*/ 225065 h 4575313"/>
              <a:gd name="connsiteX2" fmla="*/ 10535176 w 12584740"/>
              <a:gd name="connsiteY2" fmla="*/ 118040 h 4575313"/>
              <a:gd name="connsiteX3" fmla="*/ 10552865 w 12584740"/>
              <a:gd name="connsiteY3" fmla="*/ 112274 h 4575313"/>
              <a:gd name="connsiteX4" fmla="*/ 10704478 w 12584740"/>
              <a:gd name="connsiteY4" fmla="*/ 95591 h 4575313"/>
              <a:gd name="connsiteX5" fmla="*/ 10856419 w 12584740"/>
              <a:gd name="connsiteY5" fmla="*/ 75098 h 4575313"/>
              <a:gd name="connsiteX6" fmla="*/ 10946891 w 12584740"/>
              <a:gd name="connsiteY6" fmla="*/ 41601 h 4575313"/>
              <a:gd name="connsiteX7" fmla="*/ 11071737 w 12584740"/>
              <a:gd name="connsiteY7" fmla="*/ 27061 h 4575313"/>
              <a:gd name="connsiteX8" fmla="*/ 11092700 w 12584740"/>
              <a:gd name="connsiteY8" fmla="*/ 21499 h 4575313"/>
              <a:gd name="connsiteX9" fmla="*/ 11121627 w 12584740"/>
              <a:gd name="connsiteY9" fmla="*/ 23693 h 4575313"/>
              <a:gd name="connsiteX10" fmla="*/ 11237564 w 12584740"/>
              <a:gd name="connsiteY10" fmla="*/ 33473 h 4575313"/>
              <a:gd name="connsiteX11" fmla="*/ 11328738 w 12584740"/>
              <a:gd name="connsiteY11" fmla="*/ 50022 h 4575313"/>
              <a:gd name="connsiteX12" fmla="*/ 11442587 w 12584740"/>
              <a:gd name="connsiteY12" fmla="*/ 33522 h 4575313"/>
              <a:gd name="connsiteX13" fmla="*/ 11511928 w 12584740"/>
              <a:gd name="connsiteY13" fmla="*/ 35867 h 4575313"/>
              <a:gd name="connsiteX14" fmla="*/ 11625388 w 12584740"/>
              <a:gd name="connsiteY14" fmla="*/ 58635 h 4575313"/>
              <a:gd name="connsiteX15" fmla="*/ 11775146 w 12584740"/>
              <a:gd name="connsiteY15" fmla="*/ 46765 h 4575313"/>
              <a:gd name="connsiteX16" fmla="*/ 11806024 w 12584740"/>
              <a:gd name="connsiteY16" fmla="*/ 19242 h 4575313"/>
              <a:gd name="connsiteX17" fmla="*/ 11847451 w 12584740"/>
              <a:gd name="connsiteY17" fmla="*/ 1939 h 4575313"/>
              <a:gd name="connsiteX18" fmla="*/ 11865034 w 12584740"/>
              <a:gd name="connsiteY18" fmla="*/ 38939 h 4575313"/>
              <a:gd name="connsiteX19" fmla="*/ 11994565 w 12584740"/>
              <a:gd name="connsiteY19" fmla="*/ 63328 h 4575313"/>
              <a:gd name="connsiteX20" fmla="*/ 12059283 w 12584740"/>
              <a:gd name="connsiteY20" fmla="*/ 71265 h 4575313"/>
              <a:gd name="connsiteX21" fmla="*/ 12160147 w 12584740"/>
              <a:gd name="connsiteY21" fmla="*/ 75027 h 4575313"/>
              <a:gd name="connsiteX22" fmla="*/ 12190854 w 12584740"/>
              <a:gd name="connsiteY22" fmla="*/ 77689 h 4575313"/>
              <a:gd name="connsiteX23" fmla="*/ 12215705 w 12584740"/>
              <a:gd name="connsiteY23" fmla="*/ 79117 h 4575313"/>
              <a:gd name="connsiteX24" fmla="*/ 12397764 w 12584740"/>
              <a:gd name="connsiteY24" fmla="*/ 1566491 h 4575313"/>
              <a:gd name="connsiteX25" fmla="*/ 12584740 w 12584740"/>
              <a:gd name="connsiteY25" fmla="*/ 3094030 h 4575313"/>
              <a:gd name="connsiteX26" fmla="*/ 483060 w 12584740"/>
              <a:gd name="connsiteY26" fmla="*/ 4575313 h 4575313"/>
              <a:gd name="connsiteX27" fmla="*/ 296084 w 12584740"/>
              <a:gd name="connsiteY27" fmla="*/ 3047774 h 4575313"/>
              <a:gd name="connsiteX28" fmla="*/ 235090 w 12584740"/>
              <a:gd name="connsiteY28" fmla="*/ 2549469 h 4575313"/>
              <a:gd name="connsiteX29" fmla="*/ 0 w 12584740"/>
              <a:gd name="connsiteY29" fmla="*/ 628841 h 4575313"/>
              <a:gd name="connsiteX30" fmla="*/ 7836 w 12584740"/>
              <a:gd name="connsiteY30" fmla="*/ 631521 h 4575313"/>
              <a:gd name="connsiteX31" fmla="*/ 59804 w 12584740"/>
              <a:gd name="connsiteY31" fmla="*/ 651795 h 4575313"/>
              <a:gd name="connsiteX32" fmla="*/ 189088 w 12584740"/>
              <a:gd name="connsiteY32" fmla="*/ 654369 h 4575313"/>
              <a:gd name="connsiteX33" fmla="*/ 238402 w 12584740"/>
              <a:gd name="connsiteY33" fmla="*/ 636963 h 4575313"/>
              <a:gd name="connsiteX34" fmla="*/ 332970 w 12584740"/>
              <a:gd name="connsiteY34" fmla="*/ 607012 h 4575313"/>
              <a:gd name="connsiteX35" fmla="*/ 407552 w 12584740"/>
              <a:gd name="connsiteY35" fmla="*/ 547943 h 4575313"/>
              <a:gd name="connsiteX36" fmla="*/ 497934 w 12584740"/>
              <a:gd name="connsiteY36" fmla="*/ 502354 h 4575313"/>
              <a:gd name="connsiteX37" fmla="*/ 510273 w 12584740"/>
              <a:gd name="connsiteY37" fmla="*/ 504172 h 4575313"/>
              <a:gd name="connsiteX38" fmla="*/ 561099 w 12584740"/>
              <a:gd name="connsiteY38" fmla="*/ 476357 h 4575313"/>
              <a:gd name="connsiteX39" fmla="*/ 705102 w 12584740"/>
              <a:gd name="connsiteY39" fmla="*/ 399826 h 4575313"/>
              <a:gd name="connsiteX40" fmla="*/ 800404 w 12584740"/>
              <a:gd name="connsiteY40" fmla="*/ 289909 h 4575313"/>
              <a:gd name="connsiteX41" fmla="*/ 842353 w 12584740"/>
              <a:gd name="connsiteY41" fmla="*/ 276713 h 4575313"/>
              <a:gd name="connsiteX42" fmla="*/ 912247 w 12584740"/>
              <a:gd name="connsiteY42" fmla="*/ 254246 h 4575313"/>
              <a:gd name="connsiteX43" fmla="*/ 927247 w 12584740"/>
              <a:gd name="connsiteY43" fmla="*/ 258217 h 4575313"/>
              <a:gd name="connsiteX44" fmla="*/ 933425 w 12584740"/>
              <a:gd name="connsiteY44" fmla="*/ 256149 h 4575313"/>
              <a:gd name="connsiteX45" fmla="*/ 934108 w 12584740"/>
              <a:gd name="connsiteY45" fmla="*/ 256433 h 4575313"/>
              <a:gd name="connsiteX46" fmla="*/ 935368 w 12584740"/>
              <a:gd name="connsiteY46" fmla="*/ 255498 h 4575313"/>
              <a:gd name="connsiteX47" fmla="*/ 949059 w 12584740"/>
              <a:gd name="connsiteY47" fmla="*/ 250913 h 4575313"/>
              <a:gd name="connsiteX48" fmla="*/ 980035 w 12584740"/>
              <a:gd name="connsiteY48" fmla="*/ 251605 h 4575313"/>
              <a:gd name="connsiteX49" fmla="*/ 998443 w 12584740"/>
              <a:gd name="connsiteY49" fmla="*/ 248823 h 4575313"/>
              <a:gd name="connsiteX50" fmla="*/ 1015140 w 12584740"/>
              <a:gd name="connsiteY50" fmla="*/ 230963 h 4575313"/>
              <a:gd name="connsiteX51" fmla="*/ 1027653 w 12584740"/>
              <a:gd name="connsiteY51" fmla="*/ 228229 h 4575313"/>
              <a:gd name="connsiteX52" fmla="*/ 1029989 w 12584740"/>
              <a:gd name="connsiteY52" fmla="*/ 225769 h 4575313"/>
              <a:gd name="connsiteX53" fmla="*/ 1036851 w 12584740"/>
              <a:gd name="connsiteY53" fmla="*/ 220779 h 4575313"/>
              <a:gd name="connsiteX54" fmla="*/ 1029120 w 12584740"/>
              <a:gd name="connsiteY54" fmla="*/ 217196 h 4575313"/>
              <a:gd name="connsiteX55" fmla="*/ 1113256 w 12584740"/>
              <a:gd name="connsiteY55" fmla="*/ 192543 h 4575313"/>
              <a:gd name="connsiteX56" fmla="*/ 1184710 w 12584740"/>
              <a:gd name="connsiteY56" fmla="*/ 171552 h 4575313"/>
              <a:gd name="connsiteX57" fmla="*/ 1310965 w 12584740"/>
              <a:gd name="connsiteY57" fmla="*/ 185879 h 4575313"/>
              <a:gd name="connsiteX58" fmla="*/ 1430934 w 12584740"/>
              <a:gd name="connsiteY58" fmla="*/ 139104 h 4575313"/>
              <a:gd name="connsiteX59" fmla="*/ 1463118 w 12584740"/>
              <a:gd name="connsiteY59" fmla="*/ 138911 h 4575313"/>
              <a:gd name="connsiteX60" fmla="*/ 1493444 w 12584740"/>
              <a:gd name="connsiteY60" fmla="*/ 147416 h 4575313"/>
              <a:gd name="connsiteX61" fmla="*/ 1493168 w 12584740"/>
              <a:gd name="connsiteY61" fmla="*/ 150455 h 4575313"/>
              <a:gd name="connsiteX62" fmla="*/ 1497974 w 12584740"/>
              <a:gd name="connsiteY62" fmla="*/ 151841 h 4575313"/>
              <a:gd name="connsiteX63" fmla="*/ 1502355 w 12584740"/>
              <a:gd name="connsiteY63" fmla="*/ 149916 h 4575313"/>
              <a:gd name="connsiteX64" fmla="*/ 1508100 w 12584740"/>
              <a:gd name="connsiteY64" fmla="*/ 151526 h 4575313"/>
              <a:gd name="connsiteX65" fmla="*/ 1523822 w 12584740"/>
              <a:gd name="connsiteY65" fmla="*/ 155112 h 4575313"/>
              <a:gd name="connsiteX66" fmla="*/ 1528971 w 12584740"/>
              <a:gd name="connsiteY66" fmla="*/ 161299 h 4575313"/>
              <a:gd name="connsiteX67" fmla="*/ 1590631 w 12584740"/>
              <a:gd name="connsiteY67" fmla="*/ 173836 h 4575313"/>
              <a:gd name="connsiteX68" fmla="*/ 1609537 w 12584740"/>
              <a:gd name="connsiteY68" fmla="*/ 169616 h 4575313"/>
              <a:gd name="connsiteX69" fmla="*/ 1631335 w 12584740"/>
              <a:gd name="connsiteY69" fmla="*/ 179686 h 4575313"/>
              <a:gd name="connsiteX70" fmla="*/ 1693983 w 12584740"/>
              <a:gd name="connsiteY70" fmla="*/ 183202 h 4575313"/>
              <a:gd name="connsiteX71" fmla="*/ 1763575 w 12584740"/>
              <a:gd name="connsiteY71" fmla="*/ 194844 h 4575313"/>
              <a:gd name="connsiteX72" fmla="*/ 1812709 w 12584740"/>
              <a:gd name="connsiteY72" fmla="*/ 208037 h 4575313"/>
              <a:gd name="connsiteX73" fmla="*/ 1945879 w 12584740"/>
              <a:gd name="connsiteY73" fmla="*/ 216206 h 4575313"/>
              <a:gd name="connsiteX74" fmla="*/ 1974418 w 12584740"/>
              <a:gd name="connsiteY74" fmla="*/ 208866 h 4575313"/>
              <a:gd name="connsiteX75" fmla="*/ 1976651 w 12584740"/>
              <a:gd name="connsiteY75" fmla="*/ 208757 h 4575313"/>
              <a:gd name="connsiteX76" fmla="*/ 2881775 w 12584740"/>
              <a:gd name="connsiteY76" fmla="*/ 233197 h 4575313"/>
              <a:gd name="connsiteX0" fmla="*/ 2881775 w 12584740"/>
              <a:gd name="connsiteY0" fmla="*/ 233197 h 4575313"/>
              <a:gd name="connsiteX1" fmla="*/ 8923122 w 12584740"/>
              <a:gd name="connsiteY1" fmla="*/ 225065 h 4575313"/>
              <a:gd name="connsiteX2" fmla="*/ 10535176 w 12584740"/>
              <a:gd name="connsiteY2" fmla="*/ 118040 h 4575313"/>
              <a:gd name="connsiteX3" fmla="*/ 10552865 w 12584740"/>
              <a:gd name="connsiteY3" fmla="*/ 112274 h 4575313"/>
              <a:gd name="connsiteX4" fmla="*/ 10704478 w 12584740"/>
              <a:gd name="connsiteY4" fmla="*/ 95591 h 4575313"/>
              <a:gd name="connsiteX5" fmla="*/ 10856419 w 12584740"/>
              <a:gd name="connsiteY5" fmla="*/ 75098 h 4575313"/>
              <a:gd name="connsiteX6" fmla="*/ 10946891 w 12584740"/>
              <a:gd name="connsiteY6" fmla="*/ 41601 h 4575313"/>
              <a:gd name="connsiteX7" fmla="*/ 11071737 w 12584740"/>
              <a:gd name="connsiteY7" fmla="*/ 27061 h 4575313"/>
              <a:gd name="connsiteX8" fmla="*/ 11092700 w 12584740"/>
              <a:gd name="connsiteY8" fmla="*/ 21499 h 4575313"/>
              <a:gd name="connsiteX9" fmla="*/ 11121627 w 12584740"/>
              <a:gd name="connsiteY9" fmla="*/ 23693 h 4575313"/>
              <a:gd name="connsiteX10" fmla="*/ 11237564 w 12584740"/>
              <a:gd name="connsiteY10" fmla="*/ 33473 h 4575313"/>
              <a:gd name="connsiteX11" fmla="*/ 11328738 w 12584740"/>
              <a:gd name="connsiteY11" fmla="*/ 50022 h 4575313"/>
              <a:gd name="connsiteX12" fmla="*/ 11442587 w 12584740"/>
              <a:gd name="connsiteY12" fmla="*/ 33522 h 4575313"/>
              <a:gd name="connsiteX13" fmla="*/ 11511928 w 12584740"/>
              <a:gd name="connsiteY13" fmla="*/ 35867 h 4575313"/>
              <a:gd name="connsiteX14" fmla="*/ 11625388 w 12584740"/>
              <a:gd name="connsiteY14" fmla="*/ 58635 h 4575313"/>
              <a:gd name="connsiteX15" fmla="*/ 11775146 w 12584740"/>
              <a:gd name="connsiteY15" fmla="*/ 46765 h 4575313"/>
              <a:gd name="connsiteX16" fmla="*/ 11806024 w 12584740"/>
              <a:gd name="connsiteY16" fmla="*/ 19242 h 4575313"/>
              <a:gd name="connsiteX17" fmla="*/ 11847451 w 12584740"/>
              <a:gd name="connsiteY17" fmla="*/ 1939 h 4575313"/>
              <a:gd name="connsiteX18" fmla="*/ 11865034 w 12584740"/>
              <a:gd name="connsiteY18" fmla="*/ 38939 h 4575313"/>
              <a:gd name="connsiteX19" fmla="*/ 11994565 w 12584740"/>
              <a:gd name="connsiteY19" fmla="*/ 63328 h 4575313"/>
              <a:gd name="connsiteX20" fmla="*/ 12059283 w 12584740"/>
              <a:gd name="connsiteY20" fmla="*/ 71265 h 4575313"/>
              <a:gd name="connsiteX21" fmla="*/ 12160147 w 12584740"/>
              <a:gd name="connsiteY21" fmla="*/ 75027 h 4575313"/>
              <a:gd name="connsiteX22" fmla="*/ 12190854 w 12584740"/>
              <a:gd name="connsiteY22" fmla="*/ 77689 h 4575313"/>
              <a:gd name="connsiteX23" fmla="*/ 12215705 w 12584740"/>
              <a:gd name="connsiteY23" fmla="*/ 79117 h 4575313"/>
              <a:gd name="connsiteX24" fmla="*/ 12584740 w 12584740"/>
              <a:gd name="connsiteY24" fmla="*/ 3094030 h 4575313"/>
              <a:gd name="connsiteX25" fmla="*/ 483060 w 12584740"/>
              <a:gd name="connsiteY25" fmla="*/ 4575313 h 4575313"/>
              <a:gd name="connsiteX26" fmla="*/ 296084 w 12584740"/>
              <a:gd name="connsiteY26" fmla="*/ 3047774 h 4575313"/>
              <a:gd name="connsiteX27" fmla="*/ 235090 w 12584740"/>
              <a:gd name="connsiteY27" fmla="*/ 2549469 h 4575313"/>
              <a:gd name="connsiteX28" fmla="*/ 0 w 12584740"/>
              <a:gd name="connsiteY28" fmla="*/ 628841 h 4575313"/>
              <a:gd name="connsiteX29" fmla="*/ 7836 w 12584740"/>
              <a:gd name="connsiteY29" fmla="*/ 631521 h 4575313"/>
              <a:gd name="connsiteX30" fmla="*/ 59804 w 12584740"/>
              <a:gd name="connsiteY30" fmla="*/ 651795 h 4575313"/>
              <a:gd name="connsiteX31" fmla="*/ 189088 w 12584740"/>
              <a:gd name="connsiteY31" fmla="*/ 654369 h 4575313"/>
              <a:gd name="connsiteX32" fmla="*/ 238402 w 12584740"/>
              <a:gd name="connsiteY32" fmla="*/ 636963 h 4575313"/>
              <a:gd name="connsiteX33" fmla="*/ 332970 w 12584740"/>
              <a:gd name="connsiteY33" fmla="*/ 607012 h 4575313"/>
              <a:gd name="connsiteX34" fmla="*/ 407552 w 12584740"/>
              <a:gd name="connsiteY34" fmla="*/ 547943 h 4575313"/>
              <a:gd name="connsiteX35" fmla="*/ 497934 w 12584740"/>
              <a:gd name="connsiteY35" fmla="*/ 502354 h 4575313"/>
              <a:gd name="connsiteX36" fmla="*/ 510273 w 12584740"/>
              <a:gd name="connsiteY36" fmla="*/ 504172 h 4575313"/>
              <a:gd name="connsiteX37" fmla="*/ 561099 w 12584740"/>
              <a:gd name="connsiteY37" fmla="*/ 476357 h 4575313"/>
              <a:gd name="connsiteX38" fmla="*/ 705102 w 12584740"/>
              <a:gd name="connsiteY38" fmla="*/ 399826 h 4575313"/>
              <a:gd name="connsiteX39" fmla="*/ 800404 w 12584740"/>
              <a:gd name="connsiteY39" fmla="*/ 289909 h 4575313"/>
              <a:gd name="connsiteX40" fmla="*/ 842353 w 12584740"/>
              <a:gd name="connsiteY40" fmla="*/ 276713 h 4575313"/>
              <a:gd name="connsiteX41" fmla="*/ 912247 w 12584740"/>
              <a:gd name="connsiteY41" fmla="*/ 254246 h 4575313"/>
              <a:gd name="connsiteX42" fmla="*/ 927247 w 12584740"/>
              <a:gd name="connsiteY42" fmla="*/ 258217 h 4575313"/>
              <a:gd name="connsiteX43" fmla="*/ 933425 w 12584740"/>
              <a:gd name="connsiteY43" fmla="*/ 256149 h 4575313"/>
              <a:gd name="connsiteX44" fmla="*/ 934108 w 12584740"/>
              <a:gd name="connsiteY44" fmla="*/ 256433 h 4575313"/>
              <a:gd name="connsiteX45" fmla="*/ 935368 w 12584740"/>
              <a:gd name="connsiteY45" fmla="*/ 255498 h 4575313"/>
              <a:gd name="connsiteX46" fmla="*/ 949059 w 12584740"/>
              <a:gd name="connsiteY46" fmla="*/ 250913 h 4575313"/>
              <a:gd name="connsiteX47" fmla="*/ 980035 w 12584740"/>
              <a:gd name="connsiteY47" fmla="*/ 251605 h 4575313"/>
              <a:gd name="connsiteX48" fmla="*/ 998443 w 12584740"/>
              <a:gd name="connsiteY48" fmla="*/ 248823 h 4575313"/>
              <a:gd name="connsiteX49" fmla="*/ 1015140 w 12584740"/>
              <a:gd name="connsiteY49" fmla="*/ 230963 h 4575313"/>
              <a:gd name="connsiteX50" fmla="*/ 1027653 w 12584740"/>
              <a:gd name="connsiteY50" fmla="*/ 228229 h 4575313"/>
              <a:gd name="connsiteX51" fmla="*/ 1029989 w 12584740"/>
              <a:gd name="connsiteY51" fmla="*/ 225769 h 4575313"/>
              <a:gd name="connsiteX52" fmla="*/ 1036851 w 12584740"/>
              <a:gd name="connsiteY52" fmla="*/ 220779 h 4575313"/>
              <a:gd name="connsiteX53" fmla="*/ 1029120 w 12584740"/>
              <a:gd name="connsiteY53" fmla="*/ 217196 h 4575313"/>
              <a:gd name="connsiteX54" fmla="*/ 1113256 w 12584740"/>
              <a:gd name="connsiteY54" fmla="*/ 192543 h 4575313"/>
              <a:gd name="connsiteX55" fmla="*/ 1184710 w 12584740"/>
              <a:gd name="connsiteY55" fmla="*/ 171552 h 4575313"/>
              <a:gd name="connsiteX56" fmla="*/ 1310965 w 12584740"/>
              <a:gd name="connsiteY56" fmla="*/ 185879 h 4575313"/>
              <a:gd name="connsiteX57" fmla="*/ 1430934 w 12584740"/>
              <a:gd name="connsiteY57" fmla="*/ 139104 h 4575313"/>
              <a:gd name="connsiteX58" fmla="*/ 1463118 w 12584740"/>
              <a:gd name="connsiteY58" fmla="*/ 138911 h 4575313"/>
              <a:gd name="connsiteX59" fmla="*/ 1493444 w 12584740"/>
              <a:gd name="connsiteY59" fmla="*/ 147416 h 4575313"/>
              <a:gd name="connsiteX60" fmla="*/ 1493168 w 12584740"/>
              <a:gd name="connsiteY60" fmla="*/ 150455 h 4575313"/>
              <a:gd name="connsiteX61" fmla="*/ 1497974 w 12584740"/>
              <a:gd name="connsiteY61" fmla="*/ 151841 h 4575313"/>
              <a:gd name="connsiteX62" fmla="*/ 1502355 w 12584740"/>
              <a:gd name="connsiteY62" fmla="*/ 149916 h 4575313"/>
              <a:gd name="connsiteX63" fmla="*/ 1508100 w 12584740"/>
              <a:gd name="connsiteY63" fmla="*/ 151526 h 4575313"/>
              <a:gd name="connsiteX64" fmla="*/ 1523822 w 12584740"/>
              <a:gd name="connsiteY64" fmla="*/ 155112 h 4575313"/>
              <a:gd name="connsiteX65" fmla="*/ 1528971 w 12584740"/>
              <a:gd name="connsiteY65" fmla="*/ 161299 h 4575313"/>
              <a:gd name="connsiteX66" fmla="*/ 1590631 w 12584740"/>
              <a:gd name="connsiteY66" fmla="*/ 173836 h 4575313"/>
              <a:gd name="connsiteX67" fmla="*/ 1609537 w 12584740"/>
              <a:gd name="connsiteY67" fmla="*/ 169616 h 4575313"/>
              <a:gd name="connsiteX68" fmla="*/ 1631335 w 12584740"/>
              <a:gd name="connsiteY68" fmla="*/ 179686 h 4575313"/>
              <a:gd name="connsiteX69" fmla="*/ 1693983 w 12584740"/>
              <a:gd name="connsiteY69" fmla="*/ 183202 h 4575313"/>
              <a:gd name="connsiteX70" fmla="*/ 1763575 w 12584740"/>
              <a:gd name="connsiteY70" fmla="*/ 194844 h 4575313"/>
              <a:gd name="connsiteX71" fmla="*/ 1812709 w 12584740"/>
              <a:gd name="connsiteY71" fmla="*/ 208037 h 4575313"/>
              <a:gd name="connsiteX72" fmla="*/ 1945879 w 12584740"/>
              <a:gd name="connsiteY72" fmla="*/ 216206 h 4575313"/>
              <a:gd name="connsiteX73" fmla="*/ 1974418 w 12584740"/>
              <a:gd name="connsiteY73" fmla="*/ 208866 h 4575313"/>
              <a:gd name="connsiteX74" fmla="*/ 1976651 w 12584740"/>
              <a:gd name="connsiteY74" fmla="*/ 208757 h 4575313"/>
              <a:gd name="connsiteX75" fmla="*/ 2881775 w 12584740"/>
              <a:gd name="connsiteY75" fmla="*/ 233197 h 4575313"/>
              <a:gd name="connsiteX0" fmla="*/ 2881775 w 12584740"/>
              <a:gd name="connsiteY0" fmla="*/ 233197 h 4575313"/>
              <a:gd name="connsiteX1" fmla="*/ 8923122 w 12584740"/>
              <a:gd name="connsiteY1" fmla="*/ 225065 h 4575313"/>
              <a:gd name="connsiteX2" fmla="*/ 10535176 w 12584740"/>
              <a:gd name="connsiteY2" fmla="*/ 118040 h 4575313"/>
              <a:gd name="connsiteX3" fmla="*/ 10552865 w 12584740"/>
              <a:gd name="connsiteY3" fmla="*/ 112274 h 4575313"/>
              <a:gd name="connsiteX4" fmla="*/ 10704478 w 12584740"/>
              <a:gd name="connsiteY4" fmla="*/ 95591 h 4575313"/>
              <a:gd name="connsiteX5" fmla="*/ 10856419 w 12584740"/>
              <a:gd name="connsiteY5" fmla="*/ 75098 h 4575313"/>
              <a:gd name="connsiteX6" fmla="*/ 10946891 w 12584740"/>
              <a:gd name="connsiteY6" fmla="*/ 41601 h 4575313"/>
              <a:gd name="connsiteX7" fmla="*/ 11071737 w 12584740"/>
              <a:gd name="connsiteY7" fmla="*/ 27061 h 4575313"/>
              <a:gd name="connsiteX8" fmla="*/ 11092700 w 12584740"/>
              <a:gd name="connsiteY8" fmla="*/ 21499 h 4575313"/>
              <a:gd name="connsiteX9" fmla="*/ 11121627 w 12584740"/>
              <a:gd name="connsiteY9" fmla="*/ 23693 h 4575313"/>
              <a:gd name="connsiteX10" fmla="*/ 11237564 w 12584740"/>
              <a:gd name="connsiteY10" fmla="*/ 33473 h 4575313"/>
              <a:gd name="connsiteX11" fmla="*/ 11328738 w 12584740"/>
              <a:gd name="connsiteY11" fmla="*/ 50022 h 4575313"/>
              <a:gd name="connsiteX12" fmla="*/ 11442587 w 12584740"/>
              <a:gd name="connsiteY12" fmla="*/ 33522 h 4575313"/>
              <a:gd name="connsiteX13" fmla="*/ 11511928 w 12584740"/>
              <a:gd name="connsiteY13" fmla="*/ 35867 h 4575313"/>
              <a:gd name="connsiteX14" fmla="*/ 11625388 w 12584740"/>
              <a:gd name="connsiteY14" fmla="*/ 58635 h 4575313"/>
              <a:gd name="connsiteX15" fmla="*/ 11775146 w 12584740"/>
              <a:gd name="connsiteY15" fmla="*/ 46765 h 4575313"/>
              <a:gd name="connsiteX16" fmla="*/ 11806024 w 12584740"/>
              <a:gd name="connsiteY16" fmla="*/ 19242 h 4575313"/>
              <a:gd name="connsiteX17" fmla="*/ 11847451 w 12584740"/>
              <a:gd name="connsiteY17" fmla="*/ 1939 h 4575313"/>
              <a:gd name="connsiteX18" fmla="*/ 11865034 w 12584740"/>
              <a:gd name="connsiteY18" fmla="*/ 38939 h 4575313"/>
              <a:gd name="connsiteX19" fmla="*/ 11994565 w 12584740"/>
              <a:gd name="connsiteY19" fmla="*/ 63328 h 4575313"/>
              <a:gd name="connsiteX20" fmla="*/ 12059283 w 12584740"/>
              <a:gd name="connsiteY20" fmla="*/ 71265 h 4575313"/>
              <a:gd name="connsiteX21" fmla="*/ 12160147 w 12584740"/>
              <a:gd name="connsiteY21" fmla="*/ 75027 h 4575313"/>
              <a:gd name="connsiteX22" fmla="*/ 12190854 w 12584740"/>
              <a:gd name="connsiteY22" fmla="*/ 77689 h 4575313"/>
              <a:gd name="connsiteX23" fmla="*/ 12215705 w 12584740"/>
              <a:gd name="connsiteY23" fmla="*/ 79117 h 4575313"/>
              <a:gd name="connsiteX24" fmla="*/ 12584740 w 12584740"/>
              <a:gd name="connsiteY24" fmla="*/ 3094030 h 4575313"/>
              <a:gd name="connsiteX25" fmla="*/ 483060 w 12584740"/>
              <a:gd name="connsiteY25" fmla="*/ 4575313 h 4575313"/>
              <a:gd name="connsiteX26" fmla="*/ 296084 w 12584740"/>
              <a:gd name="connsiteY26" fmla="*/ 3047774 h 4575313"/>
              <a:gd name="connsiteX27" fmla="*/ 0 w 12584740"/>
              <a:gd name="connsiteY27" fmla="*/ 628841 h 4575313"/>
              <a:gd name="connsiteX28" fmla="*/ 7836 w 12584740"/>
              <a:gd name="connsiteY28" fmla="*/ 631521 h 4575313"/>
              <a:gd name="connsiteX29" fmla="*/ 59804 w 12584740"/>
              <a:gd name="connsiteY29" fmla="*/ 651795 h 4575313"/>
              <a:gd name="connsiteX30" fmla="*/ 189088 w 12584740"/>
              <a:gd name="connsiteY30" fmla="*/ 654369 h 4575313"/>
              <a:gd name="connsiteX31" fmla="*/ 238402 w 12584740"/>
              <a:gd name="connsiteY31" fmla="*/ 636963 h 4575313"/>
              <a:gd name="connsiteX32" fmla="*/ 332970 w 12584740"/>
              <a:gd name="connsiteY32" fmla="*/ 607012 h 4575313"/>
              <a:gd name="connsiteX33" fmla="*/ 407552 w 12584740"/>
              <a:gd name="connsiteY33" fmla="*/ 547943 h 4575313"/>
              <a:gd name="connsiteX34" fmla="*/ 497934 w 12584740"/>
              <a:gd name="connsiteY34" fmla="*/ 502354 h 4575313"/>
              <a:gd name="connsiteX35" fmla="*/ 510273 w 12584740"/>
              <a:gd name="connsiteY35" fmla="*/ 504172 h 4575313"/>
              <a:gd name="connsiteX36" fmla="*/ 561099 w 12584740"/>
              <a:gd name="connsiteY36" fmla="*/ 476357 h 4575313"/>
              <a:gd name="connsiteX37" fmla="*/ 705102 w 12584740"/>
              <a:gd name="connsiteY37" fmla="*/ 399826 h 4575313"/>
              <a:gd name="connsiteX38" fmla="*/ 800404 w 12584740"/>
              <a:gd name="connsiteY38" fmla="*/ 289909 h 4575313"/>
              <a:gd name="connsiteX39" fmla="*/ 842353 w 12584740"/>
              <a:gd name="connsiteY39" fmla="*/ 276713 h 4575313"/>
              <a:gd name="connsiteX40" fmla="*/ 912247 w 12584740"/>
              <a:gd name="connsiteY40" fmla="*/ 254246 h 4575313"/>
              <a:gd name="connsiteX41" fmla="*/ 927247 w 12584740"/>
              <a:gd name="connsiteY41" fmla="*/ 258217 h 4575313"/>
              <a:gd name="connsiteX42" fmla="*/ 933425 w 12584740"/>
              <a:gd name="connsiteY42" fmla="*/ 256149 h 4575313"/>
              <a:gd name="connsiteX43" fmla="*/ 934108 w 12584740"/>
              <a:gd name="connsiteY43" fmla="*/ 256433 h 4575313"/>
              <a:gd name="connsiteX44" fmla="*/ 935368 w 12584740"/>
              <a:gd name="connsiteY44" fmla="*/ 255498 h 4575313"/>
              <a:gd name="connsiteX45" fmla="*/ 949059 w 12584740"/>
              <a:gd name="connsiteY45" fmla="*/ 250913 h 4575313"/>
              <a:gd name="connsiteX46" fmla="*/ 980035 w 12584740"/>
              <a:gd name="connsiteY46" fmla="*/ 251605 h 4575313"/>
              <a:gd name="connsiteX47" fmla="*/ 998443 w 12584740"/>
              <a:gd name="connsiteY47" fmla="*/ 248823 h 4575313"/>
              <a:gd name="connsiteX48" fmla="*/ 1015140 w 12584740"/>
              <a:gd name="connsiteY48" fmla="*/ 230963 h 4575313"/>
              <a:gd name="connsiteX49" fmla="*/ 1027653 w 12584740"/>
              <a:gd name="connsiteY49" fmla="*/ 228229 h 4575313"/>
              <a:gd name="connsiteX50" fmla="*/ 1029989 w 12584740"/>
              <a:gd name="connsiteY50" fmla="*/ 225769 h 4575313"/>
              <a:gd name="connsiteX51" fmla="*/ 1036851 w 12584740"/>
              <a:gd name="connsiteY51" fmla="*/ 220779 h 4575313"/>
              <a:gd name="connsiteX52" fmla="*/ 1029120 w 12584740"/>
              <a:gd name="connsiteY52" fmla="*/ 217196 h 4575313"/>
              <a:gd name="connsiteX53" fmla="*/ 1113256 w 12584740"/>
              <a:gd name="connsiteY53" fmla="*/ 192543 h 4575313"/>
              <a:gd name="connsiteX54" fmla="*/ 1184710 w 12584740"/>
              <a:gd name="connsiteY54" fmla="*/ 171552 h 4575313"/>
              <a:gd name="connsiteX55" fmla="*/ 1310965 w 12584740"/>
              <a:gd name="connsiteY55" fmla="*/ 185879 h 4575313"/>
              <a:gd name="connsiteX56" fmla="*/ 1430934 w 12584740"/>
              <a:gd name="connsiteY56" fmla="*/ 139104 h 4575313"/>
              <a:gd name="connsiteX57" fmla="*/ 1463118 w 12584740"/>
              <a:gd name="connsiteY57" fmla="*/ 138911 h 4575313"/>
              <a:gd name="connsiteX58" fmla="*/ 1493444 w 12584740"/>
              <a:gd name="connsiteY58" fmla="*/ 147416 h 4575313"/>
              <a:gd name="connsiteX59" fmla="*/ 1493168 w 12584740"/>
              <a:gd name="connsiteY59" fmla="*/ 150455 h 4575313"/>
              <a:gd name="connsiteX60" fmla="*/ 1497974 w 12584740"/>
              <a:gd name="connsiteY60" fmla="*/ 151841 h 4575313"/>
              <a:gd name="connsiteX61" fmla="*/ 1502355 w 12584740"/>
              <a:gd name="connsiteY61" fmla="*/ 149916 h 4575313"/>
              <a:gd name="connsiteX62" fmla="*/ 1508100 w 12584740"/>
              <a:gd name="connsiteY62" fmla="*/ 151526 h 4575313"/>
              <a:gd name="connsiteX63" fmla="*/ 1523822 w 12584740"/>
              <a:gd name="connsiteY63" fmla="*/ 155112 h 4575313"/>
              <a:gd name="connsiteX64" fmla="*/ 1528971 w 12584740"/>
              <a:gd name="connsiteY64" fmla="*/ 161299 h 4575313"/>
              <a:gd name="connsiteX65" fmla="*/ 1590631 w 12584740"/>
              <a:gd name="connsiteY65" fmla="*/ 173836 h 4575313"/>
              <a:gd name="connsiteX66" fmla="*/ 1609537 w 12584740"/>
              <a:gd name="connsiteY66" fmla="*/ 169616 h 4575313"/>
              <a:gd name="connsiteX67" fmla="*/ 1631335 w 12584740"/>
              <a:gd name="connsiteY67" fmla="*/ 179686 h 4575313"/>
              <a:gd name="connsiteX68" fmla="*/ 1693983 w 12584740"/>
              <a:gd name="connsiteY68" fmla="*/ 183202 h 4575313"/>
              <a:gd name="connsiteX69" fmla="*/ 1763575 w 12584740"/>
              <a:gd name="connsiteY69" fmla="*/ 194844 h 4575313"/>
              <a:gd name="connsiteX70" fmla="*/ 1812709 w 12584740"/>
              <a:gd name="connsiteY70" fmla="*/ 208037 h 4575313"/>
              <a:gd name="connsiteX71" fmla="*/ 1945879 w 12584740"/>
              <a:gd name="connsiteY71" fmla="*/ 216206 h 4575313"/>
              <a:gd name="connsiteX72" fmla="*/ 1974418 w 12584740"/>
              <a:gd name="connsiteY72" fmla="*/ 208866 h 4575313"/>
              <a:gd name="connsiteX73" fmla="*/ 1976651 w 12584740"/>
              <a:gd name="connsiteY73" fmla="*/ 208757 h 4575313"/>
              <a:gd name="connsiteX74" fmla="*/ 2881775 w 12584740"/>
              <a:gd name="connsiteY74" fmla="*/ 233197 h 4575313"/>
              <a:gd name="connsiteX0" fmla="*/ 2881775 w 12584740"/>
              <a:gd name="connsiteY0" fmla="*/ 233197 h 4575313"/>
              <a:gd name="connsiteX1" fmla="*/ 8923122 w 12584740"/>
              <a:gd name="connsiteY1" fmla="*/ 225065 h 4575313"/>
              <a:gd name="connsiteX2" fmla="*/ 10535176 w 12584740"/>
              <a:gd name="connsiteY2" fmla="*/ 118040 h 4575313"/>
              <a:gd name="connsiteX3" fmla="*/ 10552865 w 12584740"/>
              <a:gd name="connsiteY3" fmla="*/ 112274 h 4575313"/>
              <a:gd name="connsiteX4" fmla="*/ 10704478 w 12584740"/>
              <a:gd name="connsiteY4" fmla="*/ 95591 h 4575313"/>
              <a:gd name="connsiteX5" fmla="*/ 10856419 w 12584740"/>
              <a:gd name="connsiteY5" fmla="*/ 75098 h 4575313"/>
              <a:gd name="connsiteX6" fmla="*/ 10946891 w 12584740"/>
              <a:gd name="connsiteY6" fmla="*/ 41601 h 4575313"/>
              <a:gd name="connsiteX7" fmla="*/ 11071737 w 12584740"/>
              <a:gd name="connsiteY7" fmla="*/ 27061 h 4575313"/>
              <a:gd name="connsiteX8" fmla="*/ 11092700 w 12584740"/>
              <a:gd name="connsiteY8" fmla="*/ 21499 h 4575313"/>
              <a:gd name="connsiteX9" fmla="*/ 11121627 w 12584740"/>
              <a:gd name="connsiteY9" fmla="*/ 23693 h 4575313"/>
              <a:gd name="connsiteX10" fmla="*/ 11237564 w 12584740"/>
              <a:gd name="connsiteY10" fmla="*/ 33473 h 4575313"/>
              <a:gd name="connsiteX11" fmla="*/ 11328738 w 12584740"/>
              <a:gd name="connsiteY11" fmla="*/ 50022 h 4575313"/>
              <a:gd name="connsiteX12" fmla="*/ 11442587 w 12584740"/>
              <a:gd name="connsiteY12" fmla="*/ 33522 h 4575313"/>
              <a:gd name="connsiteX13" fmla="*/ 11511928 w 12584740"/>
              <a:gd name="connsiteY13" fmla="*/ 35867 h 4575313"/>
              <a:gd name="connsiteX14" fmla="*/ 11625388 w 12584740"/>
              <a:gd name="connsiteY14" fmla="*/ 58635 h 4575313"/>
              <a:gd name="connsiteX15" fmla="*/ 11775146 w 12584740"/>
              <a:gd name="connsiteY15" fmla="*/ 46765 h 4575313"/>
              <a:gd name="connsiteX16" fmla="*/ 11806024 w 12584740"/>
              <a:gd name="connsiteY16" fmla="*/ 19242 h 4575313"/>
              <a:gd name="connsiteX17" fmla="*/ 11847451 w 12584740"/>
              <a:gd name="connsiteY17" fmla="*/ 1939 h 4575313"/>
              <a:gd name="connsiteX18" fmla="*/ 11865034 w 12584740"/>
              <a:gd name="connsiteY18" fmla="*/ 38939 h 4575313"/>
              <a:gd name="connsiteX19" fmla="*/ 11994565 w 12584740"/>
              <a:gd name="connsiteY19" fmla="*/ 63328 h 4575313"/>
              <a:gd name="connsiteX20" fmla="*/ 12059283 w 12584740"/>
              <a:gd name="connsiteY20" fmla="*/ 71265 h 4575313"/>
              <a:gd name="connsiteX21" fmla="*/ 12160147 w 12584740"/>
              <a:gd name="connsiteY21" fmla="*/ 75027 h 4575313"/>
              <a:gd name="connsiteX22" fmla="*/ 12190854 w 12584740"/>
              <a:gd name="connsiteY22" fmla="*/ 77689 h 4575313"/>
              <a:gd name="connsiteX23" fmla="*/ 12215705 w 12584740"/>
              <a:gd name="connsiteY23" fmla="*/ 79117 h 4575313"/>
              <a:gd name="connsiteX24" fmla="*/ 12584740 w 12584740"/>
              <a:gd name="connsiteY24" fmla="*/ 3094030 h 4575313"/>
              <a:gd name="connsiteX25" fmla="*/ 483060 w 12584740"/>
              <a:gd name="connsiteY25" fmla="*/ 4575313 h 4575313"/>
              <a:gd name="connsiteX26" fmla="*/ 0 w 12584740"/>
              <a:gd name="connsiteY26" fmla="*/ 628841 h 4575313"/>
              <a:gd name="connsiteX27" fmla="*/ 7836 w 12584740"/>
              <a:gd name="connsiteY27" fmla="*/ 631521 h 4575313"/>
              <a:gd name="connsiteX28" fmla="*/ 59804 w 12584740"/>
              <a:gd name="connsiteY28" fmla="*/ 651795 h 4575313"/>
              <a:gd name="connsiteX29" fmla="*/ 189088 w 12584740"/>
              <a:gd name="connsiteY29" fmla="*/ 654369 h 4575313"/>
              <a:gd name="connsiteX30" fmla="*/ 238402 w 12584740"/>
              <a:gd name="connsiteY30" fmla="*/ 636963 h 4575313"/>
              <a:gd name="connsiteX31" fmla="*/ 332970 w 12584740"/>
              <a:gd name="connsiteY31" fmla="*/ 607012 h 4575313"/>
              <a:gd name="connsiteX32" fmla="*/ 407552 w 12584740"/>
              <a:gd name="connsiteY32" fmla="*/ 547943 h 4575313"/>
              <a:gd name="connsiteX33" fmla="*/ 497934 w 12584740"/>
              <a:gd name="connsiteY33" fmla="*/ 502354 h 4575313"/>
              <a:gd name="connsiteX34" fmla="*/ 510273 w 12584740"/>
              <a:gd name="connsiteY34" fmla="*/ 504172 h 4575313"/>
              <a:gd name="connsiteX35" fmla="*/ 561099 w 12584740"/>
              <a:gd name="connsiteY35" fmla="*/ 476357 h 4575313"/>
              <a:gd name="connsiteX36" fmla="*/ 705102 w 12584740"/>
              <a:gd name="connsiteY36" fmla="*/ 399826 h 4575313"/>
              <a:gd name="connsiteX37" fmla="*/ 800404 w 12584740"/>
              <a:gd name="connsiteY37" fmla="*/ 289909 h 4575313"/>
              <a:gd name="connsiteX38" fmla="*/ 842353 w 12584740"/>
              <a:gd name="connsiteY38" fmla="*/ 276713 h 4575313"/>
              <a:gd name="connsiteX39" fmla="*/ 912247 w 12584740"/>
              <a:gd name="connsiteY39" fmla="*/ 254246 h 4575313"/>
              <a:gd name="connsiteX40" fmla="*/ 927247 w 12584740"/>
              <a:gd name="connsiteY40" fmla="*/ 258217 h 4575313"/>
              <a:gd name="connsiteX41" fmla="*/ 933425 w 12584740"/>
              <a:gd name="connsiteY41" fmla="*/ 256149 h 4575313"/>
              <a:gd name="connsiteX42" fmla="*/ 934108 w 12584740"/>
              <a:gd name="connsiteY42" fmla="*/ 256433 h 4575313"/>
              <a:gd name="connsiteX43" fmla="*/ 935368 w 12584740"/>
              <a:gd name="connsiteY43" fmla="*/ 255498 h 4575313"/>
              <a:gd name="connsiteX44" fmla="*/ 949059 w 12584740"/>
              <a:gd name="connsiteY44" fmla="*/ 250913 h 4575313"/>
              <a:gd name="connsiteX45" fmla="*/ 980035 w 12584740"/>
              <a:gd name="connsiteY45" fmla="*/ 251605 h 4575313"/>
              <a:gd name="connsiteX46" fmla="*/ 998443 w 12584740"/>
              <a:gd name="connsiteY46" fmla="*/ 248823 h 4575313"/>
              <a:gd name="connsiteX47" fmla="*/ 1015140 w 12584740"/>
              <a:gd name="connsiteY47" fmla="*/ 230963 h 4575313"/>
              <a:gd name="connsiteX48" fmla="*/ 1027653 w 12584740"/>
              <a:gd name="connsiteY48" fmla="*/ 228229 h 4575313"/>
              <a:gd name="connsiteX49" fmla="*/ 1029989 w 12584740"/>
              <a:gd name="connsiteY49" fmla="*/ 225769 h 4575313"/>
              <a:gd name="connsiteX50" fmla="*/ 1036851 w 12584740"/>
              <a:gd name="connsiteY50" fmla="*/ 220779 h 4575313"/>
              <a:gd name="connsiteX51" fmla="*/ 1029120 w 12584740"/>
              <a:gd name="connsiteY51" fmla="*/ 217196 h 4575313"/>
              <a:gd name="connsiteX52" fmla="*/ 1113256 w 12584740"/>
              <a:gd name="connsiteY52" fmla="*/ 192543 h 4575313"/>
              <a:gd name="connsiteX53" fmla="*/ 1184710 w 12584740"/>
              <a:gd name="connsiteY53" fmla="*/ 171552 h 4575313"/>
              <a:gd name="connsiteX54" fmla="*/ 1310965 w 12584740"/>
              <a:gd name="connsiteY54" fmla="*/ 185879 h 4575313"/>
              <a:gd name="connsiteX55" fmla="*/ 1430934 w 12584740"/>
              <a:gd name="connsiteY55" fmla="*/ 139104 h 4575313"/>
              <a:gd name="connsiteX56" fmla="*/ 1463118 w 12584740"/>
              <a:gd name="connsiteY56" fmla="*/ 138911 h 4575313"/>
              <a:gd name="connsiteX57" fmla="*/ 1493444 w 12584740"/>
              <a:gd name="connsiteY57" fmla="*/ 147416 h 4575313"/>
              <a:gd name="connsiteX58" fmla="*/ 1493168 w 12584740"/>
              <a:gd name="connsiteY58" fmla="*/ 150455 h 4575313"/>
              <a:gd name="connsiteX59" fmla="*/ 1497974 w 12584740"/>
              <a:gd name="connsiteY59" fmla="*/ 151841 h 4575313"/>
              <a:gd name="connsiteX60" fmla="*/ 1502355 w 12584740"/>
              <a:gd name="connsiteY60" fmla="*/ 149916 h 4575313"/>
              <a:gd name="connsiteX61" fmla="*/ 1508100 w 12584740"/>
              <a:gd name="connsiteY61" fmla="*/ 151526 h 4575313"/>
              <a:gd name="connsiteX62" fmla="*/ 1523822 w 12584740"/>
              <a:gd name="connsiteY62" fmla="*/ 155112 h 4575313"/>
              <a:gd name="connsiteX63" fmla="*/ 1528971 w 12584740"/>
              <a:gd name="connsiteY63" fmla="*/ 161299 h 4575313"/>
              <a:gd name="connsiteX64" fmla="*/ 1590631 w 12584740"/>
              <a:gd name="connsiteY64" fmla="*/ 173836 h 4575313"/>
              <a:gd name="connsiteX65" fmla="*/ 1609537 w 12584740"/>
              <a:gd name="connsiteY65" fmla="*/ 169616 h 4575313"/>
              <a:gd name="connsiteX66" fmla="*/ 1631335 w 12584740"/>
              <a:gd name="connsiteY66" fmla="*/ 179686 h 4575313"/>
              <a:gd name="connsiteX67" fmla="*/ 1693983 w 12584740"/>
              <a:gd name="connsiteY67" fmla="*/ 183202 h 4575313"/>
              <a:gd name="connsiteX68" fmla="*/ 1763575 w 12584740"/>
              <a:gd name="connsiteY68" fmla="*/ 194844 h 4575313"/>
              <a:gd name="connsiteX69" fmla="*/ 1812709 w 12584740"/>
              <a:gd name="connsiteY69" fmla="*/ 208037 h 4575313"/>
              <a:gd name="connsiteX70" fmla="*/ 1945879 w 12584740"/>
              <a:gd name="connsiteY70" fmla="*/ 216206 h 4575313"/>
              <a:gd name="connsiteX71" fmla="*/ 1974418 w 12584740"/>
              <a:gd name="connsiteY71" fmla="*/ 208866 h 4575313"/>
              <a:gd name="connsiteX72" fmla="*/ 1976651 w 12584740"/>
              <a:gd name="connsiteY72" fmla="*/ 208757 h 4575313"/>
              <a:gd name="connsiteX73" fmla="*/ 2881775 w 12584740"/>
              <a:gd name="connsiteY73" fmla="*/ 233197 h 4575313"/>
              <a:gd name="connsiteX0" fmla="*/ 2881775 w 12584740"/>
              <a:gd name="connsiteY0" fmla="*/ 214043 h 4556159"/>
              <a:gd name="connsiteX1" fmla="*/ 8923122 w 12584740"/>
              <a:gd name="connsiteY1" fmla="*/ 205911 h 4556159"/>
              <a:gd name="connsiteX2" fmla="*/ 10535176 w 12584740"/>
              <a:gd name="connsiteY2" fmla="*/ 98886 h 4556159"/>
              <a:gd name="connsiteX3" fmla="*/ 10552865 w 12584740"/>
              <a:gd name="connsiteY3" fmla="*/ 93120 h 4556159"/>
              <a:gd name="connsiteX4" fmla="*/ 10704478 w 12584740"/>
              <a:gd name="connsiteY4" fmla="*/ 76437 h 4556159"/>
              <a:gd name="connsiteX5" fmla="*/ 10856419 w 12584740"/>
              <a:gd name="connsiteY5" fmla="*/ 55944 h 4556159"/>
              <a:gd name="connsiteX6" fmla="*/ 10946891 w 12584740"/>
              <a:gd name="connsiteY6" fmla="*/ 22447 h 4556159"/>
              <a:gd name="connsiteX7" fmla="*/ 11071737 w 12584740"/>
              <a:gd name="connsiteY7" fmla="*/ 7907 h 4556159"/>
              <a:gd name="connsiteX8" fmla="*/ 11092700 w 12584740"/>
              <a:gd name="connsiteY8" fmla="*/ 2345 h 4556159"/>
              <a:gd name="connsiteX9" fmla="*/ 11121627 w 12584740"/>
              <a:gd name="connsiteY9" fmla="*/ 4539 h 4556159"/>
              <a:gd name="connsiteX10" fmla="*/ 11237564 w 12584740"/>
              <a:gd name="connsiteY10" fmla="*/ 14319 h 4556159"/>
              <a:gd name="connsiteX11" fmla="*/ 11328738 w 12584740"/>
              <a:gd name="connsiteY11" fmla="*/ 30868 h 4556159"/>
              <a:gd name="connsiteX12" fmla="*/ 11442587 w 12584740"/>
              <a:gd name="connsiteY12" fmla="*/ 14368 h 4556159"/>
              <a:gd name="connsiteX13" fmla="*/ 11511928 w 12584740"/>
              <a:gd name="connsiteY13" fmla="*/ 16713 h 4556159"/>
              <a:gd name="connsiteX14" fmla="*/ 11625388 w 12584740"/>
              <a:gd name="connsiteY14" fmla="*/ 39481 h 4556159"/>
              <a:gd name="connsiteX15" fmla="*/ 11775146 w 12584740"/>
              <a:gd name="connsiteY15" fmla="*/ 27611 h 4556159"/>
              <a:gd name="connsiteX16" fmla="*/ 11806024 w 12584740"/>
              <a:gd name="connsiteY16" fmla="*/ 88 h 4556159"/>
              <a:gd name="connsiteX17" fmla="*/ 11865034 w 12584740"/>
              <a:gd name="connsiteY17" fmla="*/ 19785 h 4556159"/>
              <a:gd name="connsiteX18" fmla="*/ 11994565 w 12584740"/>
              <a:gd name="connsiteY18" fmla="*/ 44174 h 4556159"/>
              <a:gd name="connsiteX19" fmla="*/ 12059283 w 12584740"/>
              <a:gd name="connsiteY19" fmla="*/ 52111 h 4556159"/>
              <a:gd name="connsiteX20" fmla="*/ 12160147 w 12584740"/>
              <a:gd name="connsiteY20" fmla="*/ 55873 h 4556159"/>
              <a:gd name="connsiteX21" fmla="*/ 12190854 w 12584740"/>
              <a:gd name="connsiteY21" fmla="*/ 58535 h 4556159"/>
              <a:gd name="connsiteX22" fmla="*/ 12215705 w 12584740"/>
              <a:gd name="connsiteY22" fmla="*/ 59963 h 4556159"/>
              <a:gd name="connsiteX23" fmla="*/ 12584740 w 12584740"/>
              <a:gd name="connsiteY23" fmla="*/ 3074876 h 4556159"/>
              <a:gd name="connsiteX24" fmla="*/ 483060 w 12584740"/>
              <a:gd name="connsiteY24" fmla="*/ 4556159 h 4556159"/>
              <a:gd name="connsiteX25" fmla="*/ 0 w 12584740"/>
              <a:gd name="connsiteY25" fmla="*/ 609687 h 4556159"/>
              <a:gd name="connsiteX26" fmla="*/ 7836 w 12584740"/>
              <a:gd name="connsiteY26" fmla="*/ 612367 h 4556159"/>
              <a:gd name="connsiteX27" fmla="*/ 59804 w 12584740"/>
              <a:gd name="connsiteY27" fmla="*/ 632641 h 4556159"/>
              <a:gd name="connsiteX28" fmla="*/ 189088 w 12584740"/>
              <a:gd name="connsiteY28" fmla="*/ 635215 h 4556159"/>
              <a:gd name="connsiteX29" fmla="*/ 238402 w 12584740"/>
              <a:gd name="connsiteY29" fmla="*/ 617809 h 4556159"/>
              <a:gd name="connsiteX30" fmla="*/ 332970 w 12584740"/>
              <a:gd name="connsiteY30" fmla="*/ 587858 h 4556159"/>
              <a:gd name="connsiteX31" fmla="*/ 407552 w 12584740"/>
              <a:gd name="connsiteY31" fmla="*/ 528789 h 4556159"/>
              <a:gd name="connsiteX32" fmla="*/ 497934 w 12584740"/>
              <a:gd name="connsiteY32" fmla="*/ 483200 h 4556159"/>
              <a:gd name="connsiteX33" fmla="*/ 510273 w 12584740"/>
              <a:gd name="connsiteY33" fmla="*/ 485018 h 4556159"/>
              <a:gd name="connsiteX34" fmla="*/ 561099 w 12584740"/>
              <a:gd name="connsiteY34" fmla="*/ 457203 h 4556159"/>
              <a:gd name="connsiteX35" fmla="*/ 705102 w 12584740"/>
              <a:gd name="connsiteY35" fmla="*/ 380672 h 4556159"/>
              <a:gd name="connsiteX36" fmla="*/ 800404 w 12584740"/>
              <a:gd name="connsiteY36" fmla="*/ 270755 h 4556159"/>
              <a:gd name="connsiteX37" fmla="*/ 842353 w 12584740"/>
              <a:gd name="connsiteY37" fmla="*/ 257559 h 4556159"/>
              <a:gd name="connsiteX38" fmla="*/ 912247 w 12584740"/>
              <a:gd name="connsiteY38" fmla="*/ 235092 h 4556159"/>
              <a:gd name="connsiteX39" fmla="*/ 927247 w 12584740"/>
              <a:gd name="connsiteY39" fmla="*/ 239063 h 4556159"/>
              <a:gd name="connsiteX40" fmla="*/ 933425 w 12584740"/>
              <a:gd name="connsiteY40" fmla="*/ 236995 h 4556159"/>
              <a:gd name="connsiteX41" fmla="*/ 934108 w 12584740"/>
              <a:gd name="connsiteY41" fmla="*/ 237279 h 4556159"/>
              <a:gd name="connsiteX42" fmla="*/ 935368 w 12584740"/>
              <a:gd name="connsiteY42" fmla="*/ 236344 h 4556159"/>
              <a:gd name="connsiteX43" fmla="*/ 949059 w 12584740"/>
              <a:gd name="connsiteY43" fmla="*/ 231759 h 4556159"/>
              <a:gd name="connsiteX44" fmla="*/ 980035 w 12584740"/>
              <a:gd name="connsiteY44" fmla="*/ 232451 h 4556159"/>
              <a:gd name="connsiteX45" fmla="*/ 998443 w 12584740"/>
              <a:gd name="connsiteY45" fmla="*/ 229669 h 4556159"/>
              <a:gd name="connsiteX46" fmla="*/ 1015140 w 12584740"/>
              <a:gd name="connsiteY46" fmla="*/ 211809 h 4556159"/>
              <a:gd name="connsiteX47" fmla="*/ 1027653 w 12584740"/>
              <a:gd name="connsiteY47" fmla="*/ 209075 h 4556159"/>
              <a:gd name="connsiteX48" fmla="*/ 1029989 w 12584740"/>
              <a:gd name="connsiteY48" fmla="*/ 206615 h 4556159"/>
              <a:gd name="connsiteX49" fmla="*/ 1036851 w 12584740"/>
              <a:gd name="connsiteY49" fmla="*/ 201625 h 4556159"/>
              <a:gd name="connsiteX50" fmla="*/ 1029120 w 12584740"/>
              <a:gd name="connsiteY50" fmla="*/ 198042 h 4556159"/>
              <a:gd name="connsiteX51" fmla="*/ 1113256 w 12584740"/>
              <a:gd name="connsiteY51" fmla="*/ 173389 h 4556159"/>
              <a:gd name="connsiteX52" fmla="*/ 1184710 w 12584740"/>
              <a:gd name="connsiteY52" fmla="*/ 152398 h 4556159"/>
              <a:gd name="connsiteX53" fmla="*/ 1310965 w 12584740"/>
              <a:gd name="connsiteY53" fmla="*/ 166725 h 4556159"/>
              <a:gd name="connsiteX54" fmla="*/ 1430934 w 12584740"/>
              <a:gd name="connsiteY54" fmla="*/ 119950 h 4556159"/>
              <a:gd name="connsiteX55" fmla="*/ 1463118 w 12584740"/>
              <a:gd name="connsiteY55" fmla="*/ 119757 h 4556159"/>
              <a:gd name="connsiteX56" fmla="*/ 1493444 w 12584740"/>
              <a:gd name="connsiteY56" fmla="*/ 128262 h 4556159"/>
              <a:gd name="connsiteX57" fmla="*/ 1493168 w 12584740"/>
              <a:gd name="connsiteY57" fmla="*/ 131301 h 4556159"/>
              <a:gd name="connsiteX58" fmla="*/ 1497974 w 12584740"/>
              <a:gd name="connsiteY58" fmla="*/ 132687 h 4556159"/>
              <a:gd name="connsiteX59" fmla="*/ 1502355 w 12584740"/>
              <a:gd name="connsiteY59" fmla="*/ 130762 h 4556159"/>
              <a:gd name="connsiteX60" fmla="*/ 1508100 w 12584740"/>
              <a:gd name="connsiteY60" fmla="*/ 132372 h 4556159"/>
              <a:gd name="connsiteX61" fmla="*/ 1523822 w 12584740"/>
              <a:gd name="connsiteY61" fmla="*/ 135958 h 4556159"/>
              <a:gd name="connsiteX62" fmla="*/ 1528971 w 12584740"/>
              <a:gd name="connsiteY62" fmla="*/ 142145 h 4556159"/>
              <a:gd name="connsiteX63" fmla="*/ 1590631 w 12584740"/>
              <a:gd name="connsiteY63" fmla="*/ 154682 h 4556159"/>
              <a:gd name="connsiteX64" fmla="*/ 1609537 w 12584740"/>
              <a:gd name="connsiteY64" fmla="*/ 150462 h 4556159"/>
              <a:gd name="connsiteX65" fmla="*/ 1631335 w 12584740"/>
              <a:gd name="connsiteY65" fmla="*/ 160532 h 4556159"/>
              <a:gd name="connsiteX66" fmla="*/ 1693983 w 12584740"/>
              <a:gd name="connsiteY66" fmla="*/ 164048 h 4556159"/>
              <a:gd name="connsiteX67" fmla="*/ 1763575 w 12584740"/>
              <a:gd name="connsiteY67" fmla="*/ 175690 h 4556159"/>
              <a:gd name="connsiteX68" fmla="*/ 1812709 w 12584740"/>
              <a:gd name="connsiteY68" fmla="*/ 188883 h 4556159"/>
              <a:gd name="connsiteX69" fmla="*/ 1945879 w 12584740"/>
              <a:gd name="connsiteY69" fmla="*/ 197052 h 4556159"/>
              <a:gd name="connsiteX70" fmla="*/ 1974418 w 12584740"/>
              <a:gd name="connsiteY70" fmla="*/ 189712 h 4556159"/>
              <a:gd name="connsiteX71" fmla="*/ 1976651 w 12584740"/>
              <a:gd name="connsiteY71" fmla="*/ 189603 h 4556159"/>
              <a:gd name="connsiteX72" fmla="*/ 2881775 w 12584740"/>
              <a:gd name="connsiteY72" fmla="*/ 214043 h 4556159"/>
              <a:gd name="connsiteX0" fmla="*/ 2881775 w 12584740"/>
              <a:gd name="connsiteY0" fmla="*/ 214043 h 4556159"/>
              <a:gd name="connsiteX1" fmla="*/ 8923122 w 12584740"/>
              <a:gd name="connsiteY1" fmla="*/ 205911 h 4556159"/>
              <a:gd name="connsiteX2" fmla="*/ 10535176 w 12584740"/>
              <a:gd name="connsiteY2" fmla="*/ 98886 h 4556159"/>
              <a:gd name="connsiteX3" fmla="*/ 10552865 w 12584740"/>
              <a:gd name="connsiteY3" fmla="*/ 93120 h 4556159"/>
              <a:gd name="connsiteX4" fmla="*/ 10704478 w 12584740"/>
              <a:gd name="connsiteY4" fmla="*/ 76437 h 4556159"/>
              <a:gd name="connsiteX5" fmla="*/ 10856419 w 12584740"/>
              <a:gd name="connsiteY5" fmla="*/ 55944 h 4556159"/>
              <a:gd name="connsiteX6" fmla="*/ 10946891 w 12584740"/>
              <a:gd name="connsiteY6" fmla="*/ 22447 h 4556159"/>
              <a:gd name="connsiteX7" fmla="*/ 11071737 w 12584740"/>
              <a:gd name="connsiteY7" fmla="*/ 7907 h 4556159"/>
              <a:gd name="connsiteX8" fmla="*/ 11092700 w 12584740"/>
              <a:gd name="connsiteY8" fmla="*/ 2345 h 4556159"/>
              <a:gd name="connsiteX9" fmla="*/ 11121627 w 12584740"/>
              <a:gd name="connsiteY9" fmla="*/ 4539 h 4556159"/>
              <a:gd name="connsiteX10" fmla="*/ 11237564 w 12584740"/>
              <a:gd name="connsiteY10" fmla="*/ 14319 h 4556159"/>
              <a:gd name="connsiteX11" fmla="*/ 11328738 w 12584740"/>
              <a:gd name="connsiteY11" fmla="*/ 30868 h 4556159"/>
              <a:gd name="connsiteX12" fmla="*/ 11442587 w 12584740"/>
              <a:gd name="connsiteY12" fmla="*/ 14368 h 4556159"/>
              <a:gd name="connsiteX13" fmla="*/ 11511928 w 12584740"/>
              <a:gd name="connsiteY13" fmla="*/ 16713 h 4556159"/>
              <a:gd name="connsiteX14" fmla="*/ 11625388 w 12584740"/>
              <a:gd name="connsiteY14" fmla="*/ 39481 h 4556159"/>
              <a:gd name="connsiteX15" fmla="*/ 11775146 w 12584740"/>
              <a:gd name="connsiteY15" fmla="*/ 27611 h 4556159"/>
              <a:gd name="connsiteX16" fmla="*/ 11806024 w 12584740"/>
              <a:gd name="connsiteY16" fmla="*/ 88 h 4556159"/>
              <a:gd name="connsiteX17" fmla="*/ 11865034 w 12584740"/>
              <a:gd name="connsiteY17" fmla="*/ 19785 h 4556159"/>
              <a:gd name="connsiteX18" fmla="*/ 11994565 w 12584740"/>
              <a:gd name="connsiteY18" fmla="*/ 44174 h 4556159"/>
              <a:gd name="connsiteX19" fmla="*/ 12059283 w 12584740"/>
              <a:gd name="connsiteY19" fmla="*/ 52111 h 4556159"/>
              <a:gd name="connsiteX20" fmla="*/ 12160147 w 12584740"/>
              <a:gd name="connsiteY20" fmla="*/ 55873 h 4556159"/>
              <a:gd name="connsiteX21" fmla="*/ 12190854 w 12584740"/>
              <a:gd name="connsiteY21" fmla="*/ 58535 h 4556159"/>
              <a:gd name="connsiteX22" fmla="*/ 12215705 w 12584740"/>
              <a:gd name="connsiteY22" fmla="*/ 59963 h 4556159"/>
              <a:gd name="connsiteX23" fmla="*/ 12584740 w 12584740"/>
              <a:gd name="connsiteY23" fmla="*/ 3074876 h 4556159"/>
              <a:gd name="connsiteX24" fmla="*/ 483060 w 12584740"/>
              <a:gd name="connsiteY24" fmla="*/ 4556159 h 4556159"/>
              <a:gd name="connsiteX25" fmla="*/ 0 w 12584740"/>
              <a:gd name="connsiteY25" fmla="*/ 609687 h 4556159"/>
              <a:gd name="connsiteX26" fmla="*/ 7836 w 12584740"/>
              <a:gd name="connsiteY26" fmla="*/ 612367 h 4556159"/>
              <a:gd name="connsiteX27" fmla="*/ 59804 w 12584740"/>
              <a:gd name="connsiteY27" fmla="*/ 632641 h 4556159"/>
              <a:gd name="connsiteX28" fmla="*/ 189088 w 12584740"/>
              <a:gd name="connsiteY28" fmla="*/ 635215 h 4556159"/>
              <a:gd name="connsiteX29" fmla="*/ 238402 w 12584740"/>
              <a:gd name="connsiteY29" fmla="*/ 617809 h 4556159"/>
              <a:gd name="connsiteX30" fmla="*/ 332970 w 12584740"/>
              <a:gd name="connsiteY30" fmla="*/ 587858 h 4556159"/>
              <a:gd name="connsiteX31" fmla="*/ 407552 w 12584740"/>
              <a:gd name="connsiteY31" fmla="*/ 528789 h 4556159"/>
              <a:gd name="connsiteX32" fmla="*/ 497934 w 12584740"/>
              <a:gd name="connsiteY32" fmla="*/ 483200 h 4556159"/>
              <a:gd name="connsiteX33" fmla="*/ 510273 w 12584740"/>
              <a:gd name="connsiteY33" fmla="*/ 485018 h 4556159"/>
              <a:gd name="connsiteX34" fmla="*/ 561099 w 12584740"/>
              <a:gd name="connsiteY34" fmla="*/ 457203 h 4556159"/>
              <a:gd name="connsiteX35" fmla="*/ 705102 w 12584740"/>
              <a:gd name="connsiteY35" fmla="*/ 380672 h 4556159"/>
              <a:gd name="connsiteX36" fmla="*/ 800404 w 12584740"/>
              <a:gd name="connsiteY36" fmla="*/ 270755 h 4556159"/>
              <a:gd name="connsiteX37" fmla="*/ 842353 w 12584740"/>
              <a:gd name="connsiteY37" fmla="*/ 257559 h 4556159"/>
              <a:gd name="connsiteX38" fmla="*/ 912247 w 12584740"/>
              <a:gd name="connsiteY38" fmla="*/ 235092 h 4556159"/>
              <a:gd name="connsiteX39" fmla="*/ 927247 w 12584740"/>
              <a:gd name="connsiteY39" fmla="*/ 239063 h 4556159"/>
              <a:gd name="connsiteX40" fmla="*/ 933425 w 12584740"/>
              <a:gd name="connsiteY40" fmla="*/ 236995 h 4556159"/>
              <a:gd name="connsiteX41" fmla="*/ 934108 w 12584740"/>
              <a:gd name="connsiteY41" fmla="*/ 237279 h 4556159"/>
              <a:gd name="connsiteX42" fmla="*/ 935368 w 12584740"/>
              <a:gd name="connsiteY42" fmla="*/ 236344 h 4556159"/>
              <a:gd name="connsiteX43" fmla="*/ 949059 w 12584740"/>
              <a:gd name="connsiteY43" fmla="*/ 231759 h 4556159"/>
              <a:gd name="connsiteX44" fmla="*/ 980035 w 12584740"/>
              <a:gd name="connsiteY44" fmla="*/ 232451 h 4556159"/>
              <a:gd name="connsiteX45" fmla="*/ 998443 w 12584740"/>
              <a:gd name="connsiteY45" fmla="*/ 229669 h 4556159"/>
              <a:gd name="connsiteX46" fmla="*/ 1015140 w 12584740"/>
              <a:gd name="connsiteY46" fmla="*/ 211809 h 4556159"/>
              <a:gd name="connsiteX47" fmla="*/ 1027653 w 12584740"/>
              <a:gd name="connsiteY47" fmla="*/ 209075 h 4556159"/>
              <a:gd name="connsiteX48" fmla="*/ 1029989 w 12584740"/>
              <a:gd name="connsiteY48" fmla="*/ 206615 h 4556159"/>
              <a:gd name="connsiteX49" fmla="*/ 1036851 w 12584740"/>
              <a:gd name="connsiteY49" fmla="*/ 201625 h 4556159"/>
              <a:gd name="connsiteX50" fmla="*/ 1029120 w 12584740"/>
              <a:gd name="connsiteY50" fmla="*/ 198042 h 4556159"/>
              <a:gd name="connsiteX51" fmla="*/ 1113256 w 12584740"/>
              <a:gd name="connsiteY51" fmla="*/ 173389 h 4556159"/>
              <a:gd name="connsiteX52" fmla="*/ 1184710 w 12584740"/>
              <a:gd name="connsiteY52" fmla="*/ 152398 h 4556159"/>
              <a:gd name="connsiteX53" fmla="*/ 1310965 w 12584740"/>
              <a:gd name="connsiteY53" fmla="*/ 166725 h 4556159"/>
              <a:gd name="connsiteX54" fmla="*/ 1430934 w 12584740"/>
              <a:gd name="connsiteY54" fmla="*/ 119950 h 4556159"/>
              <a:gd name="connsiteX55" fmla="*/ 1463118 w 12584740"/>
              <a:gd name="connsiteY55" fmla="*/ 119757 h 4556159"/>
              <a:gd name="connsiteX56" fmla="*/ 1493444 w 12584740"/>
              <a:gd name="connsiteY56" fmla="*/ 128262 h 4556159"/>
              <a:gd name="connsiteX57" fmla="*/ 1493168 w 12584740"/>
              <a:gd name="connsiteY57" fmla="*/ 131301 h 4556159"/>
              <a:gd name="connsiteX58" fmla="*/ 1497974 w 12584740"/>
              <a:gd name="connsiteY58" fmla="*/ 132687 h 4556159"/>
              <a:gd name="connsiteX59" fmla="*/ 1502355 w 12584740"/>
              <a:gd name="connsiteY59" fmla="*/ 130762 h 4556159"/>
              <a:gd name="connsiteX60" fmla="*/ 1508100 w 12584740"/>
              <a:gd name="connsiteY60" fmla="*/ 132372 h 4556159"/>
              <a:gd name="connsiteX61" fmla="*/ 1523822 w 12584740"/>
              <a:gd name="connsiteY61" fmla="*/ 135958 h 4556159"/>
              <a:gd name="connsiteX62" fmla="*/ 1528971 w 12584740"/>
              <a:gd name="connsiteY62" fmla="*/ 142145 h 4556159"/>
              <a:gd name="connsiteX63" fmla="*/ 1590631 w 12584740"/>
              <a:gd name="connsiteY63" fmla="*/ 154682 h 4556159"/>
              <a:gd name="connsiteX64" fmla="*/ 1609537 w 12584740"/>
              <a:gd name="connsiteY64" fmla="*/ 150462 h 4556159"/>
              <a:gd name="connsiteX65" fmla="*/ 1631335 w 12584740"/>
              <a:gd name="connsiteY65" fmla="*/ 160532 h 4556159"/>
              <a:gd name="connsiteX66" fmla="*/ 1693983 w 12584740"/>
              <a:gd name="connsiteY66" fmla="*/ 164048 h 4556159"/>
              <a:gd name="connsiteX67" fmla="*/ 1763575 w 12584740"/>
              <a:gd name="connsiteY67" fmla="*/ 175690 h 4556159"/>
              <a:gd name="connsiteX68" fmla="*/ 1812709 w 12584740"/>
              <a:gd name="connsiteY68" fmla="*/ 188883 h 4556159"/>
              <a:gd name="connsiteX69" fmla="*/ 1945879 w 12584740"/>
              <a:gd name="connsiteY69" fmla="*/ 197052 h 4556159"/>
              <a:gd name="connsiteX70" fmla="*/ 1974418 w 12584740"/>
              <a:gd name="connsiteY70" fmla="*/ 189712 h 4556159"/>
              <a:gd name="connsiteX71" fmla="*/ 2235555 w 12584740"/>
              <a:gd name="connsiteY71" fmla="*/ 226659 h 4556159"/>
              <a:gd name="connsiteX72" fmla="*/ 2881775 w 12584740"/>
              <a:gd name="connsiteY72" fmla="*/ 214043 h 4556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12584740" h="4556159">
                <a:moveTo>
                  <a:pt x="2881775" y="214043"/>
                </a:moveTo>
                <a:lnTo>
                  <a:pt x="8923122" y="205911"/>
                </a:lnTo>
                <a:cubicBezTo>
                  <a:pt x="8923122" y="236009"/>
                  <a:pt x="10535176" y="68788"/>
                  <a:pt x="10535176" y="98886"/>
                </a:cubicBezTo>
                <a:lnTo>
                  <a:pt x="10552865" y="93120"/>
                </a:lnTo>
                <a:cubicBezTo>
                  <a:pt x="10602509" y="95039"/>
                  <a:pt x="10648374" y="81962"/>
                  <a:pt x="10704478" y="76437"/>
                </a:cubicBezTo>
                <a:cubicBezTo>
                  <a:pt x="10764532" y="85901"/>
                  <a:pt x="10796465" y="61749"/>
                  <a:pt x="10856419" y="55944"/>
                </a:cubicBezTo>
                <a:cubicBezTo>
                  <a:pt x="10914661" y="77716"/>
                  <a:pt x="10896627" y="22130"/>
                  <a:pt x="10946891" y="22447"/>
                </a:cubicBezTo>
                <a:cubicBezTo>
                  <a:pt x="11028004" y="41524"/>
                  <a:pt x="10945561" y="3905"/>
                  <a:pt x="11071737" y="7907"/>
                </a:cubicBezTo>
                <a:cubicBezTo>
                  <a:pt x="11078763" y="11268"/>
                  <a:pt x="11094187" y="7177"/>
                  <a:pt x="11092700" y="2345"/>
                </a:cubicBezTo>
                <a:cubicBezTo>
                  <a:pt x="11100672" y="3621"/>
                  <a:pt x="11119582" y="12415"/>
                  <a:pt x="11121627" y="4539"/>
                </a:cubicBezTo>
                <a:cubicBezTo>
                  <a:pt x="11161872" y="2410"/>
                  <a:pt x="11201801" y="5778"/>
                  <a:pt x="11237564" y="14319"/>
                </a:cubicBezTo>
                <a:cubicBezTo>
                  <a:pt x="11315265" y="-1427"/>
                  <a:pt x="11272628" y="36301"/>
                  <a:pt x="11328738" y="30868"/>
                </a:cubicBezTo>
                <a:cubicBezTo>
                  <a:pt x="11373885" y="14123"/>
                  <a:pt x="11390505" y="26175"/>
                  <a:pt x="11442587" y="14368"/>
                </a:cubicBezTo>
                <a:cubicBezTo>
                  <a:pt x="11460405" y="39138"/>
                  <a:pt x="11491560" y="10212"/>
                  <a:pt x="11511928" y="16713"/>
                </a:cubicBezTo>
                <a:cubicBezTo>
                  <a:pt x="11544050" y="-13836"/>
                  <a:pt x="11591566" y="41138"/>
                  <a:pt x="11625388" y="39481"/>
                </a:cubicBezTo>
                <a:cubicBezTo>
                  <a:pt x="11682275" y="32159"/>
                  <a:pt x="11743456" y="-367"/>
                  <a:pt x="11775146" y="27611"/>
                </a:cubicBezTo>
                <a:cubicBezTo>
                  <a:pt x="11779070" y="15386"/>
                  <a:pt x="11773473" y="-818"/>
                  <a:pt x="11806024" y="88"/>
                </a:cubicBezTo>
                <a:cubicBezTo>
                  <a:pt x="11821005" y="-1216"/>
                  <a:pt x="11833611" y="12437"/>
                  <a:pt x="11865034" y="19785"/>
                </a:cubicBezTo>
                <a:cubicBezTo>
                  <a:pt x="11905979" y="29998"/>
                  <a:pt x="11998366" y="9552"/>
                  <a:pt x="11994565" y="44174"/>
                </a:cubicBezTo>
                <a:cubicBezTo>
                  <a:pt x="12007200" y="63922"/>
                  <a:pt x="12058131" y="30230"/>
                  <a:pt x="12059283" y="52111"/>
                </a:cubicBezTo>
                <a:cubicBezTo>
                  <a:pt x="12081498" y="36953"/>
                  <a:pt x="12122851" y="58256"/>
                  <a:pt x="12160147" y="55873"/>
                </a:cubicBezTo>
                <a:cubicBezTo>
                  <a:pt x="12167674" y="65410"/>
                  <a:pt x="12176238" y="64529"/>
                  <a:pt x="12190854" y="58535"/>
                </a:cubicBezTo>
                <a:lnTo>
                  <a:pt x="12215705" y="59963"/>
                </a:lnTo>
                <a:lnTo>
                  <a:pt x="12584740" y="3074876"/>
                </a:lnTo>
                <a:lnTo>
                  <a:pt x="483060" y="4556159"/>
                </a:lnTo>
                <a:lnTo>
                  <a:pt x="0" y="609687"/>
                </a:lnTo>
                <a:lnTo>
                  <a:pt x="7836" y="612367"/>
                </a:lnTo>
                <a:cubicBezTo>
                  <a:pt x="25349" y="620104"/>
                  <a:pt x="41483" y="627786"/>
                  <a:pt x="59804" y="632641"/>
                </a:cubicBezTo>
                <a:cubicBezTo>
                  <a:pt x="75146" y="654421"/>
                  <a:pt x="167365" y="632597"/>
                  <a:pt x="189088" y="635215"/>
                </a:cubicBezTo>
                <a:cubicBezTo>
                  <a:pt x="217440" y="623749"/>
                  <a:pt x="208344" y="626448"/>
                  <a:pt x="238402" y="617809"/>
                </a:cubicBezTo>
                <a:cubicBezTo>
                  <a:pt x="247394" y="590135"/>
                  <a:pt x="303125" y="595692"/>
                  <a:pt x="332970" y="587858"/>
                </a:cubicBezTo>
                <a:cubicBezTo>
                  <a:pt x="336621" y="563687"/>
                  <a:pt x="356128" y="555392"/>
                  <a:pt x="407552" y="528789"/>
                </a:cubicBezTo>
                <a:cubicBezTo>
                  <a:pt x="410625" y="501558"/>
                  <a:pt x="481949" y="526749"/>
                  <a:pt x="497934" y="483200"/>
                </a:cubicBezTo>
                <a:cubicBezTo>
                  <a:pt x="501858" y="484200"/>
                  <a:pt x="506013" y="484811"/>
                  <a:pt x="510273" y="485018"/>
                </a:cubicBezTo>
                <a:cubicBezTo>
                  <a:pt x="535011" y="486222"/>
                  <a:pt x="557770" y="473768"/>
                  <a:pt x="561099" y="457203"/>
                </a:cubicBezTo>
                <a:cubicBezTo>
                  <a:pt x="592709" y="393031"/>
                  <a:pt x="657171" y="417531"/>
                  <a:pt x="705102" y="380672"/>
                </a:cubicBezTo>
                <a:cubicBezTo>
                  <a:pt x="762904" y="342107"/>
                  <a:pt x="753762" y="341220"/>
                  <a:pt x="800404" y="270755"/>
                </a:cubicBezTo>
                <a:cubicBezTo>
                  <a:pt x="821510" y="277286"/>
                  <a:pt x="831930" y="272279"/>
                  <a:pt x="842353" y="257559"/>
                </a:cubicBezTo>
                <a:cubicBezTo>
                  <a:pt x="871396" y="239661"/>
                  <a:pt x="901151" y="269258"/>
                  <a:pt x="912247" y="235092"/>
                </a:cubicBezTo>
                <a:cubicBezTo>
                  <a:pt x="915193" y="239660"/>
                  <a:pt x="920652" y="240302"/>
                  <a:pt x="927247" y="239063"/>
                </a:cubicBezTo>
                <a:lnTo>
                  <a:pt x="933425" y="236995"/>
                </a:lnTo>
                <a:lnTo>
                  <a:pt x="934108" y="237279"/>
                </a:lnTo>
                <a:lnTo>
                  <a:pt x="935368" y="236344"/>
                </a:lnTo>
                <a:lnTo>
                  <a:pt x="949059" y="231759"/>
                </a:lnTo>
                <a:cubicBezTo>
                  <a:pt x="964033" y="225857"/>
                  <a:pt x="978036" y="220629"/>
                  <a:pt x="980035" y="232451"/>
                </a:cubicBezTo>
                <a:cubicBezTo>
                  <a:pt x="988861" y="233151"/>
                  <a:pt x="994474" y="231910"/>
                  <a:pt x="998443" y="229669"/>
                </a:cubicBezTo>
                <a:cubicBezTo>
                  <a:pt x="1006381" y="225191"/>
                  <a:pt x="1007750" y="216720"/>
                  <a:pt x="1015140" y="211809"/>
                </a:cubicBezTo>
                <a:lnTo>
                  <a:pt x="1027653" y="209075"/>
                </a:lnTo>
                <a:lnTo>
                  <a:pt x="1029989" y="206615"/>
                </a:lnTo>
                <a:lnTo>
                  <a:pt x="1036851" y="201625"/>
                </a:lnTo>
                <a:lnTo>
                  <a:pt x="1029120" y="198042"/>
                </a:lnTo>
                <a:cubicBezTo>
                  <a:pt x="1021104" y="195096"/>
                  <a:pt x="1101729" y="180798"/>
                  <a:pt x="1113256" y="173389"/>
                </a:cubicBezTo>
                <a:lnTo>
                  <a:pt x="1184710" y="152398"/>
                </a:lnTo>
                <a:lnTo>
                  <a:pt x="1310965" y="166725"/>
                </a:lnTo>
                <a:cubicBezTo>
                  <a:pt x="1336372" y="131696"/>
                  <a:pt x="1403197" y="140119"/>
                  <a:pt x="1430934" y="119950"/>
                </a:cubicBezTo>
                <a:lnTo>
                  <a:pt x="1463118" y="119757"/>
                </a:lnTo>
                <a:lnTo>
                  <a:pt x="1493444" y="128262"/>
                </a:lnTo>
                <a:lnTo>
                  <a:pt x="1493168" y="131301"/>
                </a:lnTo>
                <a:cubicBezTo>
                  <a:pt x="1493827" y="133297"/>
                  <a:pt x="1495475" y="133471"/>
                  <a:pt x="1497974" y="132687"/>
                </a:cubicBezTo>
                <a:lnTo>
                  <a:pt x="1502355" y="130762"/>
                </a:lnTo>
                <a:lnTo>
                  <a:pt x="1508100" y="132372"/>
                </a:lnTo>
                <a:lnTo>
                  <a:pt x="1523822" y="135958"/>
                </a:lnTo>
                <a:lnTo>
                  <a:pt x="1528971" y="142145"/>
                </a:lnTo>
                <a:cubicBezTo>
                  <a:pt x="1544182" y="151821"/>
                  <a:pt x="1579536" y="139768"/>
                  <a:pt x="1590631" y="154682"/>
                </a:cubicBezTo>
                <a:lnTo>
                  <a:pt x="1609537" y="150462"/>
                </a:lnTo>
                <a:lnTo>
                  <a:pt x="1631335" y="160532"/>
                </a:lnTo>
                <a:cubicBezTo>
                  <a:pt x="1651445" y="168813"/>
                  <a:pt x="1672155" y="173541"/>
                  <a:pt x="1693983" y="164048"/>
                </a:cubicBezTo>
                <a:cubicBezTo>
                  <a:pt x="1686705" y="185321"/>
                  <a:pt x="1748101" y="157604"/>
                  <a:pt x="1763575" y="175690"/>
                </a:cubicBezTo>
                <a:cubicBezTo>
                  <a:pt x="1773286" y="190711"/>
                  <a:pt x="1794179" y="185800"/>
                  <a:pt x="1812709" y="188883"/>
                </a:cubicBezTo>
                <a:cubicBezTo>
                  <a:pt x="1830479" y="202932"/>
                  <a:pt x="1918180" y="204037"/>
                  <a:pt x="1945879" y="197052"/>
                </a:cubicBezTo>
                <a:cubicBezTo>
                  <a:pt x="1955185" y="193416"/>
                  <a:pt x="1964727" y="191072"/>
                  <a:pt x="1974418" y="189712"/>
                </a:cubicBezTo>
                <a:lnTo>
                  <a:pt x="2235555" y="226659"/>
                </a:lnTo>
                <a:cubicBezTo>
                  <a:pt x="2235555" y="166322"/>
                  <a:pt x="2881775" y="274380"/>
                  <a:pt x="2881775" y="214043"/>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419" name="Freeform: Shape 17418">
            <a:extLst>
              <a:ext uri="{FF2B5EF4-FFF2-40B4-BE49-F238E27FC236}">
                <a16:creationId xmlns:a16="http://schemas.microsoft.com/office/drawing/2014/main" id="{1BBFDD63-AD5F-4E42-979B-2FBDE34509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855" y="781186"/>
            <a:ext cx="5217258" cy="402964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381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421" name="Rectangle 6">
            <a:extLst>
              <a:ext uri="{FF2B5EF4-FFF2-40B4-BE49-F238E27FC236}">
                <a16:creationId xmlns:a16="http://schemas.microsoft.com/office/drawing/2014/main" id="{C700A9C2-5B99-488A-8884-76AB40DEF2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823294" y="457200"/>
            <a:ext cx="1186379"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4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 shot of a computer program&#10;&#10;AI-generated content may be incorrect.">
            <a:extLst>
              <a:ext uri="{FF2B5EF4-FFF2-40B4-BE49-F238E27FC236}">
                <a16:creationId xmlns:a16="http://schemas.microsoft.com/office/drawing/2014/main" id="{DC3232BE-21E1-8241-780F-7E51EFA58620}"/>
              </a:ext>
            </a:extLst>
          </p:cNvPr>
          <p:cNvPicPr>
            <a:picLocks noChangeAspect="1"/>
          </p:cNvPicPr>
          <p:nvPr/>
        </p:nvPicPr>
        <p:blipFill>
          <a:blip r:embed="rId2"/>
          <a:stretch>
            <a:fillRect/>
          </a:stretch>
        </p:blipFill>
        <p:spPr>
          <a:xfrm>
            <a:off x="953651" y="1229238"/>
            <a:ext cx="4925667" cy="3193674"/>
          </a:xfrm>
          <a:prstGeom prst="rect">
            <a:avLst/>
          </a:prstGeom>
        </p:spPr>
      </p:pic>
      <p:sp>
        <p:nvSpPr>
          <p:cNvPr id="17423" name="Freeform: Shape 17422">
            <a:extLst>
              <a:ext uri="{FF2B5EF4-FFF2-40B4-BE49-F238E27FC236}">
                <a16:creationId xmlns:a16="http://schemas.microsoft.com/office/drawing/2014/main" id="{AABDB02C-700D-4121-B1D1-CCB58F4BE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4339" y="781186"/>
            <a:ext cx="5217258" cy="402964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381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425" name="Rectangle 6">
            <a:extLst>
              <a:ext uri="{FF2B5EF4-FFF2-40B4-BE49-F238E27FC236}">
                <a16:creationId xmlns:a16="http://schemas.microsoft.com/office/drawing/2014/main" id="{0B1B938D-F136-428F-BAEA-A69ADA053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5513" y="437651"/>
            <a:ext cx="1084027"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4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410" name="Picture 2" descr="A graph of a number of characters&#10;&#10;AI-generated content may be incorrect.">
            <a:extLst>
              <a:ext uri="{FF2B5EF4-FFF2-40B4-BE49-F238E27FC236}">
                <a16:creationId xmlns:a16="http://schemas.microsoft.com/office/drawing/2014/main" id="{76A4E895-B1B2-4368-2A3D-FD5F11D3425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340134" y="1210170"/>
            <a:ext cx="4925667" cy="283225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8A6E4C17-2C67-7E3B-AA92-48F816F94C94}"/>
              </a:ext>
            </a:extLst>
          </p:cNvPr>
          <p:cNvSpPr>
            <a:spLocks noGrp="1" noChangeArrowheads="1"/>
          </p:cNvSpPr>
          <p:nvPr>
            <p:ph type="subTitle" idx="1"/>
          </p:nvPr>
        </p:nvSpPr>
        <p:spPr bwMode="auto">
          <a:xfrm>
            <a:off x="461666" y="4949784"/>
            <a:ext cx="1126866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l" eaLnBrk="0" fontAlgn="base" hangingPunct="0">
              <a:spcBef>
                <a:spcPct val="0"/>
              </a:spcBef>
              <a:spcAft>
                <a:spcPct val="0"/>
              </a:spcAft>
              <a:buSzTx/>
              <a:buFont typeface="Arial" panose="020B0604020202020204" pitchFamily="34" charset="0"/>
              <a:buChar char="•"/>
            </a:pPr>
            <a:r>
              <a:rPr lang="en-US" altLang="en-US" sz="1600" dirty="0"/>
              <a:t>To analyze text length distribution, histograms of character counts were plotted for positive and negative reviews.</a:t>
            </a:r>
          </a:p>
          <a:p>
            <a:pPr marL="285750" indent="-285750" algn="l" eaLnBrk="0" fontAlgn="base" hangingPunct="0">
              <a:spcBef>
                <a:spcPct val="0"/>
              </a:spcBef>
              <a:spcAft>
                <a:spcPct val="0"/>
              </a:spcAft>
              <a:buSzTx/>
              <a:buFont typeface="Arial" panose="020B0604020202020204" pitchFamily="34" charset="0"/>
              <a:buChar char="•"/>
            </a:pPr>
            <a:r>
              <a:rPr lang="en-US" altLang="en-US" sz="1600" dirty="0"/>
              <a:t>Positive reviews were shown in green, while negative reviews were shown in red for clear visualization.</a:t>
            </a:r>
          </a:p>
          <a:p>
            <a:pPr marL="285750" indent="-285750" algn="l" eaLnBrk="0" fontAlgn="base" hangingPunct="0">
              <a:spcBef>
                <a:spcPct val="0"/>
              </a:spcBef>
              <a:spcAft>
                <a:spcPct val="0"/>
              </a:spcAft>
              <a:buSzTx/>
              <a:buFont typeface="Arial" panose="020B0604020202020204" pitchFamily="34" charset="0"/>
              <a:buChar char="•"/>
            </a:pPr>
            <a:r>
              <a:rPr lang="en-US" altLang="en-US" sz="1600" dirty="0"/>
              <a:t>The analysis highlights the variation in review lengths across sentiments.</a:t>
            </a:r>
          </a:p>
          <a:p>
            <a:pPr marL="285750" indent="-285750" algn="l" eaLnBrk="0" fontAlgn="base" hangingPunct="0">
              <a:spcBef>
                <a:spcPct val="0"/>
              </a:spcBef>
              <a:spcAft>
                <a:spcPct val="0"/>
              </a:spcAft>
              <a:buSzTx/>
              <a:buFont typeface="Arial" panose="020B0604020202020204" pitchFamily="34" charset="0"/>
              <a:buChar char="•"/>
            </a:pPr>
            <a:r>
              <a:rPr lang="en-US" altLang="en-US" sz="1600" dirty="0"/>
              <a:t>This step helps in understanding the dataset and in selecting preprocessing techniques like padding or truncation for modeling.</a:t>
            </a:r>
          </a:p>
        </p:txBody>
      </p:sp>
    </p:spTree>
    <p:extLst>
      <p:ext uri="{BB962C8B-B14F-4D97-AF65-F5344CB8AC3E}">
        <p14:creationId xmlns:p14="http://schemas.microsoft.com/office/powerpoint/2010/main" val="36623621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5E29067-DD38-BE05-94EE-33B85F57B979}"/>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5B4D58D-6C91-499A-9028-9E0FDCCE9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4AFA3D64-21B3-71B0-CFD6-49182C4F2441}"/>
              </a:ext>
            </a:extLst>
          </p:cNvPr>
          <p:cNvSpPr>
            <a:spLocks noGrp="1"/>
          </p:cNvSpPr>
          <p:nvPr>
            <p:ph type="subTitle" idx="1"/>
          </p:nvPr>
        </p:nvSpPr>
        <p:spPr>
          <a:xfrm>
            <a:off x="5275754" y="4994919"/>
            <a:ext cx="5929337" cy="1788229"/>
          </a:xfrm>
        </p:spPr>
        <p:txBody>
          <a:bodyPr>
            <a:normAutofit/>
          </a:bodyPr>
          <a:lstStyle/>
          <a:p>
            <a:r>
              <a:rPr lang="en-IN" dirty="0"/>
              <a:t>Unigram analysis for positive and negative reviews</a:t>
            </a:r>
          </a:p>
        </p:txBody>
      </p:sp>
      <p:sp>
        <p:nvSpPr>
          <p:cNvPr id="13" name="Freeform: Shape 12">
            <a:extLst>
              <a:ext uri="{FF2B5EF4-FFF2-40B4-BE49-F238E27FC236}">
                <a16:creationId xmlns:a16="http://schemas.microsoft.com/office/drawing/2014/main" id="{6633F6C7-9646-48D5-9270-99904CFB3D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93" y="0"/>
            <a:ext cx="4615205" cy="6874329"/>
          </a:xfrm>
          <a:custGeom>
            <a:avLst/>
            <a:gdLst>
              <a:gd name="connsiteX0" fmla="*/ 0 w 3016001"/>
              <a:gd name="connsiteY0" fmla="*/ 0 h 6874329"/>
              <a:gd name="connsiteX1" fmla="*/ 1446663 w 3016001"/>
              <a:gd name="connsiteY1" fmla="*/ 0 h 6874329"/>
              <a:gd name="connsiteX2" fmla="*/ 1446663 w 3016001"/>
              <a:gd name="connsiteY2" fmla="*/ 2 h 6874329"/>
              <a:gd name="connsiteX3" fmla="*/ 1954764 w 3016001"/>
              <a:gd name="connsiteY3" fmla="*/ 2 h 6874329"/>
              <a:gd name="connsiteX4" fmla="*/ 1957395 w 3016001"/>
              <a:gd name="connsiteY4" fmla="*/ 42878 h 6874329"/>
              <a:gd name="connsiteX5" fmla="*/ 1946682 w 3016001"/>
              <a:gd name="connsiteY5" fmla="*/ 88399 h 6874329"/>
              <a:gd name="connsiteX6" fmla="*/ 1942627 w 3016001"/>
              <a:gd name="connsiteY6" fmla="*/ 220058 h 6874329"/>
              <a:gd name="connsiteX7" fmla="*/ 1928736 w 3016001"/>
              <a:gd name="connsiteY7" fmla="*/ 248814 h 6874329"/>
              <a:gd name="connsiteX8" fmla="*/ 1921659 w 3016001"/>
              <a:gd name="connsiteY8" fmla="*/ 270478 h 6874329"/>
              <a:gd name="connsiteX9" fmla="*/ 1893043 w 3016001"/>
              <a:gd name="connsiteY9" fmla="*/ 432254 h 6874329"/>
              <a:gd name="connsiteX10" fmla="*/ 1887612 w 3016001"/>
              <a:gd name="connsiteY10" fmla="*/ 466474 h 6874329"/>
              <a:gd name="connsiteX11" fmla="*/ 1852528 w 3016001"/>
              <a:gd name="connsiteY11" fmla="*/ 562942 h 6874329"/>
              <a:gd name="connsiteX12" fmla="*/ 1850661 w 3016001"/>
              <a:gd name="connsiteY12" fmla="*/ 589537 h 6874329"/>
              <a:gd name="connsiteX13" fmla="*/ 1850964 w 3016001"/>
              <a:gd name="connsiteY13" fmla="*/ 615950 h 6874329"/>
              <a:gd name="connsiteX14" fmla="*/ 3016001 w 3016001"/>
              <a:gd name="connsiteY14" fmla="*/ 615950 h 6874329"/>
              <a:gd name="connsiteX15" fmla="*/ 3016001 w 3016001"/>
              <a:gd name="connsiteY15" fmla="*/ 3232769 h 6874329"/>
              <a:gd name="connsiteX16" fmla="*/ 2224126 w 3016001"/>
              <a:gd name="connsiteY16" fmla="*/ 3232769 h 6874329"/>
              <a:gd name="connsiteX17" fmla="*/ 2226016 w 3016001"/>
              <a:gd name="connsiteY17" fmla="*/ 3246024 h 6874329"/>
              <a:gd name="connsiteX18" fmla="*/ 2226612 w 3016001"/>
              <a:gd name="connsiteY18" fmla="*/ 3307391 h 6874329"/>
              <a:gd name="connsiteX19" fmla="*/ 2239536 w 3016001"/>
              <a:gd name="connsiteY19" fmla="*/ 3380681 h 6874329"/>
              <a:gd name="connsiteX20" fmla="*/ 2231864 w 3016001"/>
              <a:gd name="connsiteY20" fmla="*/ 3412872 h 6874329"/>
              <a:gd name="connsiteX21" fmla="*/ 2235242 w 3016001"/>
              <a:gd name="connsiteY21" fmla="*/ 3435543 h 6874329"/>
              <a:gd name="connsiteX22" fmla="*/ 2237010 w 3016001"/>
              <a:gd name="connsiteY22" fmla="*/ 3438102 h 6874329"/>
              <a:gd name="connsiteX23" fmla="*/ 2238810 w 3016001"/>
              <a:gd name="connsiteY23" fmla="*/ 3448914 h 6874329"/>
              <a:gd name="connsiteX24" fmla="*/ 2245917 w 3016001"/>
              <a:gd name="connsiteY24" fmla="*/ 3451252 h 6874329"/>
              <a:gd name="connsiteX25" fmla="*/ 2253355 w 3016001"/>
              <a:gd name="connsiteY25" fmla="*/ 3467016 h 6874329"/>
              <a:gd name="connsiteX26" fmla="*/ 2252090 w 3016001"/>
              <a:gd name="connsiteY26" fmla="*/ 3512702 h 6874329"/>
              <a:gd name="connsiteX27" fmla="*/ 2254441 w 3016001"/>
              <a:gd name="connsiteY27" fmla="*/ 3583312 h 6874329"/>
              <a:gd name="connsiteX28" fmla="*/ 2258418 w 3016001"/>
              <a:gd name="connsiteY28" fmla="*/ 3640478 h 6874329"/>
              <a:gd name="connsiteX29" fmla="*/ 2266543 w 3016001"/>
              <a:gd name="connsiteY29" fmla="*/ 3661583 h 6874329"/>
              <a:gd name="connsiteX30" fmla="*/ 2270576 w 3016001"/>
              <a:gd name="connsiteY30" fmla="*/ 3669500 h 6874329"/>
              <a:gd name="connsiteX31" fmla="*/ 2269865 w 3016001"/>
              <a:gd name="connsiteY31" fmla="*/ 3674731 h 6874329"/>
              <a:gd name="connsiteX32" fmla="*/ 2770496 w 3016001"/>
              <a:gd name="connsiteY32" fmla="*/ 3674731 h 6874329"/>
              <a:gd name="connsiteX33" fmla="*/ 2770496 w 3016001"/>
              <a:gd name="connsiteY33" fmla="*/ 6286500 h 6874329"/>
              <a:gd name="connsiteX34" fmla="*/ 2409243 w 3016001"/>
              <a:gd name="connsiteY34" fmla="*/ 6286500 h 6874329"/>
              <a:gd name="connsiteX35" fmla="*/ 2413170 w 3016001"/>
              <a:gd name="connsiteY35" fmla="*/ 6299320 h 6874329"/>
              <a:gd name="connsiteX36" fmla="*/ 2410867 w 3016001"/>
              <a:gd name="connsiteY36" fmla="*/ 6334418 h 6874329"/>
              <a:gd name="connsiteX37" fmla="*/ 2445950 w 3016001"/>
              <a:gd name="connsiteY37" fmla="*/ 6410416 h 6874329"/>
              <a:gd name="connsiteX38" fmla="*/ 2485138 w 3016001"/>
              <a:gd name="connsiteY38" fmla="*/ 6506045 h 6874329"/>
              <a:gd name="connsiteX39" fmla="*/ 2479997 w 3016001"/>
              <a:gd name="connsiteY39" fmla="*/ 6585942 h 6874329"/>
              <a:gd name="connsiteX40" fmla="*/ 2484338 w 3016001"/>
              <a:gd name="connsiteY40" fmla="*/ 6625517 h 6874329"/>
              <a:gd name="connsiteX41" fmla="*/ 2504615 w 3016001"/>
              <a:gd name="connsiteY41" fmla="*/ 6706812 h 6874329"/>
              <a:gd name="connsiteX42" fmla="*/ 2502507 w 3016001"/>
              <a:gd name="connsiteY42" fmla="*/ 6819419 h 6874329"/>
              <a:gd name="connsiteX43" fmla="*/ 2505754 w 3016001"/>
              <a:gd name="connsiteY43" fmla="*/ 6846764 h 6874329"/>
              <a:gd name="connsiteX44" fmla="*/ 2510567 w 3016001"/>
              <a:gd name="connsiteY44" fmla="*/ 6874329 h 6874329"/>
              <a:gd name="connsiteX45" fmla="*/ 912595 w 3016001"/>
              <a:gd name="connsiteY45" fmla="*/ 6874329 h 6874329"/>
              <a:gd name="connsiteX46" fmla="*/ 912595 w 3016001"/>
              <a:gd name="connsiteY46" fmla="*/ 6858000 h 6874329"/>
              <a:gd name="connsiteX47" fmla="*/ 0 w 3016001"/>
              <a:gd name="connsiteY47" fmla="*/ 6858000 h 6874329"/>
              <a:gd name="connsiteX0" fmla="*/ 0 w 3016001"/>
              <a:gd name="connsiteY0" fmla="*/ 0 h 6874329"/>
              <a:gd name="connsiteX1" fmla="*/ 1446663 w 3016001"/>
              <a:gd name="connsiteY1" fmla="*/ 0 h 6874329"/>
              <a:gd name="connsiteX2" fmla="*/ 1446663 w 3016001"/>
              <a:gd name="connsiteY2" fmla="*/ 2 h 6874329"/>
              <a:gd name="connsiteX3" fmla="*/ 1954764 w 3016001"/>
              <a:gd name="connsiteY3" fmla="*/ 2 h 6874329"/>
              <a:gd name="connsiteX4" fmla="*/ 1957395 w 3016001"/>
              <a:gd name="connsiteY4" fmla="*/ 42878 h 6874329"/>
              <a:gd name="connsiteX5" fmla="*/ 1946682 w 3016001"/>
              <a:gd name="connsiteY5" fmla="*/ 88399 h 6874329"/>
              <a:gd name="connsiteX6" fmla="*/ 1942627 w 3016001"/>
              <a:gd name="connsiteY6" fmla="*/ 220058 h 6874329"/>
              <a:gd name="connsiteX7" fmla="*/ 1928736 w 3016001"/>
              <a:gd name="connsiteY7" fmla="*/ 248814 h 6874329"/>
              <a:gd name="connsiteX8" fmla="*/ 1921659 w 3016001"/>
              <a:gd name="connsiteY8" fmla="*/ 270478 h 6874329"/>
              <a:gd name="connsiteX9" fmla="*/ 1893043 w 3016001"/>
              <a:gd name="connsiteY9" fmla="*/ 432254 h 6874329"/>
              <a:gd name="connsiteX10" fmla="*/ 1887612 w 3016001"/>
              <a:gd name="connsiteY10" fmla="*/ 466474 h 6874329"/>
              <a:gd name="connsiteX11" fmla="*/ 1852528 w 3016001"/>
              <a:gd name="connsiteY11" fmla="*/ 562942 h 6874329"/>
              <a:gd name="connsiteX12" fmla="*/ 1850661 w 3016001"/>
              <a:gd name="connsiteY12" fmla="*/ 589537 h 6874329"/>
              <a:gd name="connsiteX13" fmla="*/ 1850964 w 3016001"/>
              <a:gd name="connsiteY13" fmla="*/ 615950 h 6874329"/>
              <a:gd name="connsiteX14" fmla="*/ 3016001 w 3016001"/>
              <a:gd name="connsiteY14" fmla="*/ 3232769 h 6874329"/>
              <a:gd name="connsiteX15" fmla="*/ 2224126 w 3016001"/>
              <a:gd name="connsiteY15" fmla="*/ 3232769 h 6874329"/>
              <a:gd name="connsiteX16" fmla="*/ 2226016 w 3016001"/>
              <a:gd name="connsiteY16" fmla="*/ 3246024 h 6874329"/>
              <a:gd name="connsiteX17" fmla="*/ 2226612 w 3016001"/>
              <a:gd name="connsiteY17" fmla="*/ 3307391 h 6874329"/>
              <a:gd name="connsiteX18" fmla="*/ 2239536 w 3016001"/>
              <a:gd name="connsiteY18" fmla="*/ 3380681 h 6874329"/>
              <a:gd name="connsiteX19" fmla="*/ 2231864 w 3016001"/>
              <a:gd name="connsiteY19" fmla="*/ 3412872 h 6874329"/>
              <a:gd name="connsiteX20" fmla="*/ 2235242 w 3016001"/>
              <a:gd name="connsiteY20" fmla="*/ 3435543 h 6874329"/>
              <a:gd name="connsiteX21" fmla="*/ 2237010 w 3016001"/>
              <a:gd name="connsiteY21" fmla="*/ 3438102 h 6874329"/>
              <a:gd name="connsiteX22" fmla="*/ 2238810 w 3016001"/>
              <a:gd name="connsiteY22" fmla="*/ 3448914 h 6874329"/>
              <a:gd name="connsiteX23" fmla="*/ 2245917 w 3016001"/>
              <a:gd name="connsiteY23" fmla="*/ 3451252 h 6874329"/>
              <a:gd name="connsiteX24" fmla="*/ 2253355 w 3016001"/>
              <a:gd name="connsiteY24" fmla="*/ 3467016 h 6874329"/>
              <a:gd name="connsiteX25" fmla="*/ 2252090 w 3016001"/>
              <a:gd name="connsiteY25" fmla="*/ 3512702 h 6874329"/>
              <a:gd name="connsiteX26" fmla="*/ 2254441 w 3016001"/>
              <a:gd name="connsiteY26" fmla="*/ 3583312 h 6874329"/>
              <a:gd name="connsiteX27" fmla="*/ 2258418 w 3016001"/>
              <a:gd name="connsiteY27" fmla="*/ 3640478 h 6874329"/>
              <a:gd name="connsiteX28" fmla="*/ 2266543 w 3016001"/>
              <a:gd name="connsiteY28" fmla="*/ 3661583 h 6874329"/>
              <a:gd name="connsiteX29" fmla="*/ 2270576 w 3016001"/>
              <a:gd name="connsiteY29" fmla="*/ 3669500 h 6874329"/>
              <a:gd name="connsiteX30" fmla="*/ 2269865 w 3016001"/>
              <a:gd name="connsiteY30" fmla="*/ 3674731 h 6874329"/>
              <a:gd name="connsiteX31" fmla="*/ 2770496 w 3016001"/>
              <a:gd name="connsiteY31" fmla="*/ 3674731 h 6874329"/>
              <a:gd name="connsiteX32" fmla="*/ 2770496 w 3016001"/>
              <a:gd name="connsiteY32" fmla="*/ 6286500 h 6874329"/>
              <a:gd name="connsiteX33" fmla="*/ 2409243 w 3016001"/>
              <a:gd name="connsiteY33" fmla="*/ 6286500 h 6874329"/>
              <a:gd name="connsiteX34" fmla="*/ 2413170 w 3016001"/>
              <a:gd name="connsiteY34" fmla="*/ 6299320 h 6874329"/>
              <a:gd name="connsiteX35" fmla="*/ 2410867 w 3016001"/>
              <a:gd name="connsiteY35" fmla="*/ 6334418 h 6874329"/>
              <a:gd name="connsiteX36" fmla="*/ 2445950 w 3016001"/>
              <a:gd name="connsiteY36" fmla="*/ 6410416 h 6874329"/>
              <a:gd name="connsiteX37" fmla="*/ 2485138 w 3016001"/>
              <a:gd name="connsiteY37" fmla="*/ 6506045 h 6874329"/>
              <a:gd name="connsiteX38" fmla="*/ 2479997 w 3016001"/>
              <a:gd name="connsiteY38" fmla="*/ 6585942 h 6874329"/>
              <a:gd name="connsiteX39" fmla="*/ 2484338 w 3016001"/>
              <a:gd name="connsiteY39" fmla="*/ 6625517 h 6874329"/>
              <a:gd name="connsiteX40" fmla="*/ 2504615 w 3016001"/>
              <a:gd name="connsiteY40" fmla="*/ 6706812 h 6874329"/>
              <a:gd name="connsiteX41" fmla="*/ 2502507 w 3016001"/>
              <a:gd name="connsiteY41" fmla="*/ 6819419 h 6874329"/>
              <a:gd name="connsiteX42" fmla="*/ 2505754 w 3016001"/>
              <a:gd name="connsiteY42" fmla="*/ 6846764 h 6874329"/>
              <a:gd name="connsiteX43" fmla="*/ 2510567 w 3016001"/>
              <a:gd name="connsiteY43" fmla="*/ 6874329 h 6874329"/>
              <a:gd name="connsiteX44" fmla="*/ 912595 w 3016001"/>
              <a:gd name="connsiteY44" fmla="*/ 6874329 h 6874329"/>
              <a:gd name="connsiteX45" fmla="*/ 912595 w 3016001"/>
              <a:gd name="connsiteY45" fmla="*/ 6858000 h 6874329"/>
              <a:gd name="connsiteX46" fmla="*/ 0 w 3016001"/>
              <a:gd name="connsiteY46" fmla="*/ 6858000 h 6874329"/>
              <a:gd name="connsiteX47" fmla="*/ 0 w 3016001"/>
              <a:gd name="connsiteY47" fmla="*/ 0 h 6874329"/>
              <a:gd name="connsiteX0" fmla="*/ 0 w 2770496"/>
              <a:gd name="connsiteY0" fmla="*/ 0 h 6874329"/>
              <a:gd name="connsiteX1" fmla="*/ 1446663 w 2770496"/>
              <a:gd name="connsiteY1" fmla="*/ 0 h 6874329"/>
              <a:gd name="connsiteX2" fmla="*/ 1446663 w 2770496"/>
              <a:gd name="connsiteY2" fmla="*/ 2 h 6874329"/>
              <a:gd name="connsiteX3" fmla="*/ 1954764 w 2770496"/>
              <a:gd name="connsiteY3" fmla="*/ 2 h 6874329"/>
              <a:gd name="connsiteX4" fmla="*/ 1957395 w 2770496"/>
              <a:gd name="connsiteY4" fmla="*/ 42878 h 6874329"/>
              <a:gd name="connsiteX5" fmla="*/ 1946682 w 2770496"/>
              <a:gd name="connsiteY5" fmla="*/ 88399 h 6874329"/>
              <a:gd name="connsiteX6" fmla="*/ 1942627 w 2770496"/>
              <a:gd name="connsiteY6" fmla="*/ 220058 h 6874329"/>
              <a:gd name="connsiteX7" fmla="*/ 1928736 w 2770496"/>
              <a:gd name="connsiteY7" fmla="*/ 248814 h 6874329"/>
              <a:gd name="connsiteX8" fmla="*/ 1921659 w 2770496"/>
              <a:gd name="connsiteY8" fmla="*/ 270478 h 6874329"/>
              <a:gd name="connsiteX9" fmla="*/ 1893043 w 2770496"/>
              <a:gd name="connsiteY9" fmla="*/ 432254 h 6874329"/>
              <a:gd name="connsiteX10" fmla="*/ 1887612 w 2770496"/>
              <a:gd name="connsiteY10" fmla="*/ 466474 h 6874329"/>
              <a:gd name="connsiteX11" fmla="*/ 1852528 w 2770496"/>
              <a:gd name="connsiteY11" fmla="*/ 562942 h 6874329"/>
              <a:gd name="connsiteX12" fmla="*/ 1850661 w 2770496"/>
              <a:gd name="connsiteY12" fmla="*/ 589537 h 6874329"/>
              <a:gd name="connsiteX13" fmla="*/ 1850964 w 2770496"/>
              <a:gd name="connsiteY13" fmla="*/ 615950 h 6874329"/>
              <a:gd name="connsiteX14" fmla="*/ 2224126 w 2770496"/>
              <a:gd name="connsiteY14" fmla="*/ 3232769 h 6874329"/>
              <a:gd name="connsiteX15" fmla="*/ 2226016 w 2770496"/>
              <a:gd name="connsiteY15" fmla="*/ 3246024 h 6874329"/>
              <a:gd name="connsiteX16" fmla="*/ 2226612 w 2770496"/>
              <a:gd name="connsiteY16" fmla="*/ 3307391 h 6874329"/>
              <a:gd name="connsiteX17" fmla="*/ 2239536 w 2770496"/>
              <a:gd name="connsiteY17" fmla="*/ 3380681 h 6874329"/>
              <a:gd name="connsiteX18" fmla="*/ 2231864 w 2770496"/>
              <a:gd name="connsiteY18" fmla="*/ 3412872 h 6874329"/>
              <a:gd name="connsiteX19" fmla="*/ 2235242 w 2770496"/>
              <a:gd name="connsiteY19" fmla="*/ 3435543 h 6874329"/>
              <a:gd name="connsiteX20" fmla="*/ 2237010 w 2770496"/>
              <a:gd name="connsiteY20" fmla="*/ 3438102 h 6874329"/>
              <a:gd name="connsiteX21" fmla="*/ 2238810 w 2770496"/>
              <a:gd name="connsiteY21" fmla="*/ 3448914 h 6874329"/>
              <a:gd name="connsiteX22" fmla="*/ 2245917 w 2770496"/>
              <a:gd name="connsiteY22" fmla="*/ 3451252 h 6874329"/>
              <a:gd name="connsiteX23" fmla="*/ 2253355 w 2770496"/>
              <a:gd name="connsiteY23" fmla="*/ 3467016 h 6874329"/>
              <a:gd name="connsiteX24" fmla="*/ 2252090 w 2770496"/>
              <a:gd name="connsiteY24" fmla="*/ 3512702 h 6874329"/>
              <a:gd name="connsiteX25" fmla="*/ 2254441 w 2770496"/>
              <a:gd name="connsiteY25" fmla="*/ 3583312 h 6874329"/>
              <a:gd name="connsiteX26" fmla="*/ 2258418 w 2770496"/>
              <a:gd name="connsiteY26" fmla="*/ 3640478 h 6874329"/>
              <a:gd name="connsiteX27" fmla="*/ 2266543 w 2770496"/>
              <a:gd name="connsiteY27" fmla="*/ 3661583 h 6874329"/>
              <a:gd name="connsiteX28" fmla="*/ 2270576 w 2770496"/>
              <a:gd name="connsiteY28" fmla="*/ 3669500 h 6874329"/>
              <a:gd name="connsiteX29" fmla="*/ 2269865 w 2770496"/>
              <a:gd name="connsiteY29" fmla="*/ 3674731 h 6874329"/>
              <a:gd name="connsiteX30" fmla="*/ 2770496 w 2770496"/>
              <a:gd name="connsiteY30" fmla="*/ 3674731 h 6874329"/>
              <a:gd name="connsiteX31" fmla="*/ 2770496 w 2770496"/>
              <a:gd name="connsiteY31" fmla="*/ 6286500 h 6874329"/>
              <a:gd name="connsiteX32" fmla="*/ 2409243 w 2770496"/>
              <a:gd name="connsiteY32" fmla="*/ 6286500 h 6874329"/>
              <a:gd name="connsiteX33" fmla="*/ 2413170 w 2770496"/>
              <a:gd name="connsiteY33" fmla="*/ 6299320 h 6874329"/>
              <a:gd name="connsiteX34" fmla="*/ 2410867 w 2770496"/>
              <a:gd name="connsiteY34" fmla="*/ 6334418 h 6874329"/>
              <a:gd name="connsiteX35" fmla="*/ 2445950 w 2770496"/>
              <a:gd name="connsiteY35" fmla="*/ 6410416 h 6874329"/>
              <a:gd name="connsiteX36" fmla="*/ 2485138 w 2770496"/>
              <a:gd name="connsiteY36" fmla="*/ 6506045 h 6874329"/>
              <a:gd name="connsiteX37" fmla="*/ 2479997 w 2770496"/>
              <a:gd name="connsiteY37" fmla="*/ 6585942 h 6874329"/>
              <a:gd name="connsiteX38" fmla="*/ 2484338 w 2770496"/>
              <a:gd name="connsiteY38" fmla="*/ 6625517 h 6874329"/>
              <a:gd name="connsiteX39" fmla="*/ 2504615 w 2770496"/>
              <a:gd name="connsiteY39" fmla="*/ 6706812 h 6874329"/>
              <a:gd name="connsiteX40" fmla="*/ 2502507 w 2770496"/>
              <a:gd name="connsiteY40" fmla="*/ 6819419 h 6874329"/>
              <a:gd name="connsiteX41" fmla="*/ 2505754 w 2770496"/>
              <a:gd name="connsiteY41" fmla="*/ 6846764 h 6874329"/>
              <a:gd name="connsiteX42" fmla="*/ 2510567 w 2770496"/>
              <a:gd name="connsiteY42" fmla="*/ 6874329 h 6874329"/>
              <a:gd name="connsiteX43" fmla="*/ 912595 w 2770496"/>
              <a:gd name="connsiteY43" fmla="*/ 6874329 h 6874329"/>
              <a:gd name="connsiteX44" fmla="*/ 912595 w 2770496"/>
              <a:gd name="connsiteY44" fmla="*/ 6858000 h 6874329"/>
              <a:gd name="connsiteX45" fmla="*/ 0 w 2770496"/>
              <a:gd name="connsiteY45" fmla="*/ 6858000 h 6874329"/>
              <a:gd name="connsiteX46" fmla="*/ 0 w 2770496"/>
              <a:gd name="connsiteY46" fmla="*/ 0 h 6874329"/>
              <a:gd name="connsiteX0" fmla="*/ 0 w 2770496"/>
              <a:gd name="connsiteY0" fmla="*/ 0 h 6874329"/>
              <a:gd name="connsiteX1" fmla="*/ 1446663 w 2770496"/>
              <a:gd name="connsiteY1" fmla="*/ 0 h 6874329"/>
              <a:gd name="connsiteX2" fmla="*/ 1446663 w 2770496"/>
              <a:gd name="connsiteY2" fmla="*/ 2 h 6874329"/>
              <a:gd name="connsiteX3" fmla="*/ 1954764 w 2770496"/>
              <a:gd name="connsiteY3" fmla="*/ 2 h 6874329"/>
              <a:gd name="connsiteX4" fmla="*/ 1957395 w 2770496"/>
              <a:gd name="connsiteY4" fmla="*/ 42878 h 6874329"/>
              <a:gd name="connsiteX5" fmla="*/ 1946682 w 2770496"/>
              <a:gd name="connsiteY5" fmla="*/ 88399 h 6874329"/>
              <a:gd name="connsiteX6" fmla="*/ 1942627 w 2770496"/>
              <a:gd name="connsiteY6" fmla="*/ 220058 h 6874329"/>
              <a:gd name="connsiteX7" fmla="*/ 1928736 w 2770496"/>
              <a:gd name="connsiteY7" fmla="*/ 248814 h 6874329"/>
              <a:gd name="connsiteX8" fmla="*/ 1921659 w 2770496"/>
              <a:gd name="connsiteY8" fmla="*/ 270478 h 6874329"/>
              <a:gd name="connsiteX9" fmla="*/ 1893043 w 2770496"/>
              <a:gd name="connsiteY9" fmla="*/ 432254 h 6874329"/>
              <a:gd name="connsiteX10" fmla="*/ 1887612 w 2770496"/>
              <a:gd name="connsiteY10" fmla="*/ 466474 h 6874329"/>
              <a:gd name="connsiteX11" fmla="*/ 1852528 w 2770496"/>
              <a:gd name="connsiteY11" fmla="*/ 562942 h 6874329"/>
              <a:gd name="connsiteX12" fmla="*/ 1850661 w 2770496"/>
              <a:gd name="connsiteY12" fmla="*/ 589537 h 6874329"/>
              <a:gd name="connsiteX13" fmla="*/ 1850964 w 2770496"/>
              <a:gd name="connsiteY13" fmla="*/ 615950 h 6874329"/>
              <a:gd name="connsiteX14" fmla="*/ 2224126 w 2770496"/>
              <a:gd name="connsiteY14" fmla="*/ 3232769 h 6874329"/>
              <a:gd name="connsiteX15" fmla="*/ 2226016 w 2770496"/>
              <a:gd name="connsiteY15" fmla="*/ 3246024 h 6874329"/>
              <a:gd name="connsiteX16" fmla="*/ 2226612 w 2770496"/>
              <a:gd name="connsiteY16" fmla="*/ 3307391 h 6874329"/>
              <a:gd name="connsiteX17" fmla="*/ 2239536 w 2770496"/>
              <a:gd name="connsiteY17" fmla="*/ 3380681 h 6874329"/>
              <a:gd name="connsiteX18" fmla="*/ 2231864 w 2770496"/>
              <a:gd name="connsiteY18" fmla="*/ 3412872 h 6874329"/>
              <a:gd name="connsiteX19" fmla="*/ 2235242 w 2770496"/>
              <a:gd name="connsiteY19" fmla="*/ 3435543 h 6874329"/>
              <a:gd name="connsiteX20" fmla="*/ 2237010 w 2770496"/>
              <a:gd name="connsiteY20" fmla="*/ 3438102 h 6874329"/>
              <a:gd name="connsiteX21" fmla="*/ 2238810 w 2770496"/>
              <a:gd name="connsiteY21" fmla="*/ 3448914 h 6874329"/>
              <a:gd name="connsiteX22" fmla="*/ 2245917 w 2770496"/>
              <a:gd name="connsiteY22" fmla="*/ 3451252 h 6874329"/>
              <a:gd name="connsiteX23" fmla="*/ 2253355 w 2770496"/>
              <a:gd name="connsiteY23" fmla="*/ 3467016 h 6874329"/>
              <a:gd name="connsiteX24" fmla="*/ 2252090 w 2770496"/>
              <a:gd name="connsiteY24" fmla="*/ 3512702 h 6874329"/>
              <a:gd name="connsiteX25" fmla="*/ 2254441 w 2770496"/>
              <a:gd name="connsiteY25" fmla="*/ 3583312 h 6874329"/>
              <a:gd name="connsiteX26" fmla="*/ 2258418 w 2770496"/>
              <a:gd name="connsiteY26" fmla="*/ 3640478 h 6874329"/>
              <a:gd name="connsiteX27" fmla="*/ 2266543 w 2770496"/>
              <a:gd name="connsiteY27" fmla="*/ 3661583 h 6874329"/>
              <a:gd name="connsiteX28" fmla="*/ 2270576 w 2770496"/>
              <a:gd name="connsiteY28" fmla="*/ 3669500 h 6874329"/>
              <a:gd name="connsiteX29" fmla="*/ 2269865 w 2770496"/>
              <a:gd name="connsiteY29" fmla="*/ 3674731 h 6874329"/>
              <a:gd name="connsiteX30" fmla="*/ 2770496 w 2770496"/>
              <a:gd name="connsiteY30" fmla="*/ 6286500 h 6874329"/>
              <a:gd name="connsiteX31" fmla="*/ 2409243 w 2770496"/>
              <a:gd name="connsiteY31" fmla="*/ 6286500 h 6874329"/>
              <a:gd name="connsiteX32" fmla="*/ 2413170 w 2770496"/>
              <a:gd name="connsiteY32" fmla="*/ 6299320 h 6874329"/>
              <a:gd name="connsiteX33" fmla="*/ 2410867 w 2770496"/>
              <a:gd name="connsiteY33" fmla="*/ 6334418 h 6874329"/>
              <a:gd name="connsiteX34" fmla="*/ 2445950 w 2770496"/>
              <a:gd name="connsiteY34" fmla="*/ 6410416 h 6874329"/>
              <a:gd name="connsiteX35" fmla="*/ 2485138 w 2770496"/>
              <a:gd name="connsiteY35" fmla="*/ 6506045 h 6874329"/>
              <a:gd name="connsiteX36" fmla="*/ 2479997 w 2770496"/>
              <a:gd name="connsiteY36" fmla="*/ 6585942 h 6874329"/>
              <a:gd name="connsiteX37" fmla="*/ 2484338 w 2770496"/>
              <a:gd name="connsiteY37" fmla="*/ 6625517 h 6874329"/>
              <a:gd name="connsiteX38" fmla="*/ 2504615 w 2770496"/>
              <a:gd name="connsiteY38" fmla="*/ 6706812 h 6874329"/>
              <a:gd name="connsiteX39" fmla="*/ 2502507 w 2770496"/>
              <a:gd name="connsiteY39" fmla="*/ 6819419 h 6874329"/>
              <a:gd name="connsiteX40" fmla="*/ 2505754 w 2770496"/>
              <a:gd name="connsiteY40" fmla="*/ 6846764 h 6874329"/>
              <a:gd name="connsiteX41" fmla="*/ 2510567 w 2770496"/>
              <a:gd name="connsiteY41" fmla="*/ 6874329 h 6874329"/>
              <a:gd name="connsiteX42" fmla="*/ 912595 w 2770496"/>
              <a:gd name="connsiteY42" fmla="*/ 6874329 h 6874329"/>
              <a:gd name="connsiteX43" fmla="*/ 912595 w 2770496"/>
              <a:gd name="connsiteY43" fmla="*/ 6858000 h 6874329"/>
              <a:gd name="connsiteX44" fmla="*/ 0 w 2770496"/>
              <a:gd name="connsiteY44" fmla="*/ 6858000 h 6874329"/>
              <a:gd name="connsiteX45" fmla="*/ 0 w 2770496"/>
              <a:gd name="connsiteY45" fmla="*/ 0 h 6874329"/>
              <a:gd name="connsiteX0" fmla="*/ 0 w 2510567"/>
              <a:gd name="connsiteY0" fmla="*/ 0 h 6874329"/>
              <a:gd name="connsiteX1" fmla="*/ 1446663 w 2510567"/>
              <a:gd name="connsiteY1" fmla="*/ 0 h 6874329"/>
              <a:gd name="connsiteX2" fmla="*/ 1446663 w 2510567"/>
              <a:gd name="connsiteY2" fmla="*/ 2 h 6874329"/>
              <a:gd name="connsiteX3" fmla="*/ 1954764 w 2510567"/>
              <a:gd name="connsiteY3" fmla="*/ 2 h 6874329"/>
              <a:gd name="connsiteX4" fmla="*/ 1957395 w 2510567"/>
              <a:gd name="connsiteY4" fmla="*/ 42878 h 6874329"/>
              <a:gd name="connsiteX5" fmla="*/ 1946682 w 2510567"/>
              <a:gd name="connsiteY5" fmla="*/ 88399 h 6874329"/>
              <a:gd name="connsiteX6" fmla="*/ 1942627 w 2510567"/>
              <a:gd name="connsiteY6" fmla="*/ 220058 h 6874329"/>
              <a:gd name="connsiteX7" fmla="*/ 1928736 w 2510567"/>
              <a:gd name="connsiteY7" fmla="*/ 248814 h 6874329"/>
              <a:gd name="connsiteX8" fmla="*/ 1921659 w 2510567"/>
              <a:gd name="connsiteY8" fmla="*/ 270478 h 6874329"/>
              <a:gd name="connsiteX9" fmla="*/ 1893043 w 2510567"/>
              <a:gd name="connsiteY9" fmla="*/ 432254 h 6874329"/>
              <a:gd name="connsiteX10" fmla="*/ 1887612 w 2510567"/>
              <a:gd name="connsiteY10" fmla="*/ 466474 h 6874329"/>
              <a:gd name="connsiteX11" fmla="*/ 1852528 w 2510567"/>
              <a:gd name="connsiteY11" fmla="*/ 562942 h 6874329"/>
              <a:gd name="connsiteX12" fmla="*/ 1850661 w 2510567"/>
              <a:gd name="connsiteY12" fmla="*/ 589537 h 6874329"/>
              <a:gd name="connsiteX13" fmla="*/ 1850964 w 2510567"/>
              <a:gd name="connsiteY13" fmla="*/ 615950 h 6874329"/>
              <a:gd name="connsiteX14" fmla="*/ 2224126 w 2510567"/>
              <a:gd name="connsiteY14" fmla="*/ 3232769 h 6874329"/>
              <a:gd name="connsiteX15" fmla="*/ 2226016 w 2510567"/>
              <a:gd name="connsiteY15" fmla="*/ 3246024 h 6874329"/>
              <a:gd name="connsiteX16" fmla="*/ 2226612 w 2510567"/>
              <a:gd name="connsiteY16" fmla="*/ 3307391 h 6874329"/>
              <a:gd name="connsiteX17" fmla="*/ 2239536 w 2510567"/>
              <a:gd name="connsiteY17" fmla="*/ 3380681 h 6874329"/>
              <a:gd name="connsiteX18" fmla="*/ 2231864 w 2510567"/>
              <a:gd name="connsiteY18" fmla="*/ 3412872 h 6874329"/>
              <a:gd name="connsiteX19" fmla="*/ 2235242 w 2510567"/>
              <a:gd name="connsiteY19" fmla="*/ 3435543 h 6874329"/>
              <a:gd name="connsiteX20" fmla="*/ 2237010 w 2510567"/>
              <a:gd name="connsiteY20" fmla="*/ 3438102 h 6874329"/>
              <a:gd name="connsiteX21" fmla="*/ 2238810 w 2510567"/>
              <a:gd name="connsiteY21" fmla="*/ 3448914 h 6874329"/>
              <a:gd name="connsiteX22" fmla="*/ 2245917 w 2510567"/>
              <a:gd name="connsiteY22" fmla="*/ 3451252 h 6874329"/>
              <a:gd name="connsiteX23" fmla="*/ 2253355 w 2510567"/>
              <a:gd name="connsiteY23" fmla="*/ 3467016 h 6874329"/>
              <a:gd name="connsiteX24" fmla="*/ 2252090 w 2510567"/>
              <a:gd name="connsiteY24" fmla="*/ 3512702 h 6874329"/>
              <a:gd name="connsiteX25" fmla="*/ 2254441 w 2510567"/>
              <a:gd name="connsiteY25" fmla="*/ 3583312 h 6874329"/>
              <a:gd name="connsiteX26" fmla="*/ 2258418 w 2510567"/>
              <a:gd name="connsiteY26" fmla="*/ 3640478 h 6874329"/>
              <a:gd name="connsiteX27" fmla="*/ 2266543 w 2510567"/>
              <a:gd name="connsiteY27" fmla="*/ 3661583 h 6874329"/>
              <a:gd name="connsiteX28" fmla="*/ 2270576 w 2510567"/>
              <a:gd name="connsiteY28" fmla="*/ 3669500 h 6874329"/>
              <a:gd name="connsiteX29" fmla="*/ 2269865 w 2510567"/>
              <a:gd name="connsiteY29" fmla="*/ 3674731 h 6874329"/>
              <a:gd name="connsiteX30" fmla="*/ 2409243 w 2510567"/>
              <a:gd name="connsiteY30" fmla="*/ 6286500 h 6874329"/>
              <a:gd name="connsiteX31" fmla="*/ 2413170 w 2510567"/>
              <a:gd name="connsiteY31" fmla="*/ 6299320 h 6874329"/>
              <a:gd name="connsiteX32" fmla="*/ 2410867 w 2510567"/>
              <a:gd name="connsiteY32" fmla="*/ 6334418 h 6874329"/>
              <a:gd name="connsiteX33" fmla="*/ 2445950 w 2510567"/>
              <a:gd name="connsiteY33" fmla="*/ 6410416 h 6874329"/>
              <a:gd name="connsiteX34" fmla="*/ 2485138 w 2510567"/>
              <a:gd name="connsiteY34" fmla="*/ 6506045 h 6874329"/>
              <a:gd name="connsiteX35" fmla="*/ 2479997 w 2510567"/>
              <a:gd name="connsiteY35" fmla="*/ 6585942 h 6874329"/>
              <a:gd name="connsiteX36" fmla="*/ 2484338 w 2510567"/>
              <a:gd name="connsiteY36" fmla="*/ 6625517 h 6874329"/>
              <a:gd name="connsiteX37" fmla="*/ 2504615 w 2510567"/>
              <a:gd name="connsiteY37" fmla="*/ 6706812 h 6874329"/>
              <a:gd name="connsiteX38" fmla="*/ 2502507 w 2510567"/>
              <a:gd name="connsiteY38" fmla="*/ 6819419 h 6874329"/>
              <a:gd name="connsiteX39" fmla="*/ 2505754 w 2510567"/>
              <a:gd name="connsiteY39" fmla="*/ 6846764 h 6874329"/>
              <a:gd name="connsiteX40" fmla="*/ 2510567 w 2510567"/>
              <a:gd name="connsiteY40" fmla="*/ 6874329 h 6874329"/>
              <a:gd name="connsiteX41" fmla="*/ 912595 w 2510567"/>
              <a:gd name="connsiteY41" fmla="*/ 6874329 h 6874329"/>
              <a:gd name="connsiteX42" fmla="*/ 912595 w 2510567"/>
              <a:gd name="connsiteY42" fmla="*/ 6858000 h 6874329"/>
              <a:gd name="connsiteX43" fmla="*/ 0 w 2510567"/>
              <a:gd name="connsiteY43" fmla="*/ 6858000 h 6874329"/>
              <a:gd name="connsiteX44" fmla="*/ 0 w 2510567"/>
              <a:gd name="connsiteY44" fmla="*/ 0 h 6874329"/>
              <a:gd name="connsiteX0" fmla="*/ 0 w 2510567"/>
              <a:gd name="connsiteY0" fmla="*/ 0 h 6874329"/>
              <a:gd name="connsiteX1" fmla="*/ 1446663 w 2510567"/>
              <a:gd name="connsiteY1" fmla="*/ 0 h 6874329"/>
              <a:gd name="connsiteX2" fmla="*/ 1446663 w 2510567"/>
              <a:gd name="connsiteY2" fmla="*/ 2 h 6874329"/>
              <a:gd name="connsiteX3" fmla="*/ 1954764 w 2510567"/>
              <a:gd name="connsiteY3" fmla="*/ 2 h 6874329"/>
              <a:gd name="connsiteX4" fmla="*/ 1957395 w 2510567"/>
              <a:gd name="connsiteY4" fmla="*/ 42878 h 6874329"/>
              <a:gd name="connsiteX5" fmla="*/ 1946682 w 2510567"/>
              <a:gd name="connsiteY5" fmla="*/ 88399 h 6874329"/>
              <a:gd name="connsiteX6" fmla="*/ 1942627 w 2510567"/>
              <a:gd name="connsiteY6" fmla="*/ 220058 h 6874329"/>
              <a:gd name="connsiteX7" fmla="*/ 1928736 w 2510567"/>
              <a:gd name="connsiteY7" fmla="*/ 248814 h 6874329"/>
              <a:gd name="connsiteX8" fmla="*/ 1921659 w 2510567"/>
              <a:gd name="connsiteY8" fmla="*/ 270478 h 6874329"/>
              <a:gd name="connsiteX9" fmla="*/ 1893043 w 2510567"/>
              <a:gd name="connsiteY9" fmla="*/ 432254 h 6874329"/>
              <a:gd name="connsiteX10" fmla="*/ 1887612 w 2510567"/>
              <a:gd name="connsiteY10" fmla="*/ 466474 h 6874329"/>
              <a:gd name="connsiteX11" fmla="*/ 1852528 w 2510567"/>
              <a:gd name="connsiteY11" fmla="*/ 562942 h 6874329"/>
              <a:gd name="connsiteX12" fmla="*/ 1850661 w 2510567"/>
              <a:gd name="connsiteY12" fmla="*/ 589537 h 6874329"/>
              <a:gd name="connsiteX13" fmla="*/ 1850964 w 2510567"/>
              <a:gd name="connsiteY13" fmla="*/ 615950 h 6874329"/>
              <a:gd name="connsiteX14" fmla="*/ 2224126 w 2510567"/>
              <a:gd name="connsiteY14" fmla="*/ 3232769 h 6874329"/>
              <a:gd name="connsiteX15" fmla="*/ 2226016 w 2510567"/>
              <a:gd name="connsiteY15" fmla="*/ 3246024 h 6874329"/>
              <a:gd name="connsiteX16" fmla="*/ 2226612 w 2510567"/>
              <a:gd name="connsiteY16" fmla="*/ 3307391 h 6874329"/>
              <a:gd name="connsiteX17" fmla="*/ 2239536 w 2510567"/>
              <a:gd name="connsiteY17" fmla="*/ 3380681 h 6874329"/>
              <a:gd name="connsiteX18" fmla="*/ 2231864 w 2510567"/>
              <a:gd name="connsiteY18" fmla="*/ 3412872 h 6874329"/>
              <a:gd name="connsiteX19" fmla="*/ 2235242 w 2510567"/>
              <a:gd name="connsiteY19" fmla="*/ 3435543 h 6874329"/>
              <a:gd name="connsiteX20" fmla="*/ 2237010 w 2510567"/>
              <a:gd name="connsiteY20" fmla="*/ 3438102 h 6874329"/>
              <a:gd name="connsiteX21" fmla="*/ 2238810 w 2510567"/>
              <a:gd name="connsiteY21" fmla="*/ 3448914 h 6874329"/>
              <a:gd name="connsiteX22" fmla="*/ 2245917 w 2510567"/>
              <a:gd name="connsiteY22" fmla="*/ 3451252 h 6874329"/>
              <a:gd name="connsiteX23" fmla="*/ 2253355 w 2510567"/>
              <a:gd name="connsiteY23" fmla="*/ 3467016 h 6874329"/>
              <a:gd name="connsiteX24" fmla="*/ 2252090 w 2510567"/>
              <a:gd name="connsiteY24" fmla="*/ 3512702 h 6874329"/>
              <a:gd name="connsiteX25" fmla="*/ 2254441 w 2510567"/>
              <a:gd name="connsiteY25" fmla="*/ 3583312 h 6874329"/>
              <a:gd name="connsiteX26" fmla="*/ 2258418 w 2510567"/>
              <a:gd name="connsiteY26" fmla="*/ 3640478 h 6874329"/>
              <a:gd name="connsiteX27" fmla="*/ 2266543 w 2510567"/>
              <a:gd name="connsiteY27" fmla="*/ 3661583 h 6874329"/>
              <a:gd name="connsiteX28" fmla="*/ 2270576 w 2510567"/>
              <a:gd name="connsiteY28" fmla="*/ 3669500 h 6874329"/>
              <a:gd name="connsiteX29" fmla="*/ 2119740 w 2510567"/>
              <a:gd name="connsiteY29" fmla="*/ 3702027 h 6874329"/>
              <a:gd name="connsiteX30" fmla="*/ 2409243 w 2510567"/>
              <a:gd name="connsiteY30" fmla="*/ 6286500 h 6874329"/>
              <a:gd name="connsiteX31" fmla="*/ 2413170 w 2510567"/>
              <a:gd name="connsiteY31" fmla="*/ 6299320 h 6874329"/>
              <a:gd name="connsiteX32" fmla="*/ 2410867 w 2510567"/>
              <a:gd name="connsiteY32" fmla="*/ 6334418 h 6874329"/>
              <a:gd name="connsiteX33" fmla="*/ 2445950 w 2510567"/>
              <a:gd name="connsiteY33" fmla="*/ 6410416 h 6874329"/>
              <a:gd name="connsiteX34" fmla="*/ 2485138 w 2510567"/>
              <a:gd name="connsiteY34" fmla="*/ 6506045 h 6874329"/>
              <a:gd name="connsiteX35" fmla="*/ 2479997 w 2510567"/>
              <a:gd name="connsiteY35" fmla="*/ 6585942 h 6874329"/>
              <a:gd name="connsiteX36" fmla="*/ 2484338 w 2510567"/>
              <a:gd name="connsiteY36" fmla="*/ 6625517 h 6874329"/>
              <a:gd name="connsiteX37" fmla="*/ 2504615 w 2510567"/>
              <a:gd name="connsiteY37" fmla="*/ 6706812 h 6874329"/>
              <a:gd name="connsiteX38" fmla="*/ 2502507 w 2510567"/>
              <a:gd name="connsiteY38" fmla="*/ 6819419 h 6874329"/>
              <a:gd name="connsiteX39" fmla="*/ 2505754 w 2510567"/>
              <a:gd name="connsiteY39" fmla="*/ 6846764 h 6874329"/>
              <a:gd name="connsiteX40" fmla="*/ 2510567 w 2510567"/>
              <a:gd name="connsiteY40" fmla="*/ 6874329 h 6874329"/>
              <a:gd name="connsiteX41" fmla="*/ 912595 w 2510567"/>
              <a:gd name="connsiteY41" fmla="*/ 6874329 h 6874329"/>
              <a:gd name="connsiteX42" fmla="*/ 912595 w 2510567"/>
              <a:gd name="connsiteY42" fmla="*/ 6858000 h 6874329"/>
              <a:gd name="connsiteX43" fmla="*/ 0 w 2510567"/>
              <a:gd name="connsiteY43" fmla="*/ 6858000 h 6874329"/>
              <a:gd name="connsiteX44" fmla="*/ 0 w 2510567"/>
              <a:gd name="connsiteY44" fmla="*/ 0 h 6874329"/>
              <a:gd name="connsiteX0" fmla="*/ 0 w 2510567"/>
              <a:gd name="connsiteY0" fmla="*/ 0 h 6874329"/>
              <a:gd name="connsiteX1" fmla="*/ 1446663 w 2510567"/>
              <a:gd name="connsiteY1" fmla="*/ 0 h 6874329"/>
              <a:gd name="connsiteX2" fmla="*/ 1446663 w 2510567"/>
              <a:gd name="connsiteY2" fmla="*/ 2 h 6874329"/>
              <a:gd name="connsiteX3" fmla="*/ 1954764 w 2510567"/>
              <a:gd name="connsiteY3" fmla="*/ 2 h 6874329"/>
              <a:gd name="connsiteX4" fmla="*/ 1957395 w 2510567"/>
              <a:gd name="connsiteY4" fmla="*/ 42878 h 6874329"/>
              <a:gd name="connsiteX5" fmla="*/ 1946682 w 2510567"/>
              <a:gd name="connsiteY5" fmla="*/ 88399 h 6874329"/>
              <a:gd name="connsiteX6" fmla="*/ 1942627 w 2510567"/>
              <a:gd name="connsiteY6" fmla="*/ 220058 h 6874329"/>
              <a:gd name="connsiteX7" fmla="*/ 1928736 w 2510567"/>
              <a:gd name="connsiteY7" fmla="*/ 248814 h 6874329"/>
              <a:gd name="connsiteX8" fmla="*/ 1921659 w 2510567"/>
              <a:gd name="connsiteY8" fmla="*/ 270478 h 6874329"/>
              <a:gd name="connsiteX9" fmla="*/ 1893043 w 2510567"/>
              <a:gd name="connsiteY9" fmla="*/ 432254 h 6874329"/>
              <a:gd name="connsiteX10" fmla="*/ 1887612 w 2510567"/>
              <a:gd name="connsiteY10" fmla="*/ 466474 h 6874329"/>
              <a:gd name="connsiteX11" fmla="*/ 1852528 w 2510567"/>
              <a:gd name="connsiteY11" fmla="*/ 562942 h 6874329"/>
              <a:gd name="connsiteX12" fmla="*/ 1850661 w 2510567"/>
              <a:gd name="connsiteY12" fmla="*/ 589537 h 6874329"/>
              <a:gd name="connsiteX13" fmla="*/ 1850964 w 2510567"/>
              <a:gd name="connsiteY13" fmla="*/ 615950 h 6874329"/>
              <a:gd name="connsiteX14" fmla="*/ 2224126 w 2510567"/>
              <a:gd name="connsiteY14" fmla="*/ 3232769 h 6874329"/>
              <a:gd name="connsiteX15" fmla="*/ 2226016 w 2510567"/>
              <a:gd name="connsiteY15" fmla="*/ 3246024 h 6874329"/>
              <a:gd name="connsiteX16" fmla="*/ 2239536 w 2510567"/>
              <a:gd name="connsiteY16" fmla="*/ 3380681 h 6874329"/>
              <a:gd name="connsiteX17" fmla="*/ 2231864 w 2510567"/>
              <a:gd name="connsiteY17" fmla="*/ 3412872 h 6874329"/>
              <a:gd name="connsiteX18" fmla="*/ 2235242 w 2510567"/>
              <a:gd name="connsiteY18" fmla="*/ 3435543 h 6874329"/>
              <a:gd name="connsiteX19" fmla="*/ 2237010 w 2510567"/>
              <a:gd name="connsiteY19" fmla="*/ 3438102 h 6874329"/>
              <a:gd name="connsiteX20" fmla="*/ 2238810 w 2510567"/>
              <a:gd name="connsiteY20" fmla="*/ 3448914 h 6874329"/>
              <a:gd name="connsiteX21" fmla="*/ 2245917 w 2510567"/>
              <a:gd name="connsiteY21" fmla="*/ 3451252 h 6874329"/>
              <a:gd name="connsiteX22" fmla="*/ 2253355 w 2510567"/>
              <a:gd name="connsiteY22" fmla="*/ 3467016 h 6874329"/>
              <a:gd name="connsiteX23" fmla="*/ 2252090 w 2510567"/>
              <a:gd name="connsiteY23" fmla="*/ 3512702 h 6874329"/>
              <a:gd name="connsiteX24" fmla="*/ 2254441 w 2510567"/>
              <a:gd name="connsiteY24" fmla="*/ 3583312 h 6874329"/>
              <a:gd name="connsiteX25" fmla="*/ 2258418 w 2510567"/>
              <a:gd name="connsiteY25" fmla="*/ 3640478 h 6874329"/>
              <a:gd name="connsiteX26" fmla="*/ 2266543 w 2510567"/>
              <a:gd name="connsiteY26" fmla="*/ 3661583 h 6874329"/>
              <a:gd name="connsiteX27" fmla="*/ 2270576 w 2510567"/>
              <a:gd name="connsiteY27" fmla="*/ 3669500 h 6874329"/>
              <a:gd name="connsiteX28" fmla="*/ 2119740 w 2510567"/>
              <a:gd name="connsiteY28" fmla="*/ 3702027 h 6874329"/>
              <a:gd name="connsiteX29" fmla="*/ 2409243 w 2510567"/>
              <a:gd name="connsiteY29" fmla="*/ 6286500 h 6874329"/>
              <a:gd name="connsiteX30" fmla="*/ 2413170 w 2510567"/>
              <a:gd name="connsiteY30" fmla="*/ 6299320 h 6874329"/>
              <a:gd name="connsiteX31" fmla="*/ 2410867 w 2510567"/>
              <a:gd name="connsiteY31" fmla="*/ 6334418 h 6874329"/>
              <a:gd name="connsiteX32" fmla="*/ 2445950 w 2510567"/>
              <a:gd name="connsiteY32" fmla="*/ 6410416 h 6874329"/>
              <a:gd name="connsiteX33" fmla="*/ 2485138 w 2510567"/>
              <a:gd name="connsiteY33" fmla="*/ 6506045 h 6874329"/>
              <a:gd name="connsiteX34" fmla="*/ 2479997 w 2510567"/>
              <a:gd name="connsiteY34" fmla="*/ 6585942 h 6874329"/>
              <a:gd name="connsiteX35" fmla="*/ 2484338 w 2510567"/>
              <a:gd name="connsiteY35" fmla="*/ 6625517 h 6874329"/>
              <a:gd name="connsiteX36" fmla="*/ 2504615 w 2510567"/>
              <a:gd name="connsiteY36" fmla="*/ 6706812 h 6874329"/>
              <a:gd name="connsiteX37" fmla="*/ 2502507 w 2510567"/>
              <a:gd name="connsiteY37" fmla="*/ 6819419 h 6874329"/>
              <a:gd name="connsiteX38" fmla="*/ 2505754 w 2510567"/>
              <a:gd name="connsiteY38" fmla="*/ 6846764 h 6874329"/>
              <a:gd name="connsiteX39" fmla="*/ 2510567 w 2510567"/>
              <a:gd name="connsiteY39" fmla="*/ 6874329 h 6874329"/>
              <a:gd name="connsiteX40" fmla="*/ 912595 w 2510567"/>
              <a:gd name="connsiteY40" fmla="*/ 6874329 h 6874329"/>
              <a:gd name="connsiteX41" fmla="*/ 912595 w 2510567"/>
              <a:gd name="connsiteY41" fmla="*/ 6858000 h 6874329"/>
              <a:gd name="connsiteX42" fmla="*/ 0 w 2510567"/>
              <a:gd name="connsiteY42" fmla="*/ 6858000 h 6874329"/>
              <a:gd name="connsiteX43" fmla="*/ 0 w 2510567"/>
              <a:gd name="connsiteY43" fmla="*/ 0 h 6874329"/>
              <a:gd name="connsiteX0" fmla="*/ 0 w 2510567"/>
              <a:gd name="connsiteY0" fmla="*/ 0 h 6874329"/>
              <a:gd name="connsiteX1" fmla="*/ 1446663 w 2510567"/>
              <a:gd name="connsiteY1" fmla="*/ 0 h 6874329"/>
              <a:gd name="connsiteX2" fmla="*/ 1446663 w 2510567"/>
              <a:gd name="connsiteY2" fmla="*/ 2 h 6874329"/>
              <a:gd name="connsiteX3" fmla="*/ 1954764 w 2510567"/>
              <a:gd name="connsiteY3" fmla="*/ 2 h 6874329"/>
              <a:gd name="connsiteX4" fmla="*/ 1957395 w 2510567"/>
              <a:gd name="connsiteY4" fmla="*/ 42878 h 6874329"/>
              <a:gd name="connsiteX5" fmla="*/ 1946682 w 2510567"/>
              <a:gd name="connsiteY5" fmla="*/ 88399 h 6874329"/>
              <a:gd name="connsiteX6" fmla="*/ 1942627 w 2510567"/>
              <a:gd name="connsiteY6" fmla="*/ 220058 h 6874329"/>
              <a:gd name="connsiteX7" fmla="*/ 1928736 w 2510567"/>
              <a:gd name="connsiteY7" fmla="*/ 248814 h 6874329"/>
              <a:gd name="connsiteX8" fmla="*/ 1921659 w 2510567"/>
              <a:gd name="connsiteY8" fmla="*/ 270478 h 6874329"/>
              <a:gd name="connsiteX9" fmla="*/ 1893043 w 2510567"/>
              <a:gd name="connsiteY9" fmla="*/ 432254 h 6874329"/>
              <a:gd name="connsiteX10" fmla="*/ 1887612 w 2510567"/>
              <a:gd name="connsiteY10" fmla="*/ 466474 h 6874329"/>
              <a:gd name="connsiteX11" fmla="*/ 1852528 w 2510567"/>
              <a:gd name="connsiteY11" fmla="*/ 562942 h 6874329"/>
              <a:gd name="connsiteX12" fmla="*/ 1850661 w 2510567"/>
              <a:gd name="connsiteY12" fmla="*/ 589537 h 6874329"/>
              <a:gd name="connsiteX13" fmla="*/ 1850964 w 2510567"/>
              <a:gd name="connsiteY13" fmla="*/ 615950 h 6874329"/>
              <a:gd name="connsiteX14" fmla="*/ 2224126 w 2510567"/>
              <a:gd name="connsiteY14" fmla="*/ 3232769 h 6874329"/>
              <a:gd name="connsiteX15" fmla="*/ 2239536 w 2510567"/>
              <a:gd name="connsiteY15" fmla="*/ 3380681 h 6874329"/>
              <a:gd name="connsiteX16" fmla="*/ 2231864 w 2510567"/>
              <a:gd name="connsiteY16" fmla="*/ 3412872 h 6874329"/>
              <a:gd name="connsiteX17" fmla="*/ 2235242 w 2510567"/>
              <a:gd name="connsiteY17" fmla="*/ 3435543 h 6874329"/>
              <a:gd name="connsiteX18" fmla="*/ 2237010 w 2510567"/>
              <a:gd name="connsiteY18" fmla="*/ 3438102 h 6874329"/>
              <a:gd name="connsiteX19" fmla="*/ 2238810 w 2510567"/>
              <a:gd name="connsiteY19" fmla="*/ 3448914 h 6874329"/>
              <a:gd name="connsiteX20" fmla="*/ 2245917 w 2510567"/>
              <a:gd name="connsiteY20" fmla="*/ 3451252 h 6874329"/>
              <a:gd name="connsiteX21" fmla="*/ 2253355 w 2510567"/>
              <a:gd name="connsiteY21" fmla="*/ 3467016 h 6874329"/>
              <a:gd name="connsiteX22" fmla="*/ 2252090 w 2510567"/>
              <a:gd name="connsiteY22" fmla="*/ 3512702 h 6874329"/>
              <a:gd name="connsiteX23" fmla="*/ 2254441 w 2510567"/>
              <a:gd name="connsiteY23" fmla="*/ 3583312 h 6874329"/>
              <a:gd name="connsiteX24" fmla="*/ 2258418 w 2510567"/>
              <a:gd name="connsiteY24" fmla="*/ 3640478 h 6874329"/>
              <a:gd name="connsiteX25" fmla="*/ 2266543 w 2510567"/>
              <a:gd name="connsiteY25" fmla="*/ 3661583 h 6874329"/>
              <a:gd name="connsiteX26" fmla="*/ 2270576 w 2510567"/>
              <a:gd name="connsiteY26" fmla="*/ 3669500 h 6874329"/>
              <a:gd name="connsiteX27" fmla="*/ 2119740 w 2510567"/>
              <a:gd name="connsiteY27" fmla="*/ 3702027 h 6874329"/>
              <a:gd name="connsiteX28" fmla="*/ 2409243 w 2510567"/>
              <a:gd name="connsiteY28" fmla="*/ 6286500 h 6874329"/>
              <a:gd name="connsiteX29" fmla="*/ 2413170 w 2510567"/>
              <a:gd name="connsiteY29" fmla="*/ 6299320 h 6874329"/>
              <a:gd name="connsiteX30" fmla="*/ 2410867 w 2510567"/>
              <a:gd name="connsiteY30" fmla="*/ 6334418 h 6874329"/>
              <a:gd name="connsiteX31" fmla="*/ 2445950 w 2510567"/>
              <a:gd name="connsiteY31" fmla="*/ 6410416 h 6874329"/>
              <a:gd name="connsiteX32" fmla="*/ 2485138 w 2510567"/>
              <a:gd name="connsiteY32" fmla="*/ 6506045 h 6874329"/>
              <a:gd name="connsiteX33" fmla="*/ 2479997 w 2510567"/>
              <a:gd name="connsiteY33" fmla="*/ 6585942 h 6874329"/>
              <a:gd name="connsiteX34" fmla="*/ 2484338 w 2510567"/>
              <a:gd name="connsiteY34" fmla="*/ 6625517 h 6874329"/>
              <a:gd name="connsiteX35" fmla="*/ 2504615 w 2510567"/>
              <a:gd name="connsiteY35" fmla="*/ 6706812 h 6874329"/>
              <a:gd name="connsiteX36" fmla="*/ 2502507 w 2510567"/>
              <a:gd name="connsiteY36" fmla="*/ 6819419 h 6874329"/>
              <a:gd name="connsiteX37" fmla="*/ 2505754 w 2510567"/>
              <a:gd name="connsiteY37" fmla="*/ 6846764 h 6874329"/>
              <a:gd name="connsiteX38" fmla="*/ 2510567 w 2510567"/>
              <a:gd name="connsiteY38" fmla="*/ 6874329 h 6874329"/>
              <a:gd name="connsiteX39" fmla="*/ 912595 w 2510567"/>
              <a:gd name="connsiteY39" fmla="*/ 6874329 h 6874329"/>
              <a:gd name="connsiteX40" fmla="*/ 912595 w 2510567"/>
              <a:gd name="connsiteY40" fmla="*/ 6858000 h 6874329"/>
              <a:gd name="connsiteX41" fmla="*/ 0 w 2510567"/>
              <a:gd name="connsiteY41" fmla="*/ 6858000 h 6874329"/>
              <a:gd name="connsiteX42" fmla="*/ 0 w 2510567"/>
              <a:gd name="connsiteY42" fmla="*/ 0 h 6874329"/>
              <a:gd name="connsiteX0" fmla="*/ 0 w 2510567"/>
              <a:gd name="connsiteY0" fmla="*/ 0 h 6874329"/>
              <a:gd name="connsiteX1" fmla="*/ 1446663 w 2510567"/>
              <a:gd name="connsiteY1" fmla="*/ 0 h 6874329"/>
              <a:gd name="connsiteX2" fmla="*/ 1446663 w 2510567"/>
              <a:gd name="connsiteY2" fmla="*/ 2 h 6874329"/>
              <a:gd name="connsiteX3" fmla="*/ 1954764 w 2510567"/>
              <a:gd name="connsiteY3" fmla="*/ 2 h 6874329"/>
              <a:gd name="connsiteX4" fmla="*/ 1957395 w 2510567"/>
              <a:gd name="connsiteY4" fmla="*/ 42878 h 6874329"/>
              <a:gd name="connsiteX5" fmla="*/ 1946682 w 2510567"/>
              <a:gd name="connsiteY5" fmla="*/ 88399 h 6874329"/>
              <a:gd name="connsiteX6" fmla="*/ 1942627 w 2510567"/>
              <a:gd name="connsiteY6" fmla="*/ 220058 h 6874329"/>
              <a:gd name="connsiteX7" fmla="*/ 1928736 w 2510567"/>
              <a:gd name="connsiteY7" fmla="*/ 248814 h 6874329"/>
              <a:gd name="connsiteX8" fmla="*/ 1921659 w 2510567"/>
              <a:gd name="connsiteY8" fmla="*/ 270478 h 6874329"/>
              <a:gd name="connsiteX9" fmla="*/ 1893043 w 2510567"/>
              <a:gd name="connsiteY9" fmla="*/ 432254 h 6874329"/>
              <a:gd name="connsiteX10" fmla="*/ 1887612 w 2510567"/>
              <a:gd name="connsiteY10" fmla="*/ 466474 h 6874329"/>
              <a:gd name="connsiteX11" fmla="*/ 1852528 w 2510567"/>
              <a:gd name="connsiteY11" fmla="*/ 562942 h 6874329"/>
              <a:gd name="connsiteX12" fmla="*/ 1850661 w 2510567"/>
              <a:gd name="connsiteY12" fmla="*/ 589537 h 6874329"/>
              <a:gd name="connsiteX13" fmla="*/ 1850964 w 2510567"/>
              <a:gd name="connsiteY13" fmla="*/ 615950 h 6874329"/>
              <a:gd name="connsiteX14" fmla="*/ 2239536 w 2510567"/>
              <a:gd name="connsiteY14" fmla="*/ 3380681 h 6874329"/>
              <a:gd name="connsiteX15" fmla="*/ 2231864 w 2510567"/>
              <a:gd name="connsiteY15" fmla="*/ 3412872 h 6874329"/>
              <a:gd name="connsiteX16" fmla="*/ 2235242 w 2510567"/>
              <a:gd name="connsiteY16" fmla="*/ 3435543 h 6874329"/>
              <a:gd name="connsiteX17" fmla="*/ 2237010 w 2510567"/>
              <a:gd name="connsiteY17" fmla="*/ 3438102 h 6874329"/>
              <a:gd name="connsiteX18" fmla="*/ 2238810 w 2510567"/>
              <a:gd name="connsiteY18" fmla="*/ 3448914 h 6874329"/>
              <a:gd name="connsiteX19" fmla="*/ 2245917 w 2510567"/>
              <a:gd name="connsiteY19" fmla="*/ 3451252 h 6874329"/>
              <a:gd name="connsiteX20" fmla="*/ 2253355 w 2510567"/>
              <a:gd name="connsiteY20" fmla="*/ 3467016 h 6874329"/>
              <a:gd name="connsiteX21" fmla="*/ 2252090 w 2510567"/>
              <a:gd name="connsiteY21" fmla="*/ 3512702 h 6874329"/>
              <a:gd name="connsiteX22" fmla="*/ 2254441 w 2510567"/>
              <a:gd name="connsiteY22" fmla="*/ 3583312 h 6874329"/>
              <a:gd name="connsiteX23" fmla="*/ 2258418 w 2510567"/>
              <a:gd name="connsiteY23" fmla="*/ 3640478 h 6874329"/>
              <a:gd name="connsiteX24" fmla="*/ 2266543 w 2510567"/>
              <a:gd name="connsiteY24" fmla="*/ 3661583 h 6874329"/>
              <a:gd name="connsiteX25" fmla="*/ 2270576 w 2510567"/>
              <a:gd name="connsiteY25" fmla="*/ 3669500 h 6874329"/>
              <a:gd name="connsiteX26" fmla="*/ 2119740 w 2510567"/>
              <a:gd name="connsiteY26" fmla="*/ 3702027 h 6874329"/>
              <a:gd name="connsiteX27" fmla="*/ 2409243 w 2510567"/>
              <a:gd name="connsiteY27" fmla="*/ 6286500 h 6874329"/>
              <a:gd name="connsiteX28" fmla="*/ 2413170 w 2510567"/>
              <a:gd name="connsiteY28" fmla="*/ 6299320 h 6874329"/>
              <a:gd name="connsiteX29" fmla="*/ 2410867 w 2510567"/>
              <a:gd name="connsiteY29" fmla="*/ 6334418 h 6874329"/>
              <a:gd name="connsiteX30" fmla="*/ 2445950 w 2510567"/>
              <a:gd name="connsiteY30" fmla="*/ 6410416 h 6874329"/>
              <a:gd name="connsiteX31" fmla="*/ 2485138 w 2510567"/>
              <a:gd name="connsiteY31" fmla="*/ 6506045 h 6874329"/>
              <a:gd name="connsiteX32" fmla="*/ 2479997 w 2510567"/>
              <a:gd name="connsiteY32" fmla="*/ 6585942 h 6874329"/>
              <a:gd name="connsiteX33" fmla="*/ 2484338 w 2510567"/>
              <a:gd name="connsiteY33" fmla="*/ 6625517 h 6874329"/>
              <a:gd name="connsiteX34" fmla="*/ 2504615 w 2510567"/>
              <a:gd name="connsiteY34" fmla="*/ 6706812 h 6874329"/>
              <a:gd name="connsiteX35" fmla="*/ 2502507 w 2510567"/>
              <a:gd name="connsiteY35" fmla="*/ 6819419 h 6874329"/>
              <a:gd name="connsiteX36" fmla="*/ 2505754 w 2510567"/>
              <a:gd name="connsiteY36" fmla="*/ 6846764 h 6874329"/>
              <a:gd name="connsiteX37" fmla="*/ 2510567 w 2510567"/>
              <a:gd name="connsiteY37" fmla="*/ 6874329 h 6874329"/>
              <a:gd name="connsiteX38" fmla="*/ 912595 w 2510567"/>
              <a:gd name="connsiteY38" fmla="*/ 6874329 h 6874329"/>
              <a:gd name="connsiteX39" fmla="*/ 912595 w 2510567"/>
              <a:gd name="connsiteY39" fmla="*/ 6858000 h 6874329"/>
              <a:gd name="connsiteX40" fmla="*/ 0 w 2510567"/>
              <a:gd name="connsiteY40" fmla="*/ 6858000 h 6874329"/>
              <a:gd name="connsiteX41" fmla="*/ 0 w 2510567"/>
              <a:gd name="connsiteY41" fmla="*/ 0 h 6874329"/>
              <a:gd name="connsiteX0" fmla="*/ 0 w 2510567"/>
              <a:gd name="connsiteY0" fmla="*/ 0 h 6874329"/>
              <a:gd name="connsiteX1" fmla="*/ 1446663 w 2510567"/>
              <a:gd name="connsiteY1" fmla="*/ 0 h 6874329"/>
              <a:gd name="connsiteX2" fmla="*/ 1446663 w 2510567"/>
              <a:gd name="connsiteY2" fmla="*/ 2 h 6874329"/>
              <a:gd name="connsiteX3" fmla="*/ 1954764 w 2510567"/>
              <a:gd name="connsiteY3" fmla="*/ 2 h 6874329"/>
              <a:gd name="connsiteX4" fmla="*/ 1957395 w 2510567"/>
              <a:gd name="connsiteY4" fmla="*/ 42878 h 6874329"/>
              <a:gd name="connsiteX5" fmla="*/ 1946682 w 2510567"/>
              <a:gd name="connsiteY5" fmla="*/ 88399 h 6874329"/>
              <a:gd name="connsiteX6" fmla="*/ 1942627 w 2510567"/>
              <a:gd name="connsiteY6" fmla="*/ 220058 h 6874329"/>
              <a:gd name="connsiteX7" fmla="*/ 1928736 w 2510567"/>
              <a:gd name="connsiteY7" fmla="*/ 248814 h 6874329"/>
              <a:gd name="connsiteX8" fmla="*/ 1921659 w 2510567"/>
              <a:gd name="connsiteY8" fmla="*/ 270478 h 6874329"/>
              <a:gd name="connsiteX9" fmla="*/ 1893043 w 2510567"/>
              <a:gd name="connsiteY9" fmla="*/ 432254 h 6874329"/>
              <a:gd name="connsiteX10" fmla="*/ 1887612 w 2510567"/>
              <a:gd name="connsiteY10" fmla="*/ 466474 h 6874329"/>
              <a:gd name="connsiteX11" fmla="*/ 1852528 w 2510567"/>
              <a:gd name="connsiteY11" fmla="*/ 562942 h 6874329"/>
              <a:gd name="connsiteX12" fmla="*/ 1850661 w 2510567"/>
              <a:gd name="connsiteY12" fmla="*/ 589537 h 6874329"/>
              <a:gd name="connsiteX13" fmla="*/ 1850964 w 2510567"/>
              <a:gd name="connsiteY13" fmla="*/ 615950 h 6874329"/>
              <a:gd name="connsiteX14" fmla="*/ 2239536 w 2510567"/>
              <a:gd name="connsiteY14" fmla="*/ 3380681 h 6874329"/>
              <a:gd name="connsiteX15" fmla="*/ 2231864 w 2510567"/>
              <a:gd name="connsiteY15" fmla="*/ 3412872 h 6874329"/>
              <a:gd name="connsiteX16" fmla="*/ 2235242 w 2510567"/>
              <a:gd name="connsiteY16" fmla="*/ 3435543 h 6874329"/>
              <a:gd name="connsiteX17" fmla="*/ 2237010 w 2510567"/>
              <a:gd name="connsiteY17" fmla="*/ 3438102 h 6874329"/>
              <a:gd name="connsiteX18" fmla="*/ 2238810 w 2510567"/>
              <a:gd name="connsiteY18" fmla="*/ 3448914 h 6874329"/>
              <a:gd name="connsiteX19" fmla="*/ 2245917 w 2510567"/>
              <a:gd name="connsiteY19" fmla="*/ 3451252 h 6874329"/>
              <a:gd name="connsiteX20" fmla="*/ 2253355 w 2510567"/>
              <a:gd name="connsiteY20" fmla="*/ 3467016 h 6874329"/>
              <a:gd name="connsiteX21" fmla="*/ 2252090 w 2510567"/>
              <a:gd name="connsiteY21" fmla="*/ 3512702 h 6874329"/>
              <a:gd name="connsiteX22" fmla="*/ 2254441 w 2510567"/>
              <a:gd name="connsiteY22" fmla="*/ 3583312 h 6874329"/>
              <a:gd name="connsiteX23" fmla="*/ 2258418 w 2510567"/>
              <a:gd name="connsiteY23" fmla="*/ 3640478 h 6874329"/>
              <a:gd name="connsiteX24" fmla="*/ 2266543 w 2510567"/>
              <a:gd name="connsiteY24" fmla="*/ 3661583 h 6874329"/>
              <a:gd name="connsiteX25" fmla="*/ 2270576 w 2510567"/>
              <a:gd name="connsiteY25" fmla="*/ 3669500 h 6874329"/>
              <a:gd name="connsiteX26" fmla="*/ 2119740 w 2510567"/>
              <a:gd name="connsiteY26" fmla="*/ 3702027 h 6874329"/>
              <a:gd name="connsiteX27" fmla="*/ 2409243 w 2510567"/>
              <a:gd name="connsiteY27" fmla="*/ 6286500 h 6874329"/>
              <a:gd name="connsiteX28" fmla="*/ 2413170 w 2510567"/>
              <a:gd name="connsiteY28" fmla="*/ 6299320 h 6874329"/>
              <a:gd name="connsiteX29" fmla="*/ 2410867 w 2510567"/>
              <a:gd name="connsiteY29" fmla="*/ 6334418 h 6874329"/>
              <a:gd name="connsiteX30" fmla="*/ 2445950 w 2510567"/>
              <a:gd name="connsiteY30" fmla="*/ 6410416 h 6874329"/>
              <a:gd name="connsiteX31" fmla="*/ 2485138 w 2510567"/>
              <a:gd name="connsiteY31" fmla="*/ 6506045 h 6874329"/>
              <a:gd name="connsiteX32" fmla="*/ 2479997 w 2510567"/>
              <a:gd name="connsiteY32" fmla="*/ 6585942 h 6874329"/>
              <a:gd name="connsiteX33" fmla="*/ 2484338 w 2510567"/>
              <a:gd name="connsiteY33" fmla="*/ 6625517 h 6874329"/>
              <a:gd name="connsiteX34" fmla="*/ 2504615 w 2510567"/>
              <a:gd name="connsiteY34" fmla="*/ 6706812 h 6874329"/>
              <a:gd name="connsiteX35" fmla="*/ 2502507 w 2510567"/>
              <a:gd name="connsiteY35" fmla="*/ 6819419 h 6874329"/>
              <a:gd name="connsiteX36" fmla="*/ 2505754 w 2510567"/>
              <a:gd name="connsiteY36" fmla="*/ 6846764 h 6874329"/>
              <a:gd name="connsiteX37" fmla="*/ 2510567 w 2510567"/>
              <a:gd name="connsiteY37" fmla="*/ 6874329 h 6874329"/>
              <a:gd name="connsiteX38" fmla="*/ 912595 w 2510567"/>
              <a:gd name="connsiteY38" fmla="*/ 6874329 h 6874329"/>
              <a:gd name="connsiteX39" fmla="*/ 0 w 2510567"/>
              <a:gd name="connsiteY39" fmla="*/ 6858000 h 6874329"/>
              <a:gd name="connsiteX40" fmla="*/ 0 w 2510567"/>
              <a:gd name="connsiteY40" fmla="*/ 0 h 6874329"/>
              <a:gd name="connsiteX0" fmla="*/ 0 w 2510567"/>
              <a:gd name="connsiteY0" fmla="*/ 0 h 6874329"/>
              <a:gd name="connsiteX1" fmla="*/ 1446663 w 2510567"/>
              <a:gd name="connsiteY1" fmla="*/ 0 h 6874329"/>
              <a:gd name="connsiteX2" fmla="*/ 1954764 w 2510567"/>
              <a:gd name="connsiteY2" fmla="*/ 2 h 6874329"/>
              <a:gd name="connsiteX3" fmla="*/ 1957395 w 2510567"/>
              <a:gd name="connsiteY3" fmla="*/ 42878 h 6874329"/>
              <a:gd name="connsiteX4" fmla="*/ 1946682 w 2510567"/>
              <a:gd name="connsiteY4" fmla="*/ 88399 h 6874329"/>
              <a:gd name="connsiteX5" fmla="*/ 1942627 w 2510567"/>
              <a:gd name="connsiteY5" fmla="*/ 220058 h 6874329"/>
              <a:gd name="connsiteX6" fmla="*/ 1928736 w 2510567"/>
              <a:gd name="connsiteY6" fmla="*/ 248814 h 6874329"/>
              <a:gd name="connsiteX7" fmla="*/ 1921659 w 2510567"/>
              <a:gd name="connsiteY7" fmla="*/ 270478 h 6874329"/>
              <a:gd name="connsiteX8" fmla="*/ 1893043 w 2510567"/>
              <a:gd name="connsiteY8" fmla="*/ 432254 h 6874329"/>
              <a:gd name="connsiteX9" fmla="*/ 1887612 w 2510567"/>
              <a:gd name="connsiteY9" fmla="*/ 466474 h 6874329"/>
              <a:gd name="connsiteX10" fmla="*/ 1852528 w 2510567"/>
              <a:gd name="connsiteY10" fmla="*/ 562942 h 6874329"/>
              <a:gd name="connsiteX11" fmla="*/ 1850661 w 2510567"/>
              <a:gd name="connsiteY11" fmla="*/ 589537 h 6874329"/>
              <a:gd name="connsiteX12" fmla="*/ 1850964 w 2510567"/>
              <a:gd name="connsiteY12" fmla="*/ 615950 h 6874329"/>
              <a:gd name="connsiteX13" fmla="*/ 2239536 w 2510567"/>
              <a:gd name="connsiteY13" fmla="*/ 3380681 h 6874329"/>
              <a:gd name="connsiteX14" fmla="*/ 2231864 w 2510567"/>
              <a:gd name="connsiteY14" fmla="*/ 3412872 h 6874329"/>
              <a:gd name="connsiteX15" fmla="*/ 2235242 w 2510567"/>
              <a:gd name="connsiteY15" fmla="*/ 3435543 h 6874329"/>
              <a:gd name="connsiteX16" fmla="*/ 2237010 w 2510567"/>
              <a:gd name="connsiteY16" fmla="*/ 3438102 h 6874329"/>
              <a:gd name="connsiteX17" fmla="*/ 2238810 w 2510567"/>
              <a:gd name="connsiteY17" fmla="*/ 3448914 h 6874329"/>
              <a:gd name="connsiteX18" fmla="*/ 2245917 w 2510567"/>
              <a:gd name="connsiteY18" fmla="*/ 3451252 h 6874329"/>
              <a:gd name="connsiteX19" fmla="*/ 2253355 w 2510567"/>
              <a:gd name="connsiteY19" fmla="*/ 3467016 h 6874329"/>
              <a:gd name="connsiteX20" fmla="*/ 2252090 w 2510567"/>
              <a:gd name="connsiteY20" fmla="*/ 3512702 h 6874329"/>
              <a:gd name="connsiteX21" fmla="*/ 2254441 w 2510567"/>
              <a:gd name="connsiteY21" fmla="*/ 3583312 h 6874329"/>
              <a:gd name="connsiteX22" fmla="*/ 2258418 w 2510567"/>
              <a:gd name="connsiteY22" fmla="*/ 3640478 h 6874329"/>
              <a:gd name="connsiteX23" fmla="*/ 2266543 w 2510567"/>
              <a:gd name="connsiteY23" fmla="*/ 3661583 h 6874329"/>
              <a:gd name="connsiteX24" fmla="*/ 2270576 w 2510567"/>
              <a:gd name="connsiteY24" fmla="*/ 3669500 h 6874329"/>
              <a:gd name="connsiteX25" fmla="*/ 2119740 w 2510567"/>
              <a:gd name="connsiteY25" fmla="*/ 3702027 h 6874329"/>
              <a:gd name="connsiteX26" fmla="*/ 2409243 w 2510567"/>
              <a:gd name="connsiteY26" fmla="*/ 6286500 h 6874329"/>
              <a:gd name="connsiteX27" fmla="*/ 2413170 w 2510567"/>
              <a:gd name="connsiteY27" fmla="*/ 6299320 h 6874329"/>
              <a:gd name="connsiteX28" fmla="*/ 2410867 w 2510567"/>
              <a:gd name="connsiteY28" fmla="*/ 6334418 h 6874329"/>
              <a:gd name="connsiteX29" fmla="*/ 2445950 w 2510567"/>
              <a:gd name="connsiteY29" fmla="*/ 6410416 h 6874329"/>
              <a:gd name="connsiteX30" fmla="*/ 2485138 w 2510567"/>
              <a:gd name="connsiteY30" fmla="*/ 6506045 h 6874329"/>
              <a:gd name="connsiteX31" fmla="*/ 2479997 w 2510567"/>
              <a:gd name="connsiteY31" fmla="*/ 6585942 h 6874329"/>
              <a:gd name="connsiteX32" fmla="*/ 2484338 w 2510567"/>
              <a:gd name="connsiteY32" fmla="*/ 6625517 h 6874329"/>
              <a:gd name="connsiteX33" fmla="*/ 2504615 w 2510567"/>
              <a:gd name="connsiteY33" fmla="*/ 6706812 h 6874329"/>
              <a:gd name="connsiteX34" fmla="*/ 2502507 w 2510567"/>
              <a:gd name="connsiteY34" fmla="*/ 6819419 h 6874329"/>
              <a:gd name="connsiteX35" fmla="*/ 2505754 w 2510567"/>
              <a:gd name="connsiteY35" fmla="*/ 6846764 h 6874329"/>
              <a:gd name="connsiteX36" fmla="*/ 2510567 w 2510567"/>
              <a:gd name="connsiteY36" fmla="*/ 6874329 h 6874329"/>
              <a:gd name="connsiteX37" fmla="*/ 912595 w 2510567"/>
              <a:gd name="connsiteY37" fmla="*/ 6874329 h 6874329"/>
              <a:gd name="connsiteX38" fmla="*/ 0 w 2510567"/>
              <a:gd name="connsiteY38" fmla="*/ 6858000 h 6874329"/>
              <a:gd name="connsiteX39" fmla="*/ 0 w 2510567"/>
              <a:gd name="connsiteY39" fmla="*/ 0 h 6874329"/>
              <a:gd name="connsiteX0" fmla="*/ 0 w 2510567"/>
              <a:gd name="connsiteY0" fmla="*/ 0 h 6874329"/>
              <a:gd name="connsiteX1" fmla="*/ 1954764 w 2510567"/>
              <a:gd name="connsiteY1" fmla="*/ 2 h 6874329"/>
              <a:gd name="connsiteX2" fmla="*/ 1957395 w 2510567"/>
              <a:gd name="connsiteY2" fmla="*/ 42878 h 6874329"/>
              <a:gd name="connsiteX3" fmla="*/ 1946682 w 2510567"/>
              <a:gd name="connsiteY3" fmla="*/ 88399 h 6874329"/>
              <a:gd name="connsiteX4" fmla="*/ 1942627 w 2510567"/>
              <a:gd name="connsiteY4" fmla="*/ 220058 h 6874329"/>
              <a:gd name="connsiteX5" fmla="*/ 1928736 w 2510567"/>
              <a:gd name="connsiteY5" fmla="*/ 248814 h 6874329"/>
              <a:gd name="connsiteX6" fmla="*/ 1921659 w 2510567"/>
              <a:gd name="connsiteY6" fmla="*/ 270478 h 6874329"/>
              <a:gd name="connsiteX7" fmla="*/ 1893043 w 2510567"/>
              <a:gd name="connsiteY7" fmla="*/ 432254 h 6874329"/>
              <a:gd name="connsiteX8" fmla="*/ 1887612 w 2510567"/>
              <a:gd name="connsiteY8" fmla="*/ 466474 h 6874329"/>
              <a:gd name="connsiteX9" fmla="*/ 1852528 w 2510567"/>
              <a:gd name="connsiteY9" fmla="*/ 562942 h 6874329"/>
              <a:gd name="connsiteX10" fmla="*/ 1850661 w 2510567"/>
              <a:gd name="connsiteY10" fmla="*/ 589537 h 6874329"/>
              <a:gd name="connsiteX11" fmla="*/ 1850964 w 2510567"/>
              <a:gd name="connsiteY11" fmla="*/ 615950 h 6874329"/>
              <a:gd name="connsiteX12" fmla="*/ 2239536 w 2510567"/>
              <a:gd name="connsiteY12" fmla="*/ 3380681 h 6874329"/>
              <a:gd name="connsiteX13" fmla="*/ 2231864 w 2510567"/>
              <a:gd name="connsiteY13" fmla="*/ 3412872 h 6874329"/>
              <a:gd name="connsiteX14" fmla="*/ 2235242 w 2510567"/>
              <a:gd name="connsiteY14" fmla="*/ 3435543 h 6874329"/>
              <a:gd name="connsiteX15" fmla="*/ 2237010 w 2510567"/>
              <a:gd name="connsiteY15" fmla="*/ 3438102 h 6874329"/>
              <a:gd name="connsiteX16" fmla="*/ 2238810 w 2510567"/>
              <a:gd name="connsiteY16" fmla="*/ 3448914 h 6874329"/>
              <a:gd name="connsiteX17" fmla="*/ 2245917 w 2510567"/>
              <a:gd name="connsiteY17" fmla="*/ 3451252 h 6874329"/>
              <a:gd name="connsiteX18" fmla="*/ 2253355 w 2510567"/>
              <a:gd name="connsiteY18" fmla="*/ 3467016 h 6874329"/>
              <a:gd name="connsiteX19" fmla="*/ 2252090 w 2510567"/>
              <a:gd name="connsiteY19" fmla="*/ 3512702 h 6874329"/>
              <a:gd name="connsiteX20" fmla="*/ 2254441 w 2510567"/>
              <a:gd name="connsiteY20" fmla="*/ 3583312 h 6874329"/>
              <a:gd name="connsiteX21" fmla="*/ 2258418 w 2510567"/>
              <a:gd name="connsiteY21" fmla="*/ 3640478 h 6874329"/>
              <a:gd name="connsiteX22" fmla="*/ 2266543 w 2510567"/>
              <a:gd name="connsiteY22" fmla="*/ 3661583 h 6874329"/>
              <a:gd name="connsiteX23" fmla="*/ 2270576 w 2510567"/>
              <a:gd name="connsiteY23" fmla="*/ 3669500 h 6874329"/>
              <a:gd name="connsiteX24" fmla="*/ 2119740 w 2510567"/>
              <a:gd name="connsiteY24" fmla="*/ 3702027 h 6874329"/>
              <a:gd name="connsiteX25" fmla="*/ 2409243 w 2510567"/>
              <a:gd name="connsiteY25" fmla="*/ 6286500 h 6874329"/>
              <a:gd name="connsiteX26" fmla="*/ 2413170 w 2510567"/>
              <a:gd name="connsiteY26" fmla="*/ 6299320 h 6874329"/>
              <a:gd name="connsiteX27" fmla="*/ 2410867 w 2510567"/>
              <a:gd name="connsiteY27" fmla="*/ 6334418 h 6874329"/>
              <a:gd name="connsiteX28" fmla="*/ 2445950 w 2510567"/>
              <a:gd name="connsiteY28" fmla="*/ 6410416 h 6874329"/>
              <a:gd name="connsiteX29" fmla="*/ 2485138 w 2510567"/>
              <a:gd name="connsiteY29" fmla="*/ 6506045 h 6874329"/>
              <a:gd name="connsiteX30" fmla="*/ 2479997 w 2510567"/>
              <a:gd name="connsiteY30" fmla="*/ 6585942 h 6874329"/>
              <a:gd name="connsiteX31" fmla="*/ 2484338 w 2510567"/>
              <a:gd name="connsiteY31" fmla="*/ 6625517 h 6874329"/>
              <a:gd name="connsiteX32" fmla="*/ 2504615 w 2510567"/>
              <a:gd name="connsiteY32" fmla="*/ 6706812 h 6874329"/>
              <a:gd name="connsiteX33" fmla="*/ 2502507 w 2510567"/>
              <a:gd name="connsiteY33" fmla="*/ 6819419 h 6874329"/>
              <a:gd name="connsiteX34" fmla="*/ 2505754 w 2510567"/>
              <a:gd name="connsiteY34" fmla="*/ 6846764 h 6874329"/>
              <a:gd name="connsiteX35" fmla="*/ 2510567 w 2510567"/>
              <a:gd name="connsiteY35" fmla="*/ 6874329 h 6874329"/>
              <a:gd name="connsiteX36" fmla="*/ 912595 w 2510567"/>
              <a:gd name="connsiteY36" fmla="*/ 6874329 h 6874329"/>
              <a:gd name="connsiteX37" fmla="*/ 0 w 2510567"/>
              <a:gd name="connsiteY37" fmla="*/ 6858000 h 6874329"/>
              <a:gd name="connsiteX38" fmla="*/ 0 w 2510567"/>
              <a:gd name="connsiteY38" fmla="*/ 0 h 6874329"/>
              <a:gd name="connsiteX0" fmla="*/ 0 w 2510567"/>
              <a:gd name="connsiteY0" fmla="*/ 0 h 6874329"/>
              <a:gd name="connsiteX1" fmla="*/ 1954764 w 2510567"/>
              <a:gd name="connsiteY1" fmla="*/ 2 h 6874329"/>
              <a:gd name="connsiteX2" fmla="*/ 1957395 w 2510567"/>
              <a:gd name="connsiteY2" fmla="*/ 42878 h 6874329"/>
              <a:gd name="connsiteX3" fmla="*/ 1946682 w 2510567"/>
              <a:gd name="connsiteY3" fmla="*/ 88399 h 6874329"/>
              <a:gd name="connsiteX4" fmla="*/ 1942627 w 2510567"/>
              <a:gd name="connsiteY4" fmla="*/ 220058 h 6874329"/>
              <a:gd name="connsiteX5" fmla="*/ 1928736 w 2510567"/>
              <a:gd name="connsiteY5" fmla="*/ 248814 h 6874329"/>
              <a:gd name="connsiteX6" fmla="*/ 1921659 w 2510567"/>
              <a:gd name="connsiteY6" fmla="*/ 270478 h 6874329"/>
              <a:gd name="connsiteX7" fmla="*/ 1893043 w 2510567"/>
              <a:gd name="connsiteY7" fmla="*/ 432254 h 6874329"/>
              <a:gd name="connsiteX8" fmla="*/ 1887612 w 2510567"/>
              <a:gd name="connsiteY8" fmla="*/ 466474 h 6874329"/>
              <a:gd name="connsiteX9" fmla="*/ 1852528 w 2510567"/>
              <a:gd name="connsiteY9" fmla="*/ 562942 h 6874329"/>
              <a:gd name="connsiteX10" fmla="*/ 1850661 w 2510567"/>
              <a:gd name="connsiteY10" fmla="*/ 589537 h 6874329"/>
              <a:gd name="connsiteX11" fmla="*/ 1850964 w 2510567"/>
              <a:gd name="connsiteY11" fmla="*/ 615950 h 6874329"/>
              <a:gd name="connsiteX12" fmla="*/ 2239536 w 2510567"/>
              <a:gd name="connsiteY12" fmla="*/ 3380681 h 6874329"/>
              <a:gd name="connsiteX13" fmla="*/ 2231864 w 2510567"/>
              <a:gd name="connsiteY13" fmla="*/ 3412872 h 6874329"/>
              <a:gd name="connsiteX14" fmla="*/ 2235242 w 2510567"/>
              <a:gd name="connsiteY14" fmla="*/ 3435543 h 6874329"/>
              <a:gd name="connsiteX15" fmla="*/ 2237010 w 2510567"/>
              <a:gd name="connsiteY15" fmla="*/ 3438102 h 6874329"/>
              <a:gd name="connsiteX16" fmla="*/ 2238810 w 2510567"/>
              <a:gd name="connsiteY16" fmla="*/ 3448914 h 6874329"/>
              <a:gd name="connsiteX17" fmla="*/ 2245917 w 2510567"/>
              <a:gd name="connsiteY17" fmla="*/ 3451252 h 6874329"/>
              <a:gd name="connsiteX18" fmla="*/ 2253355 w 2510567"/>
              <a:gd name="connsiteY18" fmla="*/ 3467016 h 6874329"/>
              <a:gd name="connsiteX19" fmla="*/ 2252090 w 2510567"/>
              <a:gd name="connsiteY19" fmla="*/ 3512702 h 6874329"/>
              <a:gd name="connsiteX20" fmla="*/ 2254441 w 2510567"/>
              <a:gd name="connsiteY20" fmla="*/ 3583312 h 6874329"/>
              <a:gd name="connsiteX21" fmla="*/ 2258418 w 2510567"/>
              <a:gd name="connsiteY21" fmla="*/ 3640478 h 6874329"/>
              <a:gd name="connsiteX22" fmla="*/ 2266543 w 2510567"/>
              <a:gd name="connsiteY22" fmla="*/ 3661583 h 6874329"/>
              <a:gd name="connsiteX23" fmla="*/ 2270576 w 2510567"/>
              <a:gd name="connsiteY23" fmla="*/ 3669500 h 6874329"/>
              <a:gd name="connsiteX24" fmla="*/ 2119740 w 2510567"/>
              <a:gd name="connsiteY24" fmla="*/ 3702027 h 6874329"/>
              <a:gd name="connsiteX25" fmla="*/ 2409243 w 2510567"/>
              <a:gd name="connsiteY25" fmla="*/ 6286500 h 6874329"/>
              <a:gd name="connsiteX26" fmla="*/ 2413170 w 2510567"/>
              <a:gd name="connsiteY26" fmla="*/ 6299320 h 6874329"/>
              <a:gd name="connsiteX27" fmla="*/ 2410867 w 2510567"/>
              <a:gd name="connsiteY27" fmla="*/ 6334418 h 6874329"/>
              <a:gd name="connsiteX28" fmla="*/ 2445950 w 2510567"/>
              <a:gd name="connsiteY28" fmla="*/ 6410416 h 6874329"/>
              <a:gd name="connsiteX29" fmla="*/ 2485138 w 2510567"/>
              <a:gd name="connsiteY29" fmla="*/ 6506045 h 6874329"/>
              <a:gd name="connsiteX30" fmla="*/ 2479997 w 2510567"/>
              <a:gd name="connsiteY30" fmla="*/ 6585942 h 6874329"/>
              <a:gd name="connsiteX31" fmla="*/ 2484338 w 2510567"/>
              <a:gd name="connsiteY31" fmla="*/ 6625517 h 6874329"/>
              <a:gd name="connsiteX32" fmla="*/ 2504615 w 2510567"/>
              <a:gd name="connsiteY32" fmla="*/ 6706812 h 6874329"/>
              <a:gd name="connsiteX33" fmla="*/ 2502507 w 2510567"/>
              <a:gd name="connsiteY33" fmla="*/ 6819419 h 6874329"/>
              <a:gd name="connsiteX34" fmla="*/ 2505754 w 2510567"/>
              <a:gd name="connsiteY34" fmla="*/ 6846764 h 6874329"/>
              <a:gd name="connsiteX35" fmla="*/ 2510567 w 2510567"/>
              <a:gd name="connsiteY35" fmla="*/ 6874329 h 6874329"/>
              <a:gd name="connsiteX36" fmla="*/ 0 w 2510567"/>
              <a:gd name="connsiteY36" fmla="*/ 6858000 h 6874329"/>
              <a:gd name="connsiteX37" fmla="*/ 0 w 2510567"/>
              <a:gd name="connsiteY37" fmla="*/ 0 h 6874329"/>
              <a:gd name="connsiteX0" fmla="*/ 0 w 2510567"/>
              <a:gd name="connsiteY0" fmla="*/ 0 h 6874329"/>
              <a:gd name="connsiteX1" fmla="*/ 1954764 w 2510567"/>
              <a:gd name="connsiteY1" fmla="*/ 2 h 6874329"/>
              <a:gd name="connsiteX2" fmla="*/ 1957395 w 2510567"/>
              <a:gd name="connsiteY2" fmla="*/ 42878 h 6874329"/>
              <a:gd name="connsiteX3" fmla="*/ 1946682 w 2510567"/>
              <a:gd name="connsiteY3" fmla="*/ 88399 h 6874329"/>
              <a:gd name="connsiteX4" fmla="*/ 1942627 w 2510567"/>
              <a:gd name="connsiteY4" fmla="*/ 220058 h 6874329"/>
              <a:gd name="connsiteX5" fmla="*/ 1928736 w 2510567"/>
              <a:gd name="connsiteY5" fmla="*/ 248814 h 6874329"/>
              <a:gd name="connsiteX6" fmla="*/ 1921659 w 2510567"/>
              <a:gd name="connsiteY6" fmla="*/ 270478 h 6874329"/>
              <a:gd name="connsiteX7" fmla="*/ 1893043 w 2510567"/>
              <a:gd name="connsiteY7" fmla="*/ 432254 h 6874329"/>
              <a:gd name="connsiteX8" fmla="*/ 1887612 w 2510567"/>
              <a:gd name="connsiteY8" fmla="*/ 466474 h 6874329"/>
              <a:gd name="connsiteX9" fmla="*/ 1852528 w 2510567"/>
              <a:gd name="connsiteY9" fmla="*/ 562942 h 6874329"/>
              <a:gd name="connsiteX10" fmla="*/ 1850661 w 2510567"/>
              <a:gd name="connsiteY10" fmla="*/ 589537 h 6874329"/>
              <a:gd name="connsiteX11" fmla="*/ 1850964 w 2510567"/>
              <a:gd name="connsiteY11" fmla="*/ 615950 h 6874329"/>
              <a:gd name="connsiteX12" fmla="*/ 2239536 w 2510567"/>
              <a:gd name="connsiteY12" fmla="*/ 3380681 h 6874329"/>
              <a:gd name="connsiteX13" fmla="*/ 2231864 w 2510567"/>
              <a:gd name="connsiteY13" fmla="*/ 3412872 h 6874329"/>
              <a:gd name="connsiteX14" fmla="*/ 2235242 w 2510567"/>
              <a:gd name="connsiteY14" fmla="*/ 3435543 h 6874329"/>
              <a:gd name="connsiteX15" fmla="*/ 2237010 w 2510567"/>
              <a:gd name="connsiteY15" fmla="*/ 3438102 h 6874329"/>
              <a:gd name="connsiteX16" fmla="*/ 2238810 w 2510567"/>
              <a:gd name="connsiteY16" fmla="*/ 3448914 h 6874329"/>
              <a:gd name="connsiteX17" fmla="*/ 2245917 w 2510567"/>
              <a:gd name="connsiteY17" fmla="*/ 3451252 h 6874329"/>
              <a:gd name="connsiteX18" fmla="*/ 2253355 w 2510567"/>
              <a:gd name="connsiteY18" fmla="*/ 3467016 h 6874329"/>
              <a:gd name="connsiteX19" fmla="*/ 2252090 w 2510567"/>
              <a:gd name="connsiteY19" fmla="*/ 3512702 h 6874329"/>
              <a:gd name="connsiteX20" fmla="*/ 2254441 w 2510567"/>
              <a:gd name="connsiteY20" fmla="*/ 3583312 h 6874329"/>
              <a:gd name="connsiteX21" fmla="*/ 2258418 w 2510567"/>
              <a:gd name="connsiteY21" fmla="*/ 3640478 h 6874329"/>
              <a:gd name="connsiteX22" fmla="*/ 2266543 w 2510567"/>
              <a:gd name="connsiteY22" fmla="*/ 3661583 h 6874329"/>
              <a:gd name="connsiteX23" fmla="*/ 2270576 w 2510567"/>
              <a:gd name="connsiteY23" fmla="*/ 3669500 h 6874329"/>
              <a:gd name="connsiteX24" fmla="*/ 2409243 w 2510567"/>
              <a:gd name="connsiteY24" fmla="*/ 6286500 h 6874329"/>
              <a:gd name="connsiteX25" fmla="*/ 2413170 w 2510567"/>
              <a:gd name="connsiteY25" fmla="*/ 6299320 h 6874329"/>
              <a:gd name="connsiteX26" fmla="*/ 2410867 w 2510567"/>
              <a:gd name="connsiteY26" fmla="*/ 6334418 h 6874329"/>
              <a:gd name="connsiteX27" fmla="*/ 2445950 w 2510567"/>
              <a:gd name="connsiteY27" fmla="*/ 6410416 h 6874329"/>
              <a:gd name="connsiteX28" fmla="*/ 2485138 w 2510567"/>
              <a:gd name="connsiteY28" fmla="*/ 6506045 h 6874329"/>
              <a:gd name="connsiteX29" fmla="*/ 2479997 w 2510567"/>
              <a:gd name="connsiteY29" fmla="*/ 6585942 h 6874329"/>
              <a:gd name="connsiteX30" fmla="*/ 2484338 w 2510567"/>
              <a:gd name="connsiteY30" fmla="*/ 6625517 h 6874329"/>
              <a:gd name="connsiteX31" fmla="*/ 2504615 w 2510567"/>
              <a:gd name="connsiteY31" fmla="*/ 6706812 h 6874329"/>
              <a:gd name="connsiteX32" fmla="*/ 2502507 w 2510567"/>
              <a:gd name="connsiteY32" fmla="*/ 6819419 h 6874329"/>
              <a:gd name="connsiteX33" fmla="*/ 2505754 w 2510567"/>
              <a:gd name="connsiteY33" fmla="*/ 6846764 h 6874329"/>
              <a:gd name="connsiteX34" fmla="*/ 2510567 w 2510567"/>
              <a:gd name="connsiteY34" fmla="*/ 6874329 h 6874329"/>
              <a:gd name="connsiteX35" fmla="*/ 0 w 2510567"/>
              <a:gd name="connsiteY35" fmla="*/ 6858000 h 6874329"/>
              <a:gd name="connsiteX36" fmla="*/ 0 w 2510567"/>
              <a:gd name="connsiteY36" fmla="*/ 0 h 6874329"/>
              <a:gd name="connsiteX0" fmla="*/ 0 w 2510567"/>
              <a:gd name="connsiteY0" fmla="*/ 0 h 6874329"/>
              <a:gd name="connsiteX1" fmla="*/ 1954764 w 2510567"/>
              <a:gd name="connsiteY1" fmla="*/ 2 h 6874329"/>
              <a:gd name="connsiteX2" fmla="*/ 1957395 w 2510567"/>
              <a:gd name="connsiteY2" fmla="*/ 42878 h 6874329"/>
              <a:gd name="connsiteX3" fmla="*/ 1946682 w 2510567"/>
              <a:gd name="connsiteY3" fmla="*/ 88399 h 6874329"/>
              <a:gd name="connsiteX4" fmla="*/ 1942627 w 2510567"/>
              <a:gd name="connsiteY4" fmla="*/ 220058 h 6874329"/>
              <a:gd name="connsiteX5" fmla="*/ 1928736 w 2510567"/>
              <a:gd name="connsiteY5" fmla="*/ 248814 h 6874329"/>
              <a:gd name="connsiteX6" fmla="*/ 1921659 w 2510567"/>
              <a:gd name="connsiteY6" fmla="*/ 270478 h 6874329"/>
              <a:gd name="connsiteX7" fmla="*/ 1893043 w 2510567"/>
              <a:gd name="connsiteY7" fmla="*/ 432254 h 6874329"/>
              <a:gd name="connsiteX8" fmla="*/ 1887612 w 2510567"/>
              <a:gd name="connsiteY8" fmla="*/ 466474 h 6874329"/>
              <a:gd name="connsiteX9" fmla="*/ 1852528 w 2510567"/>
              <a:gd name="connsiteY9" fmla="*/ 562942 h 6874329"/>
              <a:gd name="connsiteX10" fmla="*/ 1850661 w 2510567"/>
              <a:gd name="connsiteY10" fmla="*/ 589537 h 6874329"/>
              <a:gd name="connsiteX11" fmla="*/ 1850964 w 2510567"/>
              <a:gd name="connsiteY11" fmla="*/ 615950 h 6874329"/>
              <a:gd name="connsiteX12" fmla="*/ 2239536 w 2510567"/>
              <a:gd name="connsiteY12" fmla="*/ 3380681 h 6874329"/>
              <a:gd name="connsiteX13" fmla="*/ 2231864 w 2510567"/>
              <a:gd name="connsiteY13" fmla="*/ 3412872 h 6874329"/>
              <a:gd name="connsiteX14" fmla="*/ 2235242 w 2510567"/>
              <a:gd name="connsiteY14" fmla="*/ 3435543 h 6874329"/>
              <a:gd name="connsiteX15" fmla="*/ 2237010 w 2510567"/>
              <a:gd name="connsiteY15" fmla="*/ 3438102 h 6874329"/>
              <a:gd name="connsiteX16" fmla="*/ 2238810 w 2510567"/>
              <a:gd name="connsiteY16" fmla="*/ 3448914 h 6874329"/>
              <a:gd name="connsiteX17" fmla="*/ 2245917 w 2510567"/>
              <a:gd name="connsiteY17" fmla="*/ 3451252 h 6874329"/>
              <a:gd name="connsiteX18" fmla="*/ 2253355 w 2510567"/>
              <a:gd name="connsiteY18" fmla="*/ 3467016 h 6874329"/>
              <a:gd name="connsiteX19" fmla="*/ 2252090 w 2510567"/>
              <a:gd name="connsiteY19" fmla="*/ 3512702 h 6874329"/>
              <a:gd name="connsiteX20" fmla="*/ 2254441 w 2510567"/>
              <a:gd name="connsiteY20" fmla="*/ 3583312 h 6874329"/>
              <a:gd name="connsiteX21" fmla="*/ 2258418 w 2510567"/>
              <a:gd name="connsiteY21" fmla="*/ 3640478 h 6874329"/>
              <a:gd name="connsiteX22" fmla="*/ 2266543 w 2510567"/>
              <a:gd name="connsiteY22" fmla="*/ 3661583 h 6874329"/>
              <a:gd name="connsiteX23" fmla="*/ 2270576 w 2510567"/>
              <a:gd name="connsiteY23" fmla="*/ 3669500 h 6874329"/>
              <a:gd name="connsiteX24" fmla="*/ 2409243 w 2510567"/>
              <a:gd name="connsiteY24" fmla="*/ 6286500 h 6874329"/>
              <a:gd name="connsiteX25" fmla="*/ 2413170 w 2510567"/>
              <a:gd name="connsiteY25" fmla="*/ 6299320 h 6874329"/>
              <a:gd name="connsiteX26" fmla="*/ 2410867 w 2510567"/>
              <a:gd name="connsiteY26" fmla="*/ 6334418 h 6874329"/>
              <a:gd name="connsiteX27" fmla="*/ 2445950 w 2510567"/>
              <a:gd name="connsiteY27" fmla="*/ 6410416 h 6874329"/>
              <a:gd name="connsiteX28" fmla="*/ 2485138 w 2510567"/>
              <a:gd name="connsiteY28" fmla="*/ 6506045 h 6874329"/>
              <a:gd name="connsiteX29" fmla="*/ 2479997 w 2510567"/>
              <a:gd name="connsiteY29" fmla="*/ 6585942 h 6874329"/>
              <a:gd name="connsiteX30" fmla="*/ 2484338 w 2510567"/>
              <a:gd name="connsiteY30" fmla="*/ 6625517 h 6874329"/>
              <a:gd name="connsiteX31" fmla="*/ 2474470 w 2510567"/>
              <a:gd name="connsiteY31" fmla="*/ 6716860 h 6874329"/>
              <a:gd name="connsiteX32" fmla="*/ 2502507 w 2510567"/>
              <a:gd name="connsiteY32" fmla="*/ 6819419 h 6874329"/>
              <a:gd name="connsiteX33" fmla="*/ 2505754 w 2510567"/>
              <a:gd name="connsiteY33" fmla="*/ 6846764 h 6874329"/>
              <a:gd name="connsiteX34" fmla="*/ 2510567 w 2510567"/>
              <a:gd name="connsiteY34" fmla="*/ 6874329 h 6874329"/>
              <a:gd name="connsiteX35" fmla="*/ 0 w 2510567"/>
              <a:gd name="connsiteY35" fmla="*/ 6858000 h 6874329"/>
              <a:gd name="connsiteX36" fmla="*/ 0 w 2510567"/>
              <a:gd name="connsiteY36" fmla="*/ 0 h 6874329"/>
              <a:gd name="connsiteX0" fmla="*/ 0 w 2695189"/>
              <a:gd name="connsiteY0" fmla="*/ 0 h 6874329"/>
              <a:gd name="connsiteX1" fmla="*/ 1954764 w 2695189"/>
              <a:gd name="connsiteY1" fmla="*/ 2 h 6874329"/>
              <a:gd name="connsiteX2" fmla="*/ 1957395 w 2695189"/>
              <a:gd name="connsiteY2" fmla="*/ 42878 h 6874329"/>
              <a:gd name="connsiteX3" fmla="*/ 1946682 w 2695189"/>
              <a:gd name="connsiteY3" fmla="*/ 88399 h 6874329"/>
              <a:gd name="connsiteX4" fmla="*/ 1942627 w 2695189"/>
              <a:gd name="connsiteY4" fmla="*/ 220058 h 6874329"/>
              <a:gd name="connsiteX5" fmla="*/ 1928736 w 2695189"/>
              <a:gd name="connsiteY5" fmla="*/ 248814 h 6874329"/>
              <a:gd name="connsiteX6" fmla="*/ 1921659 w 2695189"/>
              <a:gd name="connsiteY6" fmla="*/ 270478 h 6874329"/>
              <a:gd name="connsiteX7" fmla="*/ 1893043 w 2695189"/>
              <a:gd name="connsiteY7" fmla="*/ 432254 h 6874329"/>
              <a:gd name="connsiteX8" fmla="*/ 1887612 w 2695189"/>
              <a:gd name="connsiteY8" fmla="*/ 466474 h 6874329"/>
              <a:gd name="connsiteX9" fmla="*/ 1852528 w 2695189"/>
              <a:gd name="connsiteY9" fmla="*/ 562942 h 6874329"/>
              <a:gd name="connsiteX10" fmla="*/ 1850661 w 2695189"/>
              <a:gd name="connsiteY10" fmla="*/ 589537 h 6874329"/>
              <a:gd name="connsiteX11" fmla="*/ 1850964 w 2695189"/>
              <a:gd name="connsiteY11" fmla="*/ 615950 h 6874329"/>
              <a:gd name="connsiteX12" fmla="*/ 2239536 w 2695189"/>
              <a:gd name="connsiteY12" fmla="*/ 3380681 h 6874329"/>
              <a:gd name="connsiteX13" fmla="*/ 2231864 w 2695189"/>
              <a:gd name="connsiteY13" fmla="*/ 3412872 h 6874329"/>
              <a:gd name="connsiteX14" fmla="*/ 2235242 w 2695189"/>
              <a:gd name="connsiteY14" fmla="*/ 3435543 h 6874329"/>
              <a:gd name="connsiteX15" fmla="*/ 2237010 w 2695189"/>
              <a:gd name="connsiteY15" fmla="*/ 3438102 h 6874329"/>
              <a:gd name="connsiteX16" fmla="*/ 2238810 w 2695189"/>
              <a:gd name="connsiteY16" fmla="*/ 3448914 h 6874329"/>
              <a:gd name="connsiteX17" fmla="*/ 2245917 w 2695189"/>
              <a:gd name="connsiteY17" fmla="*/ 3451252 h 6874329"/>
              <a:gd name="connsiteX18" fmla="*/ 2253355 w 2695189"/>
              <a:gd name="connsiteY18" fmla="*/ 3467016 h 6874329"/>
              <a:gd name="connsiteX19" fmla="*/ 2252090 w 2695189"/>
              <a:gd name="connsiteY19" fmla="*/ 3512702 h 6874329"/>
              <a:gd name="connsiteX20" fmla="*/ 2254441 w 2695189"/>
              <a:gd name="connsiteY20" fmla="*/ 3583312 h 6874329"/>
              <a:gd name="connsiteX21" fmla="*/ 2258418 w 2695189"/>
              <a:gd name="connsiteY21" fmla="*/ 3640478 h 6874329"/>
              <a:gd name="connsiteX22" fmla="*/ 2266543 w 2695189"/>
              <a:gd name="connsiteY22" fmla="*/ 3661583 h 6874329"/>
              <a:gd name="connsiteX23" fmla="*/ 2270576 w 2695189"/>
              <a:gd name="connsiteY23" fmla="*/ 3669500 h 6874329"/>
              <a:gd name="connsiteX24" fmla="*/ 2409243 w 2695189"/>
              <a:gd name="connsiteY24" fmla="*/ 6286500 h 6874329"/>
              <a:gd name="connsiteX25" fmla="*/ 2413170 w 2695189"/>
              <a:gd name="connsiteY25" fmla="*/ 6299320 h 6874329"/>
              <a:gd name="connsiteX26" fmla="*/ 2410867 w 2695189"/>
              <a:gd name="connsiteY26" fmla="*/ 6334418 h 6874329"/>
              <a:gd name="connsiteX27" fmla="*/ 2445950 w 2695189"/>
              <a:gd name="connsiteY27" fmla="*/ 6410416 h 6874329"/>
              <a:gd name="connsiteX28" fmla="*/ 2485138 w 2695189"/>
              <a:gd name="connsiteY28" fmla="*/ 6506045 h 6874329"/>
              <a:gd name="connsiteX29" fmla="*/ 2479997 w 2695189"/>
              <a:gd name="connsiteY29" fmla="*/ 6585942 h 6874329"/>
              <a:gd name="connsiteX30" fmla="*/ 2484338 w 2695189"/>
              <a:gd name="connsiteY30" fmla="*/ 6625517 h 6874329"/>
              <a:gd name="connsiteX31" fmla="*/ 2474470 w 2695189"/>
              <a:gd name="connsiteY31" fmla="*/ 6716860 h 6874329"/>
              <a:gd name="connsiteX32" fmla="*/ 2502507 w 2695189"/>
              <a:gd name="connsiteY32" fmla="*/ 6819419 h 6874329"/>
              <a:gd name="connsiteX33" fmla="*/ 2510567 w 2695189"/>
              <a:gd name="connsiteY33" fmla="*/ 6874329 h 6874329"/>
              <a:gd name="connsiteX34" fmla="*/ 0 w 2695189"/>
              <a:gd name="connsiteY34" fmla="*/ 6858000 h 6874329"/>
              <a:gd name="connsiteX35" fmla="*/ 0 w 2695189"/>
              <a:gd name="connsiteY35" fmla="*/ 0 h 6874329"/>
              <a:gd name="connsiteX0" fmla="*/ 0 w 2693908"/>
              <a:gd name="connsiteY0" fmla="*/ 0 h 6874329"/>
              <a:gd name="connsiteX1" fmla="*/ 1954764 w 2693908"/>
              <a:gd name="connsiteY1" fmla="*/ 2 h 6874329"/>
              <a:gd name="connsiteX2" fmla="*/ 1957395 w 2693908"/>
              <a:gd name="connsiteY2" fmla="*/ 42878 h 6874329"/>
              <a:gd name="connsiteX3" fmla="*/ 1946682 w 2693908"/>
              <a:gd name="connsiteY3" fmla="*/ 88399 h 6874329"/>
              <a:gd name="connsiteX4" fmla="*/ 1942627 w 2693908"/>
              <a:gd name="connsiteY4" fmla="*/ 220058 h 6874329"/>
              <a:gd name="connsiteX5" fmla="*/ 1928736 w 2693908"/>
              <a:gd name="connsiteY5" fmla="*/ 248814 h 6874329"/>
              <a:gd name="connsiteX6" fmla="*/ 1921659 w 2693908"/>
              <a:gd name="connsiteY6" fmla="*/ 270478 h 6874329"/>
              <a:gd name="connsiteX7" fmla="*/ 1893043 w 2693908"/>
              <a:gd name="connsiteY7" fmla="*/ 432254 h 6874329"/>
              <a:gd name="connsiteX8" fmla="*/ 1887612 w 2693908"/>
              <a:gd name="connsiteY8" fmla="*/ 466474 h 6874329"/>
              <a:gd name="connsiteX9" fmla="*/ 1852528 w 2693908"/>
              <a:gd name="connsiteY9" fmla="*/ 562942 h 6874329"/>
              <a:gd name="connsiteX10" fmla="*/ 1850661 w 2693908"/>
              <a:gd name="connsiteY10" fmla="*/ 589537 h 6874329"/>
              <a:gd name="connsiteX11" fmla="*/ 1850964 w 2693908"/>
              <a:gd name="connsiteY11" fmla="*/ 615950 h 6874329"/>
              <a:gd name="connsiteX12" fmla="*/ 2239536 w 2693908"/>
              <a:gd name="connsiteY12" fmla="*/ 3380681 h 6874329"/>
              <a:gd name="connsiteX13" fmla="*/ 2231864 w 2693908"/>
              <a:gd name="connsiteY13" fmla="*/ 3412872 h 6874329"/>
              <a:gd name="connsiteX14" fmla="*/ 2235242 w 2693908"/>
              <a:gd name="connsiteY14" fmla="*/ 3435543 h 6874329"/>
              <a:gd name="connsiteX15" fmla="*/ 2237010 w 2693908"/>
              <a:gd name="connsiteY15" fmla="*/ 3438102 h 6874329"/>
              <a:gd name="connsiteX16" fmla="*/ 2238810 w 2693908"/>
              <a:gd name="connsiteY16" fmla="*/ 3448914 h 6874329"/>
              <a:gd name="connsiteX17" fmla="*/ 2245917 w 2693908"/>
              <a:gd name="connsiteY17" fmla="*/ 3451252 h 6874329"/>
              <a:gd name="connsiteX18" fmla="*/ 2253355 w 2693908"/>
              <a:gd name="connsiteY18" fmla="*/ 3467016 h 6874329"/>
              <a:gd name="connsiteX19" fmla="*/ 2252090 w 2693908"/>
              <a:gd name="connsiteY19" fmla="*/ 3512702 h 6874329"/>
              <a:gd name="connsiteX20" fmla="*/ 2254441 w 2693908"/>
              <a:gd name="connsiteY20" fmla="*/ 3583312 h 6874329"/>
              <a:gd name="connsiteX21" fmla="*/ 2258418 w 2693908"/>
              <a:gd name="connsiteY21" fmla="*/ 3640478 h 6874329"/>
              <a:gd name="connsiteX22" fmla="*/ 2266543 w 2693908"/>
              <a:gd name="connsiteY22" fmla="*/ 3661583 h 6874329"/>
              <a:gd name="connsiteX23" fmla="*/ 2270576 w 2693908"/>
              <a:gd name="connsiteY23" fmla="*/ 3669500 h 6874329"/>
              <a:gd name="connsiteX24" fmla="*/ 2409243 w 2693908"/>
              <a:gd name="connsiteY24" fmla="*/ 6286500 h 6874329"/>
              <a:gd name="connsiteX25" fmla="*/ 2413170 w 2693908"/>
              <a:gd name="connsiteY25" fmla="*/ 6299320 h 6874329"/>
              <a:gd name="connsiteX26" fmla="*/ 2410867 w 2693908"/>
              <a:gd name="connsiteY26" fmla="*/ 6334418 h 6874329"/>
              <a:gd name="connsiteX27" fmla="*/ 2445950 w 2693908"/>
              <a:gd name="connsiteY27" fmla="*/ 6410416 h 6874329"/>
              <a:gd name="connsiteX28" fmla="*/ 2485138 w 2693908"/>
              <a:gd name="connsiteY28" fmla="*/ 6506045 h 6874329"/>
              <a:gd name="connsiteX29" fmla="*/ 2479997 w 2693908"/>
              <a:gd name="connsiteY29" fmla="*/ 6585942 h 6874329"/>
              <a:gd name="connsiteX30" fmla="*/ 2484338 w 2693908"/>
              <a:gd name="connsiteY30" fmla="*/ 6625517 h 6874329"/>
              <a:gd name="connsiteX31" fmla="*/ 2474470 w 2693908"/>
              <a:gd name="connsiteY31" fmla="*/ 6716860 h 6874329"/>
              <a:gd name="connsiteX32" fmla="*/ 2497483 w 2693908"/>
              <a:gd name="connsiteY32" fmla="*/ 6784250 h 6874329"/>
              <a:gd name="connsiteX33" fmla="*/ 2510567 w 2693908"/>
              <a:gd name="connsiteY33" fmla="*/ 6874329 h 6874329"/>
              <a:gd name="connsiteX34" fmla="*/ 0 w 2693908"/>
              <a:gd name="connsiteY34" fmla="*/ 6858000 h 6874329"/>
              <a:gd name="connsiteX35" fmla="*/ 0 w 2693908"/>
              <a:gd name="connsiteY35" fmla="*/ 0 h 6874329"/>
              <a:gd name="connsiteX0" fmla="*/ 0 w 2517893"/>
              <a:gd name="connsiteY0" fmla="*/ 0 h 6874329"/>
              <a:gd name="connsiteX1" fmla="*/ 1954764 w 2517893"/>
              <a:gd name="connsiteY1" fmla="*/ 2 h 6874329"/>
              <a:gd name="connsiteX2" fmla="*/ 1957395 w 2517893"/>
              <a:gd name="connsiteY2" fmla="*/ 42878 h 6874329"/>
              <a:gd name="connsiteX3" fmla="*/ 1946682 w 2517893"/>
              <a:gd name="connsiteY3" fmla="*/ 88399 h 6874329"/>
              <a:gd name="connsiteX4" fmla="*/ 1942627 w 2517893"/>
              <a:gd name="connsiteY4" fmla="*/ 220058 h 6874329"/>
              <a:gd name="connsiteX5" fmla="*/ 1928736 w 2517893"/>
              <a:gd name="connsiteY5" fmla="*/ 248814 h 6874329"/>
              <a:gd name="connsiteX6" fmla="*/ 1921659 w 2517893"/>
              <a:gd name="connsiteY6" fmla="*/ 270478 h 6874329"/>
              <a:gd name="connsiteX7" fmla="*/ 1893043 w 2517893"/>
              <a:gd name="connsiteY7" fmla="*/ 432254 h 6874329"/>
              <a:gd name="connsiteX8" fmla="*/ 1887612 w 2517893"/>
              <a:gd name="connsiteY8" fmla="*/ 466474 h 6874329"/>
              <a:gd name="connsiteX9" fmla="*/ 1852528 w 2517893"/>
              <a:gd name="connsiteY9" fmla="*/ 562942 h 6874329"/>
              <a:gd name="connsiteX10" fmla="*/ 1850661 w 2517893"/>
              <a:gd name="connsiteY10" fmla="*/ 589537 h 6874329"/>
              <a:gd name="connsiteX11" fmla="*/ 1850964 w 2517893"/>
              <a:gd name="connsiteY11" fmla="*/ 615950 h 6874329"/>
              <a:gd name="connsiteX12" fmla="*/ 2239536 w 2517893"/>
              <a:gd name="connsiteY12" fmla="*/ 3380681 h 6874329"/>
              <a:gd name="connsiteX13" fmla="*/ 2231864 w 2517893"/>
              <a:gd name="connsiteY13" fmla="*/ 3412872 h 6874329"/>
              <a:gd name="connsiteX14" fmla="*/ 2235242 w 2517893"/>
              <a:gd name="connsiteY14" fmla="*/ 3435543 h 6874329"/>
              <a:gd name="connsiteX15" fmla="*/ 2237010 w 2517893"/>
              <a:gd name="connsiteY15" fmla="*/ 3438102 h 6874329"/>
              <a:gd name="connsiteX16" fmla="*/ 2238810 w 2517893"/>
              <a:gd name="connsiteY16" fmla="*/ 3448914 h 6874329"/>
              <a:gd name="connsiteX17" fmla="*/ 2245917 w 2517893"/>
              <a:gd name="connsiteY17" fmla="*/ 3451252 h 6874329"/>
              <a:gd name="connsiteX18" fmla="*/ 2253355 w 2517893"/>
              <a:gd name="connsiteY18" fmla="*/ 3467016 h 6874329"/>
              <a:gd name="connsiteX19" fmla="*/ 2252090 w 2517893"/>
              <a:gd name="connsiteY19" fmla="*/ 3512702 h 6874329"/>
              <a:gd name="connsiteX20" fmla="*/ 2254441 w 2517893"/>
              <a:gd name="connsiteY20" fmla="*/ 3583312 h 6874329"/>
              <a:gd name="connsiteX21" fmla="*/ 2258418 w 2517893"/>
              <a:gd name="connsiteY21" fmla="*/ 3640478 h 6874329"/>
              <a:gd name="connsiteX22" fmla="*/ 2266543 w 2517893"/>
              <a:gd name="connsiteY22" fmla="*/ 3661583 h 6874329"/>
              <a:gd name="connsiteX23" fmla="*/ 2270576 w 2517893"/>
              <a:gd name="connsiteY23" fmla="*/ 3669500 h 6874329"/>
              <a:gd name="connsiteX24" fmla="*/ 2409243 w 2517893"/>
              <a:gd name="connsiteY24" fmla="*/ 6286500 h 6874329"/>
              <a:gd name="connsiteX25" fmla="*/ 2413170 w 2517893"/>
              <a:gd name="connsiteY25" fmla="*/ 6299320 h 6874329"/>
              <a:gd name="connsiteX26" fmla="*/ 2410867 w 2517893"/>
              <a:gd name="connsiteY26" fmla="*/ 6334418 h 6874329"/>
              <a:gd name="connsiteX27" fmla="*/ 2445950 w 2517893"/>
              <a:gd name="connsiteY27" fmla="*/ 6410416 h 6874329"/>
              <a:gd name="connsiteX28" fmla="*/ 2485138 w 2517893"/>
              <a:gd name="connsiteY28" fmla="*/ 6506045 h 6874329"/>
              <a:gd name="connsiteX29" fmla="*/ 2479997 w 2517893"/>
              <a:gd name="connsiteY29" fmla="*/ 6585942 h 6874329"/>
              <a:gd name="connsiteX30" fmla="*/ 2484338 w 2517893"/>
              <a:gd name="connsiteY30" fmla="*/ 6625517 h 6874329"/>
              <a:gd name="connsiteX31" fmla="*/ 2474470 w 2517893"/>
              <a:gd name="connsiteY31" fmla="*/ 6716860 h 6874329"/>
              <a:gd name="connsiteX32" fmla="*/ 2497483 w 2517893"/>
              <a:gd name="connsiteY32" fmla="*/ 6784250 h 6874329"/>
              <a:gd name="connsiteX33" fmla="*/ 2510567 w 2517893"/>
              <a:gd name="connsiteY33" fmla="*/ 6874329 h 6874329"/>
              <a:gd name="connsiteX34" fmla="*/ 0 w 2517893"/>
              <a:gd name="connsiteY34" fmla="*/ 6858000 h 6874329"/>
              <a:gd name="connsiteX35" fmla="*/ 0 w 2517893"/>
              <a:gd name="connsiteY35" fmla="*/ 0 h 6874329"/>
              <a:gd name="connsiteX0" fmla="*/ 0 w 2517893"/>
              <a:gd name="connsiteY0" fmla="*/ 0 h 6874329"/>
              <a:gd name="connsiteX1" fmla="*/ 1954764 w 2517893"/>
              <a:gd name="connsiteY1" fmla="*/ 2 h 6874329"/>
              <a:gd name="connsiteX2" fmla="*/ 1957395 w 2517893"/>
              <a:gd name="connsiteY2" fmla="*/ 42878 h 6874329"/>
              <a:gd name="connsiteX3" fmla="*/ 1946682 w 2517893"/>
              <a:gd name="connsiteY3" fmla="*/ 88399 h 6874329"/>
              <a:gd name="connsiteX4" fmla="*/ 1942627 w 2517893"/>
              <a:gd name="connsiteY4" fmla="*/ 220058 h 6874329"/>
              <a:gd name="connsiteX5" fmla="*/ 1928736 w 2517893"/>
              <a:gd name="connsiteY5" fmla="*/ 248814 h 6874329"/>
              <a:gd name="connsiteX6" fmla="*/ 1921659 w 2517893"/>
              <a:gd name="connsiteY6" fmla="*/ 270478 h 6874329"/>
              <a:gd name="connsiteX7" fmla="*/ 1893043 w 2517893"/>
              <a:gd name="connsiteY7" fmla="*/ 432254 h 6874329"/>
              <a:gd name="connsiteX8" fmla="*/ 1887612 w 2517893"/>
              <a:gd name="connsiteY8" fmla="*/ 466474 h 6874329"/>
              <a:gd name="connsiteX9" fmla="*/ 1852528 w 2517893"/>
              <a:gd name="connsiteY9" fmla="*/ 562942 h 6874329"/>
              <a:gd name="connsiteX10" fmla="*/ 1850661 w 2517893"/>
              <a:gd name="connsiteY10" fmla="*/ 589537 h 6874329"/>
              <a:gd name="connsiteX11" fmla="*/ 1850964 w 2517893"/>
              <a:gd name="connsiteY11" fmla="*/ 615950 h 6874329"/>
              <a:gd name="connsiteX12" fmla="*/ 2239536 w 2517893"/>
              <a:gd name="connsiteY12" fmla="*/ 3380681 h 6874329"/>
              <a:gd name="connsiteX13" fmla="*/ 2231864 w 2517893"/>
              <a:gd name="connsiteY13" fmla="*/ 3412872 h 6874329"/>
              <a:gd name="connsiteX14" fmla="*/ 2235242 w 2517893"/>
              <a:gd name="connsiteY14" fmla="*/ 3435543 h 6874329"/>
              <a:gd name="connsiteX15" fmla="*/ 2237010 w 2517893"/>
              <a:gd name="connsiteY15" fmla="*/ 3438102 h 6874329"/>
              <a:gd name="connsiteX16" fmla="*/ 2238810 w 2517893"/>
              <a:gd name="connsiteY16" fmla="*/ 3448914 h 6874329"/>
              <a:gd name="connsiteX17" fmla="*/ 2245917 w 2517893"/>
              <a:gd name="connsiteY17" fmla="*/ 3451252 h 6874329"/>
              <a:gd name="connsiteX18" fmla="*/ 2252090 w 2517893"/>
              <a:gd name="connsiteY18" fmla="*/ 3512702 h 6874329"/>
              <a:gd name="connsiteX19" fmla="*/ 2254441 w 2517893"/>
              <a:gd name="connsiteY19" fmla="*/ 3583312 h 6874329"/>
              <a:gd name="connsiteX20" fmla="*/ 2258418 w 2517893"/>
              <a:gd name="connsiteY20" fmla="*/ 3640478 h 6874329"/>
              <a:gd name="connsiteX21" fmla="*/ 2266543 w 2517893"/>
              <a:gd name="connsiteY21" fmla="*/ 3661583 h 6874329"/>
              <a:gd name="connsiteX22" fmla="*/ 2270576 w 2517893"/>
              <a:gd name="connsiteY22" fmla="*/ 3669500 h 6874329"/>
              <a:gd name="connsiteX23" fmla="*/ 2409243 w 2517893"/>
              <a:gd name="connsiteY23" fmla="*/ 6286500 h 6874329"/>
              <a:gd name="connsiteX24" fmla="*/ 2413170 w 2517893"/>
              <a:gd name="connsiteY24" fmla="*/ 6299320 h 6874329"/>
              <a:gd name="connsiteX25" fmla="*/ 2410867 w 2517893"/>
              <a:gd name="connsiteY25" fmla="*/ 6334418 h 6874329"/>
              <a:gd name="connsiteX26" fmla="*/ 2445950 w 2517893"/>
              <a:gd name="connsiteY26" fmla="*/ 6410416 h 6874329"/>
              <a:gd name="connsiteX27" fmla="*/ 2485138 w 2517893"/>
              <a:gd name="connsiteY27" fmla="*/ 6506045 h 6874329"/>
              <a:gd name="connsiteX28" fmla="*/ 2479997 w 2517893"/>
              <a:gd name="connsiteY28" fmla="*/ 6585942 h 6874329"/>
              <a:gd name="connsiteX29" fmla="*/ 2484338 w 2517893"/>
              <a:gd name="connsiteY29" fmla="*/ 6625517 h 6874329"/>
              <a:gd name="connsiteX30" fmla="*/ 2474470 w 2517893"/>
              <a:gd name="connsiteY30" fmla="*/ 6716860 h 6874329"/>
              <a:gd name="connsiteX31" fmla="*/ 2497483 w 2517893"/>
              <a:gd name="connsiteY31" fmla="*/ 6784250 h 6874329"/>
              <a:gd name="connsiteX32" fmla="*/ 2510567 w 2517893"/>
              <a:gd name="connsiteY32" fmla="*/ 6874329 h 6874329"/>
              <a:gd name="connsiteX33" fmla="*/ 0 w 2517893"/>
              <a:gd name="connsiteY33" fmla="*/ 6858000 h 6874329"/>
              <a:gd name="connsiteX34" fmla="*/ 0 w 2517893"/>
              <a:gd name="connsiteY34" fmla="*/ 0 h 6874329"/>
              <a:gd name="connsiteX0" fmla="*/ 0 w 2517893"/>
              <a:gd name="connsiteY0" fmla="*/ 0 h 6874329"/>
              <a:gd name="connsiteX1" fmla="*/ 1954764 w 2517893"/>
              <a:gd name="connsiteY1" fmla="*/ 2 h 6874329"/>
              <a:gd name="connsiteX2" fmla="*/ 1957395 w 2517893"/>
              <a:gd name="connsiteY2" fmla="*/ 42878 h 6874329"/>
              <a:gd name="connsiteX3" fmla="*/ 1946682 w 2517893"/>
              <a:gd name="connsiteY3" fmla="*/ 88399 h 6874329"/>
              <a:gd name="connsiteX4" fmla="*/ 1942627 w 2517893"/>
              <a:gd name="connsiteY4" fmla="*/ 220058 h 6874329"/>
              <a:gd name="connsiteX5" fmla="*/ 1928736 w 2517893"/>
              <a:gd name="connsiteY5" fmla="*/ 248814 h 6874329"/>
              <a:gd name="connsiteX6" fmla="*/ 1921659 w 2517893"/>
              <a:gd name="connsiteY6" fmla="*/ 270478 h 6874329"/>
              <a:gd name="connsiteX7" fmla="*/ 1893043 w 2517893"/>
              <a:gd name="connsiteY7" fmla="*/ 432254 h 6874329"/>
              <a:gd name="connsiteX8" fmla="*/ 1887612 w 2517893"/>
              <a:gd name="connsiteY8" fmla="*/ 466474 h 6874329"/>
              <a:gd name="connsiteX9" fmla="*/ 1852528 w 2517893"/>
              <a:gd name="connsiteY9" fmla="*/ 562942 h 6874329"/>
              <a:gd name="connsiteX10" fmla="*/ 1850661 w 2517893"/>
              <a:gd name="connsiteY10" fmla="*/ 589537 h 6874329"/>
              <a:gd name="connsiteX11" fmla="*/ 1850964 w 2517893"/>
              <a:gd name="connsiteY11" fmla="*/ 615950 h 6874329"/>
              <a:gd name="connsiteX12" fmla="*/ 2239536 w 2517893"/>
              <a:gd name="connsiteY12" fmla="*/ 3380681 h 6874329"/>
              <a:gd name="connsiteX13" fmla="*/ 2231864 w 2517893"/>
              <a:gd name="connsiteY13" fmla="*/ 3412872 h 6874329"/>
              <a:gd name="connsiteX14" fmla="*/ 2235242 w 2517893"/>
              <a:gd name="connsiteY14" fmla="*/ 3435543 h 6874329"/>
              <a:gd name="connsiteX15" fmla="*/ 2237010 w 2517893"/>
              <a:gd name="connsiteY15" fmla="*/ 3438102 h 6874329"/>
              <a:gd name="connsiteX16" fmla="*/ 2238810 w 2517893"/>
              <a:gd name="connsiteY16" fmla="*/ 3448914 h 6874329"/>
              <a:gd name="connsiteX17" fmla="*/ 2252090 w 2517893"/>
              <a:gd name="connsiteY17" fmla="*/ 3512702 h 6874329"/>
              <a:gd name="connsiteX18" fmla="*/ 2254441 w 2517893"/>
              <a:gd name="connsiteY18" fmla="*/ 3583312 h 6874329"/>
              <a:gd name="connsiteX19" fmla="*/ 2258418 w 2517893"/>
              <a:gd name="connsiteY19" fmla="*/ 3640478 h 6874329"/>
              <a:gd name="connsiteX20" fmla="*/ 2266543 w 2517893"/>
              <a:gd name="connsiteY20" fmla="*/ 3661583 h 6874329"/>
              <a:gd name="connsiteX21" fmla="*/ 2270576 w 2517893"/>
              <a:gd name="connsiteY21" fmla="*/ 3669500 h 6874329"/>
              <a:gd name="connsiteX22" fmla="*/ 2409243 w 2517893"/>
              <a:gd name="connsiteY22" fmla="*/ 6286500 h 6874329"/>
              <a:gd name="connsiteX23" fmla="*/ 2413170 w 2517893"/>
              <a:gd name="connsiteY23" fmla="*/ 6299320 h 6874329"/>
              <a:gd name="connsiteX24" fmla="*/ 2410867 w 2517893"/>
              <a:gd name="connsiteY24" fmla="*/ 6334418 h 6874329"/>
              <a:gd name="connsiteX25" fmla="*/ 2445950 w 2517893"/>
              <a:gd name="connsiteY25" fmla="*/ 6410416 h 6874329"/>
              <a:gd name="connsiteX26" fmla="*/ 2485138 w 2517893"/>
              <a:gd name="connsiteY26" fmla="*/ 6506045 h 6874329"/>
              <a:gd name="connsiteX27" fmla="*/ 2479997 w 2517893"/>
              <a:gd name="connsiteY27" fmla="*/ 6585942 h 6874329"/>
              <a:gd name="connsiteX28" fmla="*/ 2484338 w 2517893"/>
              <a:gd name="connsiteY28" fmla="*/ 6625517 h 6874329"/>
              <a:gd name="connsiteX29" fmla="*/ 2474470 w 2517893"/>
              <a:gd name="connsiteY29" fmla="*/ 6716860 h 6874329"/>
              <a:gd name="connsiteX30" fmla="*/ 2497483 w 2517893"/>
              <a:gd name="connsiteY30" fmla="*/ 6784250 h 6874329"/>
              <a:gd name="connsiteX31" fmla="*/ 2510567 w 2517893"/>
              <a:gd name="connsiteY31" fmla="*/ 6874329 h 6874329"/>
              <a:gd name="connsiteX32" fmla="*/ 0 w 2517893"/>
              <a:gd name="connsiteY32" fmla="*/ 6858000 h 6874329"/>
              <a:gd name="connsiteX33" fmla="*/ 0 w 2517893"/>
              <a:gd name="connsiteY33" fmla="*/ 0 h 6874329"/>
              <a:gd name="connsiteX0" fmla="*/ 0 w 2517893"/>
              <a:gd name="connsiteY0" fmla="*/ 0 h 6874329"/>
              <a:gd name="connsiteX1" fmla="*/ 1954764 w 2517893"/>
              <a:gd name="connsiteY1" fmla="*/ 2 h 6874329"/>
              <a:gd name="connsiteX2" fmla="*/ 1957395 w 2517893"/>
              <a:gd name="connsiteY2" fmla="*/ 42878 h 6874329"/>
              <a:gd name="connsiteX3" fmla="*/ 1946682 w 2517893"/>
              <a:gd name="connsiteY3" fmla="*/ 88399 h 6874329"/>
              <a:gd name="connsiteX4" fmla="*/ 1942627 w 2517893"/>
              <a:gd name="connsiteY4" fmla="*/ 220058 h 6874329"/>
              <a:gd name="connsiteX5" fmla="*/ 1928736 w 2517893"/>
              <a:gd name="connsiteY5" fmla="*/ 248814 h 6874329"/>
              <a:gd name="connsiteX6" fmla="*/ 1921659 w 2517893"/>
              <a:gd name="connsiteY6" fmla="*/ 270478 h 6874329"/>
              <a:gd name="connsiteX7" fmla="*/ 1893043 w 2517893"/>
              <a:gd name="connsiteY7" fmla="*/ 432254 h 6874329"/>
              <a:gd name="connsiteX8" fmla="*/ 1887612 w 2517893"/>
              <a:gd name="connsiteY8" fmla="*/ 466474 h 6874329"/>
              <a:gd name="connsiteX9" fmla="*/ 1852528 w 2517893"/>
              <a:gd name="connsiteY9" fmla="*/ 562942 h 6874329"/>
              <a:gd name="connsiteX10" fmla="*/ 1850661 w 2517893"/>
              <a:gd name="connsiteY10" fmla="*/ 589537 h 6874329"/>
              <a:gd name="connsiteX11" fmla="*/ 1850964 w 2517893"/>
              <a:gd name="connsiteY11" fmla="*/ 615950 h 6874329"/>
              <a:gd name="connsiteX12" fmla="*/ 2239536 w 2517893"/>
              <a:gd name="connsiteY12" fmla="*/ 3380681 h 6874329"/>
              <a:gd name="connsiteX13" fmla="*/ 2231864 w 2517893"/>
              <a:gd name="connsiteY13" fmla="*/ 3412872 h 6874329"/>
              <a:gd name="connsiteX14" fmla="*/ 2235242 w 2517893"/>
              <a:gd name="connsiteY14" fmla="*/ 3435543 h 6874329"/>
              <a:gd name="connsiteX15" fmla="*/ 2237010 w 2517893"/>
              <a:gd name="connsiteY15" fmla="*/ 3438102 h 6874329"/>
              <a:gd name="connsiteX16" fmla="*/ 2252090 w 2517893"/>
              <a:gd name="connsiteY16" fmla="*/ 3512702 h 6874329"/>
              <a:gd name="connsiteX17" fmla="*/ 2254441 w 2517893"/>
              <a:gd name="connsiteY17" fmla="*/ 3583312 h 6874329"/>
              <a:gd name="connsiteX18" fmla="*/ 2258418 w 2517893"/>
              <a:gd name="connsiteY18" fmla="*/ 3640478 h 6874329"/>
              <a:gd name="connsiteX19" fmla="*/ 2266543 w 2517893"/>
              <a:gd name="connsiteY19" fmla="*/ 3661583 h 6874329"/>
              <a:gd name="connsiteX20" fmla="*/ 2270576 w 2517893"/>
              <a:gd name="connsiteY20" fmla="*/ 3669500 h 6874329"/>
              <a:gd name="connsiteX21" fmla="*/ 2409243 w 2517893"/>
              <a:gd name="connsiteY21" fmla="*/ 6286500 h 6874329"/>
              <a:gd name="connsiteX22" fmla="*/ 2413170 w 2517893"/>
              <a:gd name="connsiteY22" fmla="*/ 6299320 h 6874329"/>
              <a:gd name="connsiteX23" fmla="*/ 2410867 w 2517893"/>
              <a:gd name="connsiteY23" fmla="*/ 6334418 h 6874329"/>
              <a:gd name="connsiteX24" fmla="*/ 2445950 w 2517893"/>
              <a:gd name="connsiteY24" fmla="*/ 6410416 h 6874329"/>
              <a:gd name="connsiteX25" fmla="*/ 2485138 w 2517893"/>
              <a:gd name="connsiteY25" fmla="*/ 6506045 h 6874329"/>
              <a:gd name="connsiteX26" fmla="*/ 2479997 w 2517893"/>
              <a:gd name="connsiteY26" fmla="*/ 6585942 h 6874329"/>
              <a:gd name="connsiteX27" fmla="*/ 2484338 w 2517893"/>
              <a:gd name="connsiteY27" fmla="*/ 6625517 h 6874329"/>
              <a:gd name="connsiteX28" fmla="*/ 2474470 w 2517893"/>
              <a:gd name="connsiteY28" fmla="*/ 6716860 h 6874329"/>
              <a:gd name="connsiteX29" fmla="*/ 2497483 w 2517893"/>
              <a:gd name="connsiteY29" fmla="*/ 6784250 h 6874329"/>
              <a:gd name="connsiteX30" fmla="*/ 2510567 w 2517893"/>
              <a:gd name="connsiteY30" fmla="*/ 6874329 h 6874329"/>
              <a:gd name="connsiteX31" fmla="*/ 0 w 2517893"/>
              <a:gd name="connsiteY31" fmla="*/ 6858000 h 6874329"/>
              <a:gd name="connsiteX32" fmla="*/ 0 w 2517893"/>
              <a:gd name="connsiteY32" fmla="*/ 0 h 6874329"/>
              <a:gd name="connsiteX0" fmla="*/ 0 w 2517893"/>
              <a:gd name="connsiteY0" fmla="*/ 0 h 6874329"/>
              <a:gd name="connsiteX1" fmla="*/ 1954764 w 2517893"/>
              <a:gd name="connsiteY1" fmla="*/ 2 h 6874329"/>
              <a:gd name="connsiteX2" fmla="*/ 1957395 w 2517893"/>
              <a:gd name="connsiteY2" fmla="*/ 42878 h 6874329"/>
              <a:gd name="connsiteX3" fmla="*/ 1946682 w 2517893"/>
              <a:gd name="connsiteY3" fmla="*/ 88399 h 6874329"/>
              <a:gd name="connsiteX4" fmla="*/ 1942627 w 2517893"/>
              <a:gd name="connsiteY4" fmla="*/ 220058 h 6874329"/>
              <a:gd name="connsiteX5" fmla="*/ 1928736 w 2517893"/>
              <a:gd name="connsiteY5" fmla="*/ 248814 h 6874329"/>
              <a:gd name="connsiteX6" fmla="*/ 1921659 w 2517893"/>
              <a:gd name="connsiteY6" fmla="*/ 270478 h 6874329"/>
              <a:gd name="connsiteX7" fmla="*/ 1893043 w 2517893"/>
              <a:gd name="connsiteY7" fmla="*/ 432254 h 6874329"/>
              <a:gd name="connsiteX8" fmla="*/ 1887612 w 2517893"/>
              <a:gd name="connsiteY8" fmla="*/ 466474 h 6874329"/>
              <a:gd name="connsiteX9" fmla="*/ 1852528 w 2517893"/>
              <a:gd name="connsiteY9" fmla="*/ 562942 h 6874329"/>
              <a:gd name="connsiteX10" fmla="*/ 1850661 w 2517893"/>
              <a:gd name="connsiteY10" fmla="*/ 589537 h 6874329"/>
              <a:gd name="connsiteX11" fmla="*/ 1850964 w 2517893"/>
              <a:gd name="connsiteY11" fmla="*/ 615950 h 6874329"/>
              <a:gd name="connsiteX12" fmla="*/ 2239536 w 2517893"/>
              <a:gd name="connsiteY12" fmla="*/ 3380681 h 6874329"/>
              <a:gd name="connsiteX13" fmla="*/ 2231864 w 2517893"/>
              <a:gd name="connsiteY13" fmla="*/ 3412872 h 6874329"/>
              <a:gd name="connsiteX14" fmla="*/ 2235242 w 2517893"/>
              <a:gd name="connsiteY14" fmla="*/ 3435543 h 6874329"/>
              <a:gd name="connsiteX15" fmla="*/ 2237010 w 2517893"/>
              <a:gd name="connsiteY15" fmla="*/ 3438102 h 6874329"/>
              <a:gd name="connsiteX16" fmla="*/ 2252090 w 2517893"/>
              <a:gd name="connsiteY16" fmla="*/ 3512702 h 6874329"/>
              <a:gd name="connsiteX17" fmla="*/ 2254441 w 2517893"/>
              <a:gd name="connsiteY17" fmla="*/ 3583312 h 6874329"/>
              <a:gd name="connsiteX18" fmla="*/ 2258418 w 2517893"/>
              <a:gd name="connsiteY18" fmla="*/ 3640478 h 6874329"/>
              <a:gd name="connsiteX19" fmla="*/ 2266543 w 2517893"/>
              <a:gd name="connsiteY19" fmla="*/ 3661583 h 6874329"/>
              <a:gd name="connsiteX20" fmla="*/ 2409243 w 2517893"/>
              <a:gd name="connsiteY20" fmla="*/ 6286500 h 6874329"/>
              <a:gd name="connsiteX21" fmla="*/ 2413170 w 2517893"/>
              <a:gd name="connsiteY21" fmla="*/ 6299320 h 6874329"/>
              <a:gd name="connsiteX22" fmla="*/ 2410867 w 2517893"/>
              <a:gd name="connsiteY22" fmla="*/ 6334418 h 6874329"/>
              <a:gd name="connsiteX23" fmla="*/ 2445950 w 2517893"/>
              <a:gd name="connsiteY23" fmla="*/ 6410416 h 6874329"/>
              <a:gd name="connsiteX24" fmla="*/ 2485138 w 2517893"/>
              <a:gd name="connsiteY24" fmla="*/ 6506045 h 6874329"/>
              <a:gd name="connsiteX25" fmla="*/ 2479997 w 2517893"/>
              <a:gd name="connsiteY25" fmla="*/ 6585942 h 6874329"/>
              <a:gd name="connsiteX26" fmla="*/ 2484338 w 2517893"/>
              <a:gd name="connsiteY26" fmla="*/ 6625517 h 6874329"/>
              <a:gd name="connsiteX27" fmla="*/ 2474470 w 2517893"/>
              <a:gd name="connsiteY27" fmla="*/ 6716860 h 6874329"/>
              <a:gd name="connsiteX28" fmla="*/ 2497483 w 2517893"/>
              <a:gd name="connsiteY28" fmla="*/ 6784250 h 6874329"/>
              <a:gd name="connsiteX29" fmla="*/ 2510567 w 2517893"/>
              <a:gd name="connsiteY29" fmla="*/ 6874329 h 6874329"/>
              <a:gd name="connsiteX30" fmla="*/ 0 w 2517893"/>
              <a:gd name="connsiteY30" fmla="*/ 6858000 h 6874329"/>
              <a:gd name="connsiteX31" fmla="*/ 0 w 2517893"/>
              <a:gd name="connsiteY31" fmla="*/ 0 h 6874329"/>
              <a:gd name="connsiteX0" fmla="*/ 0 w 2517893"/>
              <a:gd name="connsiteY0" fmla="*/ 0 h 6874329"/>
              <a:gd name="connsiteX1" fmla="*/ 1954764 w 2517893"/>
              <a:gd name="connsiteY1" fmla="*/ 2 h 6874329"/>
              <a:gd name="connsiteX2" fmla="*/ 1957395 w 2517893"/>
              <a:gd name="connsiteY2" fmla="*/ 42878 h 6874329"/>
              <a:gd name="connsiteX3" fmla="*/ 1946682 w 2517893"/>
              <a:gd name="connsiteY3" fmla="*/ 88399 h 6874329"/>
              <a:gd name="connsiteX4" fmla="*/ 1942627 w 2517893"/>
              <a:gd name="connsiteY4" fmla="*/ 220058 h 6874329"/>
              <a:gd name="connsiteX5" fmla="*/ 1928736 w 2517893"/>
              <a:gd name="connsiteY5" fmla="*/ 248814 h 6874329"/>
              <a:gd name="connsiteX6" fmla="*/ 1921659 w 2517893"/>
              <a:gd name="connsiteY6" fmla="*/ 270478 h 6874329"/>
              <a:gd name="connsiteX7" fmla="*/ 1893043 w 2517893"/>
              <a:gd name="connsiteY7" fmla="*/ 432254 h 6874329"/>
              <a:gd name="connsiteX8" fmla="*/ 1887612 w 2517893"/>
              <a:gd name="connsiteY8" fmla="*/ 466474 h 6874329"/>
              <a:gd name="connsiteX9" fmla="*/ 1852528 w 2517893"/>
              <a:gd name="connsiteY9" fmla="*/ 562942 h 6874329"/>
              <a:gd name="connsiteX10" fmla="*/ 1850661 w 2517893"/>
              <a:gd name="connsiteY10" fmla="*/ 589537 h 6874329"/>
              <a:gd name="connsiteX11" fmla="*/ 1850964 w 2517893"/>
              <a:gd name="connsiteY11" fmla="*/ 615950 h 6874329"/>
              <a:gd name="connsiteX12" fmla="*/ 2239536 w 2517893"/>
              <a:gd name="connsiteY12" fmla="*/ 3380681 h 6874329"/>
              <a:gd name="connsiteX13" fmla="*/ 2231864 w 2517893"/>
              <a:gd name="connsiteY13" fmla="*/ 3412872 h 6874329"/>
              <a:gd name="connsiteX14" fmla="*/ 2235242 w 2517893"/>
              <a:gd name="connsiteY14" fmla="*/ 3435543 h 6874329"/>
              <a:gd name="connsiteX15" fmla="*/ 2252090 w 2517893"/>
              <a:gd name="connsiteY15" fmla="*/ 3512702 h 6874329"/>
              <a:gd name="connsiteX16" fmla="*/ 2254441 w 2517893"/>
              <a:gd name="connsiteY16" fmla="*/ 3583312 h 6874329"/>
              <a:gd name="connsiteX17" fmla="*/ 2258418 w 2517893"/>
              <a:gd name="connsiteY17" fmla="*/ 3640478 h 6874329"/>
              <a:gd name="connsiteX18" fmla="*/ 2266543 w 2517893"/>
              <a:gd name="connsiteY18" fmla="*/ 3661583 h 6874329"/>
              <a:gd name="connsiteX19" fmla="*/ 2409243 w 2517893"/>
              <a:gd name="connsiteY19" fmla="*/ 6286500 h 6874329"/>
              <a:gd name="connsiteX20" fmla="*/ 2413170 w 2517893"/>
              <a:gd name="connsiteY20" fmla="*/ 6299320 h 6874329"/>
              <a:gd name="connsiteX21" fmla="*/ 2410867 w 2517893"/>
              <a:gd name="connsiteY21" fmla="*/ 6334418 h 6874329"/>
              <a:gd name="connsiteX22" fmla="*/ 2445950 w 2517893"/>
              <a:gd name="connsiteY22" fmla="*/ 6410416 h 6874329"/>
              <a:gd name="connsiteX23" fmla="*/ 2485138 w 2517893"/>
              <a:gd name="connsiteY23" fmla="*/ 6506045 h 6874329"/>
              <a:gd name="connsiteX24" fmla="*/ 2479997 w 2517893"/>
              <a:gd name="connsiteY24" fmla="*/ 6585942 h 6874329"/>
              <a:gd name="connsiteX25" fmla="*/ 2484338 w 2517893"/>
              <a:gd name="connsiteY25" fmla="*/ 6625517 h 6874329"/>
              <a:gd name="connsiteX26" fmla="*/ 2474470 w 2517893"/>
              <a:gd name="connsiteY26" fmla="*/ 6716860 h 6874329"/>
              <a:gd name="connsiteX27" fmla="*/ 2497483 w 2517893"/>
              <a:gd name="connsiteY27" fmla="*/ 6784250 h 6874329"/>
              <a:gd name="connsiteX28" fmla="*/ 2510567 w 2517893"/>
              <a:gd name="connsiteY28" fmla="*/ 6874329 h 6874329"/>
              <a:gd name="connsiteX29" fmla="*/ 0 w 2517893"/>
              <a:gd name="connsiteY29" fmla="*/ 6858000 h 6874329"/>
              <a:gd name="connsiteX30" fmla="*/ 0 w 2517893"/>
              <a:gd name="connsiteY30" fmla="*/ 0 h 6874329"/>
              <a:gd name="connsiteX0" fmla="*/ 0 w 2517893"/>
              <a:gd name="connsiteY0" fmla="*/ 0 h 6874329"/>
              <a:gd name="connsiteX1" fmla="*/ 1954764 w 2517893"/>
              <a:gd name="connsiteY1" fmla="*/ 2 h 6874329"/>
              <a:gd name="connsiteX2" fmla="*/ 1957395 w 2517893"/>
              <a:gd name="connsiteY2" fmla="*/ 42878 h 6874329"/>
              <a:gd name="connsiteX3" fmla="*/ 1946682 w 2517893"/>
              <a:gd name="connsiteY3" fmla="*/ 88399 h 6874329"/>
              <a:gd name="connsiteX4" fmla="*/ 1942627 w 2517893"/>
              <a:gd name="connsiteY4" fmla="*/ 220058 h 6874329"/>
              <a:gd name="connsiteX5" fmla="*/ 1928736 w 2517893"/>
              <a:gd name="connsiteY5" fmla="*/ 248814 h 6874329"/>
              <a:gd name="connsiteX6" fmla="*/ 1921659 w 2517893"/>
              <a:gd name="connsiteY6" fmla="*/ 270478 h 6874329"/>
              <a:gd name="connsiteX7" fmla="*/ 1893043 w 2517893"/>
              <a:gd name="connsiteY7" fmla="*/ 432254 h 6874329"/>
              <a:gd name="connsiteX8" fmla="*/ 1887612 w 2517893"/>
              <a:gd name="connsiteY8" fmla="*/ 466474 h 6874329"/>
              <a:gd name="connsiteX9" fmla="*/ 1852528 w 2517893"/>
              <a:gd name="connsiteY9" fmla="*/ 562942 h 6874329"/>
              <a:gd name="connsiteX10" fmla="*/ 1850661 w 2517893"/>
              <a:gd name="connsiteY10" fmla="*/ 589537 h 6874329"/>
              <a:gd name="connsiteX11" fmla="*/ 1850964 w 2517893"/>
              <a:gd name="connsiteY11" fmla="*/ 615950 h 6874329"/>
              <a:gd name="connsiteX12" fmla="*/ 2199342 w 2517893"/>
              <a:gd name="connsiteY12" fmla="*/ 3305319 h 6874329"/>
              <a:gd name="connsiteX13" fmla="*/ 2231864 w 2517893"/>
              <a:gd name="connsiteY13" fmla="*/ 3412872 h 6874329"/>
              <a:gd name="connsiteX14" fmla="*/ 2235242 w 2517893"/>
              <a:gd name="connsiteY14" fmla="*/ 3435543 h 6874329"/>
              <a:gd name="connsiteX15" fmla="*/ 2252090 w 2517893"/>
              <a:gd name="connsiteY15" fmla="*/ 3512702 h 6874329"/>
              <a:gd name="connsiteX16" fmla="*/ 2254441 w 2517893"/>
              <a:gd name="connsiteY16" fmla="*/ 3583312 h 6874329"/>
              <a:gd name="connsiteX17" fmla="*/ 2258418 w 2517893"/>
              <a:gd name="connsiteY17" fmla="*/ 3640478 h 6874329"/>
              <a:gd name="connsiteX18" fmla="*/ 2266543 w 2517893"/>
              <a:gd name="connsiteY18" fmla="*/ 3661583 h 6874329"/>
              <a:gd name="connsiteX19" fmla="*/ 2409243 w 2517893"/>
              <a:gd name="connsiteY19" fmla="*/ 6286500 h 6874329"/>
              <a:gd name="connsiteX20" fmla="*/ 2413170 w 2517893"/>
              <a:gd name="connsiteY20" fmla="*/ 6299320 h 6874329"/>
              <a:gd name="connsiteX21" fmla="*/ 2410867 w 2517893"/>
              <a:gd name="connsiteY21" fmla="*/ 6334418 h 6874329"/>
              <a:gd name="connsiteX22" fmla="*/ 2445950 w 2517893"/>
              <a:gd name="connsiteY22" fmla="*/ 6410416 h 6874329"/>
              <a:gd name="connsiteX23" fmla="*/ 2485138 w 2517893"/>
              <a:gd name="connsiteY23" fmla="*/ 6506045 h 6874329"/>
              <a:gd name="connsiteX24" fmla="*/ 2479997 w 2517893"/>
              <a:gd name="connsiteY24" fmla="*/ 6585942 h 6874329"/>
              <a:gd name="connsiteX25" fmla="*/ 2484338 w 2517893"/>
              <a:gd name="connsiteY25" fmla="*/ 6625517 h 6874329"/>
              <a:gd name="connsiteX26" fmla="*/ 2474470 w 2517893"/>
              <a:gd name="connsiteY26" fmla="*/ 6716860 h 6874329"/>
              <a:gd name="connsiteX27" fmla="*/ 2497483 w 2517893"/>
              <a:gd name="connsiteY27" fmla="*/ 6784250 h 6874329"/>
              <a:gd name="connsiteX28" fmla="*/ 2510567 w 2517893"/>
              <a:gd name="connsiteY28" fmla="*/ 6874329 h 6874329"/>
              <a:gd name="connsiteX29" fmla="*/ 0 w 2517893"/>
              <a:gd name="connsiteY29" fmla="*/ 6858000 h 6874329"/>
              <a:gd name="connsiteX30" fmla="*/ 0 w 2517893"/>
              <a:gd name="connsiteY30" fmla="*/ 0 h 6874329"/>
              <a:gd name="connsiteX0" fmla="*/ 0 w 2517893"/>
              <a:gd name="connsiteY0" fmla="*/ 0 h 6874329"/>
              <a:gd name="connsiteX1" fmla="*/ 1954764 w 2517893"/>
              <a:gd name="connsiteY1" fmla="*/ 2 h 6874329"/>
              <a:gd name="connsiteX2" fmla="*/ 1957395 w 2517893"/>
              <a:gd name="connsiteY2" fmla="*/ 42878 h 6874329"/>
              <a:gd name="connsiteX3" fmla="*/ 1946682 w 2517893"/>
              <a:gd name="connsiteY3" fmla="*/ 88399 h 6874329"/>
              <a:gd name="connsiteX4" fmla="*/ 1942627 w 2517893"/>
              <a:gd name="connsiteY4" fmla="*/ 220058 h 6874329"/>
              <a:gd name="connsiteX5" fmla="*/ 1928736 w 2517893"/>
              <a:gd name="connsiteY5" fmla="*/ 248814 h 6874329"/>
              <a:gd name="connsiteX6" fmla="*/ 1921659 w 2517893"/>
              <a:gd name="connsiteY6" fmla="*/ 270478 h 6874329"/>
              <a:gd name="connsiteX7" fmla="*/ 1893043 w 2517893"/>
              <a:gd name="connsiteY7" fmla="*/ 432254 h 6874329"/>
              <a:gd name="connsiteX8" fmla="*/ 1887612 w 2517893"/>
              <a:gd name="connsiteY8" fmla="*/ 466474 h 6874329"/>
              <a:gd name="connsiteX9" fmla="*/ 1852528 w 2517893"/>
              <a:gd name="connsiteY9" fmla="*/ 562942 h 6874329"/>
              <a:gd name="connsiteX10" fmla="*/ 1850661 w 2517893"/>
              <a:gd name="connsiteY10" fmla="*/ 589537 h 6874329"/>
              <a:gd name="connsiteX11" fmla="*/ 1850964 w 2517893"/>
              <a:gd name="connsiteY11" fmla="*/ 615950 h 6874329"/>
              <a:gd name="connsiteX12" fmla="*/ 2199342 w 2517893"/>
              <a:gd name="connsiteY12" fmla="*/ 3305319 h 6874329"/>
              <a:gd name="connsiteX13" fmla="*/ 2231864 w 2517893"/>
              <a:gd name="connsiteY13" fmla="*/ 3412872 h 6874329"/>
              <a:gd name="connsiteX14" fmla="*/ 2230217 w 2517893"/>
              <a:gd name="connsiteY14" fmla="*/ 3445591 h 6874329"/>
              <a:gd name="connsiteX15" fmla="*/ 2252090 w 2517893"/>
              <a:gd name="connsiteY15" fmla="*/ 3512702 h 6874329"/>
              <a:gd name="connsiteX16" fmla="*/ 2254441 w 2517893"/>
              <a:gd name="connsiteY16" fmla="*/ 3583312 h 6874329"/>
              <a:gd name="connsiteX17" fmla="*/ 2258418 w 2517893"/>
              <a:gd name="connsiteY17" fmla="*/ 3640478 h 6874329"/>
              <a:gd name="connsiteX18" fmla="*/ 2266543 w 2517893"/>
              <a:gd name="connsiteY18" fmla="*/ 3661583 h 6874329"/>
              <a:gd name="connsiteX19" fmla="*/ 2409243 w 2517893"/>
              <a:gd name="connsiteY19" fmla="*/ 6286500 h 6874329"/>
              <a:gd name="connsiteX20" fmla="*/ 2413170 w 2517893"/>
              <a:gd name="connsiteY20" fmla="*/ 6299320 h 6874329"/>
              <a:gd name="connsiteX21" fmla="*/ 2410867 w 2517893"/>
              <a:gd name="connsiteY21" fmla="*/ 6334418 h 6874329"/>
              <a:gd name="connsiteX22" fmla="*/ 2445950 w 2517893"/>
              <a:gd name="connsiteY22" fmla="*/ 6410416 h 6874329"/>
              <a:gd name="connsiteX23" fmla="*/ 2485138 w 2517893"/>
              <a:gd name="connsiteY23" fmla="*/ 6506045 h 6874329"/>
              <a:gd name="connsiteX24" fmla="*/ 2479997 w 2517893"/>
              <a:gd name="connsiteY24" fmla="*/ 6585942 h 6874329"/>
              <a:gd name="connsiteX25" fmla="*/ 2484338 w 2517893"/>
              <a:gd name="connsiteY25" fmla="*/ 6625517 h 6874329"/>
              <a:gd name="connsiteX26" fmla="*/ 2474470 w 2517893"/>
              <a:gd name="connsiteY26" fmla="*/ 6716860 h 6874329"/>
              <a:gd name="connsiteX27" fmla="*/ 2497483 w 2517893"/>
              <a:gd name="connsiteY27" fmla="*/ 6784250 h 6874329"/>
              <a:gd name="connsiteX28" fmla="*/ 2510567 w 2517893"/>
              <a:gd name="connsiteY28" fmla="*/ 6874329 h 6874329"/>
              <a:gd name="connsiteX29" fmla="*/ 0 w 2517893"/>
              <a:gd name="connsiteY29" fmla="*/ 6858000 h 6874329"/>
              <a:gd name="connsiteX30" fmla="*/ 0 w 2517893"/>
              <a:gd name="connsiteY30" fmla="*/ 0 h 687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517893" h="6874329">
                <a:moveTo>
                  <a:pt x="0" y="0"/>
                </a:moveTo>
                <a:lnTo>
                  <a:pt x="1954764" y="2"/>
                </a:lnTo>
                <a:lnTo>
                  <a:pt x="1957395" y="42878"/>
                </a:lnTo>
                <a:cubicBezTo>
                  <a:pt x="1959383" y="61970"/>
                  <a:pt x="1947646" y="69278"/>
                  <a:pt x="1946682" y="88399"/>
                </a:cubicBezTo>
                <a:cubicBezTo>
                  <a:pt x="1943597" y="112372"/>
                  <a:pt x="1937521" y="188391"/>
                  <a:pt x="1942627" y="220058"/>
                </a:cubicBezTo>
                <a:cubicBezTo>
                  <a:pt x="1931289" y="227083"/>
                  <a:pt x="1947001" y="245114"/>
                  <a:pt x="1928736" y="248814"/>
                </a:cubicBezTo>
                <a:cubicBezTo>
                  <a:pt x="1928656" y="259311"/>
                  <a:pt x="1932361" y="265787"/>
                  <a:pt x="1921659" y="270478"/>
                </a:cubicBezTo>
                <a:cubicBezTo>
                  <a:pt x="1951697" y="301630"/>
                  <a:pt x="1871182" y="402384"/>
                  <a:pt x="1893043" y="432254"/>
                </a:cubicBezTo>
                <a:cubicBezTo>
                  <a:pt x="1888738" y="469184"/>
                  <a:pt x="1899991" y="437869"/>
                  <a:pt x="1887612" y="466474"/>
                </a:cubicBezTo>
                <a:cubicBezTo>
                  <a:pt x="1880778" y="483824"/>
                  <a:pt x="1876681" y="552973"/>
                  <a:pt x="1852528" y="562942"/>
                </a:cubicBezTo>
                <a:cubicBezTo>
                  <a:pt x="1868570" y="584589"/>
                  <a:pt x="1846902" y="568029"/>
                  <a:pt x="1850661" y="589537"/>
                </a:cubicBezTo>
                <a:lnTo>
                  <a:pt x="1850964" y="615950"/>
                </a:lnTo>
                <a:lnTo>
                  <a:pt x="2199342" y="3305319"/>
                </a:lnTo>
                <a:cubicBezTo>
                  <a:pt x="2171830" y="3299994"/>
                  <a:pt x="2262283" y="3407938"/>
                  <a:pt x="2231864" y="3412872"/>
                </a:cubicBezTo>
                <a:cubicBezTo>
                  <a:pt x="2234142" y="3418089"/>
                  <a:pt x="2226810" y="3440711"/>
                  <a:pt x="2230217" y="3445591"/>
                </a:cubicBezTo>
                <a:lnTo>
                  <a:pt x="2252090" y="3512702"/>
                </a:lnTo>
                <a:cubicBezTo>
                  <a:pt x="2237350" y="3538488"/>
                  <a:pt x="2274222" y="3551402"/>
                  <a:pt x="2254441" y="3583312"/>
                </a:cubicBezTo>
                <a:cubicBezTo>
                  <a:pt x="2249590" y="3595191"/>
                  <a:pt x="2249416" y="3632830"/>
                  <a:pt x="2258418" y="3640478"/>
                </a:cubicBezTo>
                <a:cubicBezTo>
                  <a:pt x="2260245" y="3648435"/>
                  <a:pt x="2256821" y="3657394"/>
                  <a:pt x="2266543" y="3661583"/>
                </a:cubicBezTo>
                <a:cubicBezTo>
                  <a:pt x="2291680" y="4102587"/>
                  <a:pt x="2384805" y="5846877"/>
                  <a:pt x="2409243" y="6286500"/>
                </a:cubicBezTo>
                <a:lnTo>
                  <a:pt x="2413170" y="6299320"/>
                </a:lnTo>
                <a:cubicBezTo>
                  <a:pt x="2416797" y="6311449"/>
                  <a:pt x="2418888" y="6323595"/>
                  <a:pt x="2410867" y="6334418"/>
                </a:cubicBezTo>
                <a:cubicBezTo>
                  <a:pt x="2421335" y="6344386"/>
                  <a:pt x="2428168" y="6395624"/>
                  <a:pt x="2445950" y="6410416"/>
                </a:cubicBezTo>
                <a:cubicBezTo>
                  <a:pt x="2466540" y="6421110"/>
                  <a:pt x="2486307" y="6466556"/>
                  <a:pt x="2485138" y="6506045"/>
                </a:cubicBezTo>
                <a:cubicBezTo>
                  <a:pt x="2463277" y="6535915"/>
                  <a:pt x="2493613" y="6549673"/>
                  <a:pt x="2479997" y="6585942"/>
                </a:cubicBezTo>
                <a:cubicBezTo>
                  <a:pt x="2490700" y="6590634"/>
                  <a:pt x="2484258" y="6615020"/>
                  <a:pt x="2484338" y="6625517"/>
                </a:cubicBezTo>
                <a:cubicBezTo>
                  <a:pt x="2502603" y="6629217"/>
                  <a:pt x="2472279" y="6690405"/>
                  <a:pt x="2474470" y="6716860"/>
                </a:cubicBezTo>
                <a:cubicBezTo>
                  <a:pt x="2476661" y="6743315"/>
                  <a:pt x="2493854" y="6737792"/>
                  <a:pt x="2497483" y="6784250"/>
                </a:cubicBezTo>
                <a:cubicBezTo>
                  <a:pt x="2503499" y="6810495"/>
                  <a:pt x="2530741" y="6862875"/>
                  <a:pt x="2510567" y="6874329"/>
                </a:cubicBezTo>
                <a:lnTo>
                  <a:pt x="0" y="6858000"/>
                </a:lnTo>
                <a:lnTo>
                  <a:pt x="0"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15F21F25-7BA9-4292-8DD8-0AE0DB82E5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5342" y="457200"/>
            <a:ext cx="4285072" cy="2910763"/>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a:extLst>
              <a:ext uri="{FF2B5EF4-FFF2-40B4-BE49-F238E27FC236}">
                <a16:creationId xmlns:a16="http://schemas.microsoft.com/office/drawing/2014/main" id="{A3493402-7B5E-4749-96AD-14DCEFF2F0F7}"/>
              </a:ext>
            </a:extLst>
          </p:cNvPr>
          <p:cNvPicPr>
            <a:picLocks noChangeAspect="1"/>
          </p:cNvPicPr>
          <p:nvPr/>
        </p:nvPicPr>
        <p:blipFill>
          <a:blip r:embed="rId2"/>
          <a:stretch>
            <a:fillRect/>
          </a:stretch>
        </p:blipFill>
        <p:spPr>
          <a:xfrm>
            <a:off x="635586" y="1151711"/>
            <a:ext cx="4004579" cy="1521739"/>
          </a:xfrm>
          <a:prstGeom prst="rect">
            <a:avLst/>
          </a:prstGeom>
        </p:spPr>
      </p:pic>
      <p:sp>
        <p:nvSpPr>
          <p:cNvPr id="17" name="Freeform: Shape 16">
            <a:extLst>
              <a:ext uri="{FF2B5EF4-FFF2-40B4-BE49-F238E27FC236}">
                <a16:creationId xmlns:a16="http://schemas.microsoft.com/office/drawing/2014/main" id="{EE48CA04-B6DA-494E-A865-56744338D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5341" y="3539538"/>
            <a:ext cx="4285072" cy="2910763"/>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id="{FB9C2024-DD13-7D68-6ADA-290958F03166}"/>
              </a:ext>
            </a:extLst>
          </p:cNvPr>
          <p:cNvPicPr>
            <a:picLocks noChangeAspect="1"/>
          </p:cNvPicPr>
          <p:nvPr/>
        </p:nvPicPr>
        <p:blipFill>
          <a:blip r:embed="rId3"/>
          <a:stretch>
            <a:fillRect/>
          </a:stretch>
        </p:blipFill>
        <p:spPr>
          <a:xfrm>
            <a:off x="635587" y="4484335"/>
            <a:ext cx="4004579" cy="1021168"/>
          </a:xfrm>
          <a:prstGeom prst="rect">
            <a:avLst/>
          </a:prstGeom>
        </p:spPr>
      </p:pic>
      <p:pic>
        <p:nvPicPr>
          <p:cNvPr id="18438" name="Picture 6">
            <a:extLst>
              <a:ext uri="{FF2B5EF4-FFF2-40B4-BE49-F238E27FC236}">
                <a16:creationId xmlns:a16="http://schemas.microsoft.com/office/drawing/2014/main" id="{41978B82-445D-08D3-36CF-0C0AF85263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5754" y="-16329"/>
            <a:ext cx="6776004" cy="4668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64519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6766C-5354-F7F7-8317-596C1F7EE0D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B1852F5-F317-869A-3730-2D1BEAE5B7A4}"/>
              </a:ext>
            </a:extLst>
          </p:cNvPr>
          <p:cNvSpPr>
            <a:spLocks noGrp="1"/>
          </p:cNvSpPr>
          <p:nvPr>
            <p:ph type="subTitle" idx="1"/>
          </p:nvPr>
        </p:nvSpPr>
        <p:spPr>
          <a:xfrm>
            <a:off x="166897" y="4221322"/>
            <a:ext cx="9988062" cy="1988560"/>
          </a:xfrm>
        </p:spPr>
        <p:txBody>
          <a:bodyPr>
            <a:normAutofit fontScale="85000" lnSpcReduction="20000"/>
          </a:bodyPr>
          <a:lstStyle/>
          <a:p>
            <a:pPr algn="l"/>
            <a:r>
              <a:rPr lang="en-US" dirty="0"/>
              <a:t>The dataset was divided into training (80%) and testing (20%) sets to evaluate model performance.</a:t>
            </a:r>
          </a:p>
          <a:p>
            <a:pPr algn="l"/>
            <a:r>
              <a:rPr lang="en-US" dirty="0"/>
              <a:t>Text preprocessing was performed using TF-IDF Vectorization to capture word importance.</a:t>
            </a:r>
          </a:p>
          <a:p>
            <a:pPr algn="l"/>
            <a:r>
              <a:rPr lang="en-US" dirty="0"/>
              <a:t>Count Vectorization was also applied to represent text data as word frequency vectors.</a:t>
            </a:r>
          </a:p>
          <a:p>
            <a:pPr algn="l"/>
            <a:r>
              <a:rPr lang="en-US" dirty="0"/>
              <a:t>Both feature extraction methods were used to compare their impact on sentiment classification accuracy.</a:t>
            </a:r>
            <a:endParaRPr lang="en-IN" dirty="0"/>
          </a:p>
        </p:txBody>
      </p:sp>
      <p:pic>
        <p:nvPicPr>
          <p:cNvPr id="6" name="Picture 5">
            <a:extLst>
              <a:ext uri="{FF2B5EF4-FFF2-40B4-BE49-F238E27FC236}">
                <a16:creationId xmlns:a16="http://schemas.microsoft.com/office/drawing/2014/main" id="{733DD956-18E5-B4CB-588C-E42F048E67A6}"/>
              </a:ext>
            </a:extLst>
          </p:cNvPr>
          <p:cNvPicPr>
            <a:picLocks noChangeAspect="1"/>
          </p:cNvPicPr>
          <p:nvPr/>
        </p:nvPicPr>
        <p:blipFill>
          <a:blip r:embed="rId2"/>
          <a:stretch>
            <a:fillRect/>
          </a:stretch>
        </p:blipFill>
        <p:spPr>
          <a:xfrm>
            <a:off x="166897" y="99802"/>
            <a:ext cx="9350729" cy="3557797"/>
          </a:xfrm>
          <a:prstGeom prst="rect">
            <a:avLst/>
          </a:prstGeom>
        </p:spPr>
      </p:pic>
    </p:spTree>
    <p:extLst>
      <p:ext uri="{BB962C8B-B14F-4D97-AF65-F5344CB8AC3E}">
        <p14:creationId xmlns:p14="http://schemas.microsoft.com/office/powerpoint/2010/main" val="15823757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B359-3CFA-57AC-0116-D47182D619A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B2AE116-F51B-8371-3A29-3D32FAEADB58}"/>
              </a:ext>
            </a:extLst>
          </p:cNvPr>
          <p:cNvSpPr>
            <a:spLocks noGrp="1"/>
          </p:cNvSpPr>
          <p:nvPr>
            <p:ph type="subTitle" idx="1"/>
          </p:nvPr>
        </p:nvSpPr>
        <p:spPr>
          <a:xfrm>
            <a:off x="194335" y="3782562"/>
            <a:ext cx="5498542" cy="1438367"/>
          </a:xfrm>
        </p:spPr>
        <p:txBody>
          <a:bodyPr>
            <a:normAutofit fontScale="92500" lnSpcReduction="20000"/>
          </a:bodyPr>
          <a:lstStyle/>
          <a:p>
            <a:r>
              <a:rPr lang="en-IN" dirty="0"/>
              <a:t>Accuracy ≈ 88.62%</a:t>
            </a:r>
          </a:p>
          <a:p>
            <a:r>
              <a:rPr lang="en-IN" dirty="0"/>
              <a:t>Precision ≈ 88.27%</a:t>
            </a:r>
          </a:p>
          <a:p>
            <a:r>
              <a:rPr lang="en-IN" dirty="0"/>
              <a:t>Recall ≈ 91.01%</a:t>
            </a:r>
          </a:p>
          <a:p>
            <a:r>
              <a:rPr lang="en-IN" dirty="0"/>
              <a:t>F1 Score ≈ 89.62%</a:t>
            </a:r>
          </a:p>
        </p:txBody>
      </p:sp>
      <p:pic>
        <p:nvPicPr>
          <p:cNvPr id="5" name="Picture 4">
            <a:extLst>
              <a:ext uri="{FF2B5EF4-FFF2-40B4-BE49-F238E27FC236}">
                <a16:creationId xmlns:a16="http://schemas.microsoft.com/office/drawing/2014/main" id="{88109AC0-727D-91C5-9D29-CD098CAA6E72}"/>
              </a:ext>
            </a:extLst>
          </p:cNvPr>
          <p:cNvPicPr>
            <a:picLocks noChangeAspect="1"/>
          </p:cNvPicPr>
          <p:nvPr/>
        </p:nvPicPr>
        <p:blipFill>
          <a:blip r:embed="rId2"/>
          <a:stretch>
            <a:fillRect/>
          </a:stretch>
        </p:blipFill>
        <p:spPr>
          <a:xfrm>
            <a:off x="0" y="0"/>
            <a:ext cx="7173326" cy="2057687"/>
          </a:xfrm>
          <a:prstGeom prst="rect">
            <a:avLst/>
          </a:prstGeom>
        </p:spPr>
      </p:pic>
      <p:pic>
        <p:nvPicPr>
          <p:cNvPr id="20484" name="Picture 4">
            <a:extLst>
              <a:ext uri="{FF2B5EF4-FFF2-40B4-BE49-F238E27FC236}">
                <a16:creationId xmlns:a16="http://schemas.microsoft.com/office/drawing/2014/main" id="{94B19E7E-5E0B-B3B4-E6DB-0D968C8661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1092" y="2140974"/>
            <a:ext cx="4522547" cy="42672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386A713-EEE7-F02D-0749-BEBDF04FB0E9}"/>
              </a:ext>
            </a:extLst>
          </p:cNvPr>
          <p:cNvSpPr>
            <a:spLocks noChangeArrowheads="1"/>
          </p:cNvSpPr>
          <p:nvPr/>
        </p:nvSpPr>
        <p:spPr bwMode="auto">
          <a:xfrm rot="10800000" flipV="1">
            <a:off x="7214228" y="359762"/>
            <a:ext cx="5790908"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700" spc="160" dirty="0">
                <a:solidFill>
                  <a:schemeClr val="tx1">
                    <a:lumMod val="85000"/>
                    <a:lumOff val="15000"/>
                  </a:schemeClr>
                </a:solidFill>
                <a:ea typeface="Batang" panose="02030600000101010101" pitchFamily="18" charset="-127"/>
              </a:rPr>
              <a:t>Line 1: Model creation and training.</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700" spc="160" dirty="0">
                <a:solidFill>
                  <a:schemeClr val="tx1">
                    <a:lumMod val="85000"/>
                    <a:lumOff val="15000"/>
                  </a:schemeClr>
                </a:solidFill>
                <a:ea typeface="Batang" panose="02030600000101010101" pitchFamily="18" charset="-127"/>
              </a:rPr>
              <a:t>Line 2: Accuracy computation and printing.</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700" spc="160" dirty="0">
                <a:solidFill>
                  <a:schemeClr val="tx1">
                    <a:lumMod val="85000"/>
                    <a:lumOff val="15000"/>
                  </a:schemeClr>
                </a:solidFill>
                <a:ea typeface="Batang" panose="02030600000101010101" pitchFamily="18" charset="-127"/>
              </a:rPr>
              <a:t>Line 3: Confusion matrix visualization.</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700" spc="160" dirty="0">
                <a:solidFill>
                  <a:schemeClr val="tx1">
                    <a:lumMod val="85000"/>
                    <a:lumOff val="15000"/>
                  </a:schemeClr>
                </a:solidFill>
                <a:ea typeface="Batang" panose="02030600000101010101" pitchFamily="18" charset="-127"/>
              </a:rPr>
              <a:t>Line 4: Display the plot.</a:t>
            </a:r>
          </a:p>
        </p:txBody>
      </p:sp>
    </p:spTree>
    <p:extLst>
      <p:ext uri="{BB962C8B-B14F-4D97-AF65-F5344CB8AC3E}">
        <p14:creationId xmlns:p14="http://schemas.microsoft.com/office/powerpoint/2010/main" val="31776763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AB217-3484-6A84-172B-1BCFAA2E521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5DF8195-B21F-50A2-ADC5-D39F1BFD5D02}"/>
              </a:ext>
            </a:extLst>
          </p:cNvPr>
          <p:cNvSpPr>
            <a:spLocks noGrp="1"/>
          </p:cNvSpPr>
          <p:nvPr>
            <p:ph type="subTitle" idx="1"/>
          </p:nvPr>
        </p:nvSpPr>
        <p:spPr>
          <a:xfrm>
            <a:off x="1241765" y="3006213"/>
            <a:ext cx="6074328" cy="1695687"/>
          </a:xfrm>
        </p:spPr>
        <p:txBody>
          <a:bodyPr>
            <a:normAutofit/>
          </a:bodyPr>
          <a:lstStyle/>
          <a:p>
            <a:pPr algn="l"/>
            <a:r>
              <a:rPr lang="en-US" sz="1800" dirty="0"/>
              <a:t>Corrected the confusion matrix line (you had </a:t>
            </a:r>
            <a:r>
              <a:rPr lang="en-US" sz="1800" dirty="0" err="1"/>
              <a:t>lr</a:t>
            </a:r>
            <a:r>
              <a:rPr lang="en-US" sz="1800" dirty="0"/>
              <a:t> instead of </a:t>
            </a:r>
            <a:r>
              <a:rPr lang="en-US" sz="1800" dirty="0" err="1"/>
              <a:t>mnb</a:t>
            </a:r>
            <a:r>
              <a:rPr lang="en-US" sz="1800" dirty="0"/>
              <a:t>).</a:t>
            </a:r>
          </a:p>
          <a:p>
            <a:pPr algn="l"/>
            <a:r>
              <a:rPr lang="en-US" sz="1800" dirty="0"/>
              <a:t>Removed .grid(False) — optional and can be skipped in minimal code.</a:t>
            </a:r>
            <a:endParaRPr lang="en-IN" sz="1800" dirty="0"/>
          </a:p>
        </p:txBody>
      </p:sp>
      <p:pic>
        <p:nvPicPr>
          <p:cNvPr id="5" name="Picture 4">
            <a:extLst>
              <a:ext uri="{FF2B5EF4-FFF2-40B4-BE49-F238E27FC236}">
                <a16:creationId xmlns:a16="http://schemas.microsoft.com/office/drawing/2014/main" id="{4285BBBA-6EE4-B90B-23A3-50A8A5C56D2E}"/>
              </a:ext>
            </a:extLst>
          </p:cNvPr>
          <p:cNvPicPr>
            <a:picLocks noChangeAspect="1"/>
          </p:cNvPicPr>
          <p:nvPr/>
        </p:nvPicPr>
        <p:blipFill>
          <a:blip r:embed="rId2"/>
          <a:stretch>
            <a:fillRect/>
          </a:stretch>
        </p:blipFill>
        <p:spPr>
          <a:xfrm>
            <a:off x="1128703" y="373626"/>
            <a:ext cx="7563906" cy="1695687"/>
          </a:xfrm>
          <a:prstGeom prst="rect">
            <a:avLst/>
          </a:prstGeom>
        </p:spPr>
      </p:pic>
    </p:spTree>
    <p:extLst>
      <p:ext uri="{BB962C8B-B14F-4D97-AF65-F5344CB8AC3E}">
        <p14:creationId xmlns:p14="http://schemas.microsoft.com/office/powerpoint/2010/main" val="9100425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6F207-C75F-3B07-7D3D-F84E4989F2F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1F4E426-0664-9866-AED3-869627208346}"/>
              </a:ext>
            </a:extLst>
          </p:cNvPr>
          <p:cNvSpPr>
            <a:spLocks noGrp="1"/>
          </p:cNvSpPr>
          <p:nvPr>
            <p:ph type="subTitle" idx="1"/>
          </p:nvPr>
        </p:nvSpPr>
        <p:spPr>
          <a:xfrm>
            <a:off x="0" y="2400100"/>
            <a:ext cx="6074328" cy="2057799"/>
          </a:xfrm>
        </p:spPr>
        <p:txBody>
          <a:bodyPr>
            <a:normAutofit/>
          </a:bodyPr>
          <a:lstStyle/>
          <a:p>
            <a:r>
              <a:rPr lang="en-IN" dirty="0"/>
              <a:t>Accuracy = 88.62%</a:t>
            </a:r>
          </a:p>
          <a:p>
            <a:r>
              <a:rPr lang="en-IN" dirty="0"/>
              <a:t>Precision = 88.27%</a:t>
            </a:r>
          </a:p>
          <a:p>
            <a:r>
              <a:rPr lang="en-IN" dirty="0"/>
              <a:t>Recall = 91.01%</a:t>
            </a:r>
          </a:p>
          <a:p>
            <a:r>
              <a:rPr lang="en-IN" dirty="0"/>
              <a:t>F1 Score = 89.62%</a:t>
            </a:r>
          </a:p>
        </p:txBody>
      </p:sp>
      <p:pic>
        <p:nvPicPr>
          <p:cNvPr id="21506" name="Picture 2">
            <a:extLst>
              <a:ext uri="{FF2B5EF4-FFF2-40B4-BE49-F238E27FC236}">
                <a16:creationId xmlns:a16="http://schemas.microsoft.com/office/drawing/2014/main" id="{E2832B74-E97F-0209-E923-1E9B9DCF3C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5538" y="1708355"/>
            <a:ext cx="5162550" cy="42672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85785CB-FAF8-B95C-D7B3-AEB966468FDE}"/>
              </a:ext>
            </a:extLst>
          </p:cNvPr>
          <p:cNvSpPr>
            <a:spLocks noGrp="1"/>
          </p:cNvSpPr>
          <p:nvPr>
            <p:ph type="ctrTitle"/>
          </p:nvPr>
        </p:nvSpPr>
        <p:spPr>
          <a:xfrm>
            <a:off x="-1005919" y="27039"/>
            <a:ext cx="8376514" cy="872604"/>
          </a:xfrm>
        </p:spPr>
        <p:txBody>
          <a:bodyPr/>
          <a:lstStyle/>
          <a:p>
            <a:r>
              <a:rPr lang="en-US" dirty="0"/>
              <a:t>Confusion matrix</a:t>
            </a:r>
            <a:endParaRPr lang="en-IN" dirty="0"/>
          </a:p>
        </p:txBody>
      </p:sp>
    </p:spTree>
    <p:extLst>
      <p:ext uri="{BB962C8B-B14F-4D97-AF65-F5344CB8AC3E}">
        <p14:creationId xmlns:p14="http://schemas.microsoft.com/office/powerpoint/2010/main" val="2615046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733D3-D28E-CC8A-ABD6-AFA5653FC15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781196D-D987-E67E-DDC8-44A2ED8DB6CA}"/>
              </a:ext>
            </a:extLst>
          </p:cNvPr>
          <p:cNvSpPr>
            <a:spLocks noGrp="1"/>
          </p:cNvSpPr>
          <p:nvPr>
            <p:ph type="subTitle" idx="1"/>
          </p:nvPr>
        </p:nvSpPr>
        <p:spPr>
          <a:xfrm>
            <a:off x="648929" y="2684207"/>
            <a:ext cx="9940412" cy="1877961"/>
          </a:xfrm>
        </p:spPr>
        <p:txBody>
          <a:bodyPr>
            <a:normAutofit/>
          </a:bodyPr>
          <a:lstStyle/>
          <a:p>
            <a:r>
              <a:rPr lang="en-US" dirty="0"/>
              <a:t>This project implements a text classification model using a Linear Support Vector Classifier (SVC). TF-IDF is used to convert raw text into numerical features. The model is trained on labeled data and evaluated on test data for accuracy. A confusion matrix is displayed to visualize classification performance.</a:t>
            </a:r>
            <a:endParaRPr lang="en-IN" dirty="0"/>
          </a:p>
        </p:txBody>
      </p:sp>
      <p:pic>
        <p:nvPicPr>
          <p:cNvPr id="5" name="Picture 4">
            <a:extLst>
              <a:ext uri="{FF2B5EF4-FFF2-40B4-BE49-F238E27FC236}">
                <a16:creationId xmlns:a16="http://schemas.microsoft.com/office/drawing/2014/main" id="{A83DF377-D081-1671-5AAE-7C75D6E462E8}"/>
              </a:ext>
            </a:extLst>
          </p:cNvPr>
          <p:cNvPicPr>
            <a:picLocks noChangeAspect="1"/>
          </p:cNvPicPr>
          <p:nvPr/>
        </p:nvPicPr>
        <p:blipFill>
          <a:blip r:embed="rId2"/>
          <a:stretch>
            <a:fillRect/>
          </a:stretch>
        </p:blipFill>
        <p:spPr>
          <a:xfrm>
            <a:off x="1443258" y="636334"/>
            <a:ext cx="7159967" cy="1762371"/>
          </a:xfrm>
          <a:prstGeom prst="rect">
            <a:avLst/>
          </a:prstGeom>
        </p:spPr>
      </p:pic>
    </p:spTree>
    <p:extLst>
      <p:ext uri="{BB962C8B-B14F-4D97-AF65-F5344CB8AC3E}">
        <p14:creationId xmlns:p14="http://schemas.microsoft.com/office/powerpoint/2010/main" val="25569543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A05EC-758B-18EE-5E98-4442AFA40B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1F544D-A9A7-33AF-9475-F82E1A57A4D9}"/>
              </a:ext>
            </a:extLst>
          </p:cNvPr>
          <p:cNvSpPr>
            <a:spLocks noGrp="1"/>
          </p:cNvSpPr>
          <p:nvPr>
            <p:ph type="ctrTitle"/>
          </p:nvPr>
        </p:nvSpPr>
        <p:spPr>
          <a:xfrm>
            <a:off x="311604" y="443498"/>
            <a:ext cx="8376514" cy="645242"/>
          </a:xfrm>
        </p:spPr>
        <p:txBody>
          <a:bodyPr/>
          <a:lstStyle/>
          <a:p>
            <a:r>
              <a:rPr lang="en-US" dirty="0"/>
              <a:t>Confusion matrix</a:t>
            </a:r>
            <a:endParaRPr lang="en-IN" dirty="0"/>
          </a:p>
        </p:txBody>
      </p:sp>
      <p:sp>
        <p:nvSpPr>
          <p:cNvPr id="3" name="Subtitle 2">
            <a:extLst>
              <a:ext uri="{FF2B5EF4-FFF2-40B4-BE49-F238E27FC236}">
                <a16:creationId xmlns:a16="http://schemas.microsoft.com/office/drawing/2014/main" id="{31815E32-4C02-2C57-2625-61D2690ECDCA}"/>
              </a:ext>
            </a:extLst>
          </p:cNvPr>
          <p:cNvSpPr>
            <a:spLocks noGrp="1"/>
          </p:cNvSpPr>
          <p:nvPr>
            <p:ph type="subTitle" idx="1"/>
          </p:nvPr>
        </p:nvSpPr>
        <p:spPr>
          <a:xfrm>
            <a:off x="5742037" y="1874706"/>
            <a:ext cx="5073445" cy="1891049"/>
          </a:xfrm>
        </p:spPr>
        <p:txBody>
          <a:bodyPr>
            <a:normAutofit fontScale="92500" lnSpcReduction="10000"/>
          </a:bodyPr>
          <a:lstStyle/>
          <a:p>
            <a:r>
              <a:rPr lang="en-US" dirty="0"/>
              <a:t>The classifier achieved an accuracy of approximately 89.1%, </a:t>
            </a:r>
          </a:p>
          <a:p>
            <a:r>
              <a:rPr lang="en-US" dirty="0"/>
              <a:t>with a precision of 89.0%, </a:t>
            </a:r>
          </a:p>
          <a:p>
            <a:r>
              <a:rPr lang="en-US" dirty="0"/>
              <a:t>recall of 91.0%, and </a:t>
            </a:r>
          </a:p>
          <a:p>
            <a:r>
              <a:rPr lang="en-US" dirty="0"/>
              <a:t>F1-score of 90.0%.</a:t>
            </a:r>
            <a:endParaRPr lang="en-IN" dirty="0"/>
          </a:p>
        </p:txBody>
      </p:sp>
      <p:pic>
        <p:nvPicPr>
          <p:cNvPr id="1026" name="Picture 2">
            <a:extLst>
              <a:ext uri="{FF2B5EF4-FFF2-40B4-BE49-F238E27FC236}">
                <a16:creationId xmlns:a16="http://schemas.microsoft.com/office/drawing/2014/main" id="{8C20B9FE-DD69-1448-C176-306E6D4CA8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57566"/>
            <a:ext cx="516255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0566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6E9158-CE67-F6A9-7A76-CF48B8FA245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123D8B-286B-4390-AAF3-92ED7DE91F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9E990D0-49FE-4377-90B4-55732B2331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19291" y="0"/>
            <a:ext cx="6572708" cy="6858000"/>
          </a:xfrm>
          <a:custGeom>
            <a:avLst/>
            <a:gdLst>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4727719 w 6572708"/>
              <a:gd name="connsiteY8" fmla="*/ 6858000 h 6858000"/>
              <a:gd name="connsiteX9" fmla="*/ 3831783 w 6572708"/>
              <a:gd name="connsiteY9" fmla="*/ 6858000 h 6858000"/>
              <a:gd name="connsiteX10" fmla="*/ 1368280 w 6572708"/>
              <a:gd name="connsiteY10" fmla="*/ 6858000 h 6858000"/>
              <a:gd name="connsiteX11" fmla="*/ 0 w 6572708"/>
              <a:gd name="connsiteY11" fmla="*/ 6858000 h 6858000"/>
              <a:gd name="connsiteX12" fmla="*/ 9990 w 6572708"/>
              <a:gd name="connsiteY12" fmla="*/ 6815347 h 6858000"/>
              <a:gd name="connsiteX13" fmla="*/ 11375 w 6572708"/>
              <a:gd name="connsiteY13" fmla="*/ 6764639 h 6858000"/>
              <a:gd name="connsiteX14" fmla="*/ 37994 w 6572708"/>
              <a:gd name="connsiteY14" fmla="*/ 6747193 h 6858000"/>
              <a:gd name="connsiteX15" fmla="*/ 60759 w 6572708"/>
              <a:gd name="connsiteY15" fmla="*/ 6667761 h 6858000"/>
              <a:gd name="connsiteX16" fmla="*/ 44882 w 6572708"/>
              <a:gd name="connsiteY16" fmla="*/ 6635203 h 6858000"/>
              <a:gd name="connsiteX17" fmla="*/ 38884 w 6572708"/>
              <a:gd name="connsiteY17" fmla="*/ 6601215 h 6858000"/>
              <a:gd name="connsiteX18" fmla="*/ 24537 w 6572708"/>
              <a:gd name="connsiteY18" fmla="*/ 6599857 h 6858000"/>
              <a:gd name="connsiteX19" fmla="*/ 30487 w 6572708"/>
              <a:gd name="connsiteY19" fmla="*/ 6582849 h 6858000"/>
              <a:gd name="connsiteX20" fmla="*/ 30797 w 6572708"/>
              <a:gd name="connsiteY20" fmla="*/ 6536021 h 6858000"/>
              <a:gd name="connsiteX21" fmla="*/ 10629 w 6572708"/>
              <a:gd name="connsiteY21" fmla="*/ 6483343 h 6858000"/>
              <a:gd name="connsiteX22" fmla="*/ 16211 w 6572708"/>
              <a:gd name="connsiteY22" fmla="*/ 6402087 h 6858000"/>
              <a:gd name="connsiteX23" fmla="*/ 25932 w 6572708"/>
              <a:gd name="connsiteY23" fmla="*/ 6321765 h 6858000"/>
              <a:gd name="connsiteX24" fmla="*/ 31488 w 6572708"/>
              <a:gd name="connsiteY24" fmla="*/ 6292746 h 6858000"/>
              <a:gd name="connsiteX25" fmla="*/ 32413 w 6572708"/>
              <a:gd name="connsiteY25" fmla="*/ 6240744 h 6858000"/>
              <a:gd name="connsiteX26" fmla="*/ 34430 w 6572708"/>
              <a:gd name="connsiteY26" fmla="*/ 6206738 h 6858000"/>
              <a:gd name="connsiteX27" fmla="*/ 55689 w 6572708"/>
              <a:gd name="connsiteY27" fmla="*/ 6203389 h 6858000"/>
              <a:gd name="connsiteX28" fmla="*/ 63475 w 6572708"/>
              <a:gd name="connsiteY28" fmla="*/ 6172740 h 6858000"/>
              <a:gd name="connsiteX29" fmla="*/ 50070 w 6572708"/>
              <a:gd name="connsiteY29" fmla="*/ 6141398 h 6858000"/>
              <a:gd name="connsiteX30" fmla="*/ 52252 w 6572708"/>
              <a:gd name="connsiteY30" fmla="*/ 6103364 h 6858000"/>
              <a:gd name="connsiteX31" fmla="*/ 53329 w 6572708"/>
              <a:gd name="connsiteY31" fmla="*/ 6080619 h 6858000"/>
              <a:gd name="connsiteX32" fmla="*/ 73573 w 6572708"/>
              <a:gd name="connsiteY32" fmla="*/ 6019868 h 6858000"/>
              <a:gd name="connsiteX33" fmla="*/ 149610 w 6572708"/>
              <a:gd name="connsiteY33" fmla="*/ 5918672 h 6858000"/>
              <a:gd name="connsiteX34" fmla="*/ 160505 w 6572708"/>
              <a:gd name="connsiteY34" fmla="*/ 5887690 h 6858000"/>
              <a:gd name="connsiteX35" fmla="*/ 156200 w 6572708"/>
              <a:gd name="connsiteY35" fmla="*/ 5882649 h 6858000"/>
              <a:gd name="connsiteX36" fmla="*/ 194213 w 6572708"/>
              <a:gd name="connsiteY36" fmla="*/ 5841953 h 6858000"/>
              <a:gd name="connsiteX37" fmla="*/ 203216 w 6572708"/>
              <a:gd name="connsiteY37" fmla="*/ 5777927 h 6858000"/>
              <a:gd name="connsiteX38" fmla="*/ 202536 w 6572708"/>
              <a:gd name="connsiteY38" fmla="*/ 5728879 h 6858000"/>
              <a:gd name="connsiteX39" fmla="*/ 205380 w 6572708"/>
              <a:gd name="connsiteY39" fmla="*/ 5701696 h 6858000"/>
              <a:gd name="connsiteX40" fmla="*/ 203870 w 6572708"/>
              <a:gd name="connsiteY40" fmla="*/ 5681563 h 6858000"/>
              <a:gd name="connsiteX41" fmla="*/ 219294 w 6572708"/>
              <a:gd name="connsiteY41" fmla="*/ 5632219 h 6858000"/>
              <a:gd name="connsiteX42" fmla="*/ 252910 w 6572708"/>
              <a:gd name="connsiteY42" fmla="*/ 5551224 h 6858000"/>
              <a:gd name="connsiteX43" fmla="*/ 258253 w 6572708"/>
              <a:gd name="connsiteY43" fmla="*/ 5533854 h 6858000"/>
              <a:gd name="connsiteX44" fmla="*/ 255640 w 6572708"/>
              <a:gd name="connsiteY44" fmla="*/ 5518422 h 6858000"/>
              <a:gd name="connsiteX45" fmla="*/ 248756 w 6572708"/>
              <a:gd name="connsiteY45" fmla="*/ 5514403 h 6858000"/>
              <a:gd name="connsiteX46" fmla="*/ 250538 w 6572708"/>
              <a:gd name="connsiteY46" fmla="*/ 5504771 h 6858000"/>
              <a:gd name="connsiteX47" fmla="*/ 249507 w 6572708"/>
              <a:gd name="connsiteY47" fmla="*/ 5502102 h 6858000"/>
              <a:gd name="connsiteX48" fmla="*/ 245101 w 6572708"/>
              <a:gd name="connsiteY48" fmla="*/ 5486913 h 6858000"/>
              <a:gd name="connsiteX49" fmla="*/ 273088 w 6572708"/>
              <a:gd name="connsiteY49" fmla="*/ 5457083 h 6858000"/>
              <a:gd name="connsiteX50" fmla="*/ 276759 w 6572708"/>
              <a:gd name="connsiteY50" fmla="*/ 5418245 h 6858000"/>
              <a:gd name="connsiteX51" fmla="*/ 314712 w 6572708"/>
              <a:gd name="connsiteY51" fmla="*/ 5305770 h 6858000"/>
              <a:gd name="connsiteX52" fmla="*/ 320056 w 6572708"/>
              <a:gd name="connsiteY52" fmla="*/ 5298784 h 6858000"/>
              <a:gd name="connsiteX53" fmla="*/ 320763 w 6572708"/>
              <a:gd name="connsiteY53" fmla="*/ 5282149 h 6858000"/>
              <a:gd name="connsiteX54" fmla="*/ 325879 w 6572708"/>
              <a:gd name="connsiteY54" fmla="*/ 5270957 h 6858000"/>
              <a:gd name="connsiteX55" fmla="*/ 318913 w 6572708"/>
              <a:gd name="connsiteY55" fmla="*/ 5268991 h 6858000"/>
              <a:gd name="connsiteX56" fmla="*/ 317758 w 6572708"/>
              <a:gd name="connsiteY56" fmla="*/ 5250149 h 6858000"/>
              <a:gd name="connsiteX57" fmla="*/ 317275 w 6572708"/>
              <a:gd name="connsiteY57" fmla="*/ 5230130 h 6858000"/>
              <a:gd name="connsiteX58" fmla="*/ 329641 w 6572708"/>
              <a:gd name="connsiteY58" fmla="*/ 5216534 h 6858000"/>
              <a:gd name="connsiteX59" fmla="*/ 329088 w 6572708"/>
              <a:gd name="connsiteY59" fmla="*/ 5211732 h 6858000"/>
              <a:gd name="connsiteX60" fmla="*/ 291324 w 6572708"/>
              <a:gd name="connsiteY60" fmla="*/ 5147635 h 6858000"/>
              <a:gd name="connsiteX61" fmla="*/ 299864 w 6572708"/>
              <a:gd name="connsiteY61" fmla="*/ 5063838 h 6858000"/>
              <a:gd name="connsiteX62" fmla="*/ 323140 w 6572708"/>
              <a:gd name="connsiteY62" fmla="*/ 5036513 h 6858000"/>
              <a:gd name="connsiteX63" fmla="*/ 323855 w 6572708"/>
              <a:gd name="connsiteY63" fmla="*/ 4827737 h 6858000"/>
              <a:gd name="connsiteX64" fmla="*/ 333687 w 6572708"/>
              <a:gd name="connsiteY64" fmla="*/ 4774692 h 6858000"/>
              <a:gd name="connsiteX65" fmla="*/ 322637 w 6572708"/>
              <a:gd name="connsiteY65" fmla="*/ 4727427 h 6858000"/>
              <a:gd name="connsiteX66" fmla="*/ 330798 w 6572708"/>
              <a:gd name="connsiteY66" fmla="*/ 4708193 h 6858000"/>
              <a:gd name="connsiteX67" fmla="*/ 332420 w 6572708"/>
              <a:gd name="connsiteY67" fmla="*/ 4704882 h 6858000"/>
              <a:gd name="connsiteX68" fmla="*/ 334216 w 6572708"/>
              <a:gd name="connsiteY68" fmla="*/ 4691500 h 6858000"/>
              <a:gd name="connsiteX69" fmla="*/ 340601 w 6572708"/>
              <a:gd name="connsiteY69" fmla="*/ 4687895 h 6858000"/>
              <a:gd name="connsiteX70" fmla="*/ 347516 w 6572708"/>
              <a:gd name="connsiteY70" fmla="*/ 4667873 h 6858000"/>
              <a:gd name="connsiteX71" fmla="*/ 349175 w 6572708"/>
              <a:gd name="connsiteY71" fmla="*/ 4643189 h 6858000"/>
              <a:gd name="connsiteX72" fmla="*/ 350492 w 6572708"/>
              <a:gd name="connsiteY72" fmla="*/ 4525833 h 6858000"/>
              <a:gd name="connsiteX73" fmla="*/ 355031 w 6572708"/>
              <a:gd name="connsiteY73" fmla="*/ 4455649 h 6858000"/>
              <a:gd name="connsiteX74" fmla="*/ 362651 w 6572708"/>
              <a:gd name="connsiteY74" fmla="*/ 4429036 h 6858000"/>
              <a:gd name="connsiteX75" fmla="*/ 369327 w 6572708"/>
              <a:gd name="connsiteY75" fmla="*/ 4391840 h 6858000"/>
              <a:gd name="connsiteX76" fmla="*/ 371272 w 6572708"/>
              <a:gd name="connsiteY76" fmla="*/ 4358845 h 6858000"/>
              <a:gd name="connsiteX77" fmla="*/ 382342 w 6572708"/>
              <a:gd name="connsiteY77" fmla="*/ 4333764 h 6858000"/>
              <a:gd name="connsiteX78" fmla="*/ 381365 w 6572708"/>
              <a:gd name="connsiteY78" fmla="*/ 4331730 h 6858000"/>
              <a:gd name="connsiteX79" fmla="*/ 364244 w 6572708"/>
              <a:gd name="connsiteY79" fmla="*/ 4309700 h 6858000"/>
              <a:gd name="connsiteX80" fmla="*/ 363377 w 6572708"/>
              <a:gd name="connsiteY80" fmla="*/ 4285388 h 6858000"/>
              <a:gd name="connsiteX81" fmla="*/ 356642 w 6572708"/>
              <a:gd name="connsiteY81" fmla="*/ 4271714 h 6858000"/>
              <a:gd name="connsiteX82" fmla="*/ 357697 w 6572708"/>
              <a:gd name="connsiteY82" fmla="*/ 4266169 h 6858000"/>
              <a:gd name="connsiteX83" fmla="*/ 356998 w 6572708"/>
              <a:gd name="connsiteY83" fmla="*/ 4247672 h 6858000"/>
              <a:gd name="connsiteX84" fmla="*/ 357549 w 6572708"/>
              <a:gd name="connsiteY84" fmla="*/ 4237120 h 6858000"/>
              <a:gd name="connsiteX85" fmla="*/ 358116 w 6572708"/>
              <a:gd name="connsiteY85" fmla="*/ 4232936 h 6858000"/>
              <a:gd name="connsiteX86" fmla="*/ 366243 w 6572708"/>
              <a:gd name="connsiteY86" fmla="*/ 4224051 h 6858000"/>
              <a:gd name="connsiteX87" fmla="*/ 363841 w 6572708"/>
              <a:gd name="connsiteY87" fmla="*/ 4211782 h 6858000"/>
              <a:gd name="connsiteX88" fmla="*/ 372159 w 6572708"/>
              <a:gd name="connsiteY88" fmla="*/ 4198810 h 6858000"/>
              <a:gd name="connsiteX89" fmla="*/ 366211 w 6572708"/>
              <a:gd name="connsiteY89" fmla="*/ 4195262 h 6858000"/>
              <a:gd name="connsiteX90" fmla="*/ 360561 w 6572708"/>
              <a:gd name="connsiteY90" fmla="*/ 4184054 h 6858000"/>
              <a:gd name="connsiteX91" fmla="*/ 368375 w 6572708"/>
              <a:gd name="connsiteY91" fmla="*/ 4175099 h 6858000"/>
              <a:gd name="connsiteX92" fmla="*/ 373972 w 6572708"/>
              <a:gd name="connsiteY92" fmla="*/ 4155792 h 6858000"/>
              <a:gd name="connsiteX93" fmla="*/ 373150 w 6572708"/>
              <a:gd name="connsiteY93" fmla="*/ 4150364 h 6858000"/>
              <a:gd name="connsiteX94" fmla="*/ 383773 w 6572708"/>
              <a:gd name="connsiteY94" fmla="*/ 4132084 h 6858000"/>
              <a:gd name="connsiteX95" fmla="*/ 389140 w 6572708"/>
              <a:gd name="connsiteY95" fmla="*/ 4115873 h 6858000"/>
              <a:gd name="connsiteX96" fmla="*/ 378846 w 6572708"/>
              <a:gd name="connsiteY96" fmla="*/ 4082551 h 6858000"/>
              <a:gd name="connsiteX97" fmla="*/ 368001 w 6572708"/>
              <a:gd name="connsiteY97" fmla="*/ 3968090 h 6858000"/>
              <a:gd name="connsiteX98" fmla="*/ 372661 w 6572708"/>
              <a:gd name="connsiteY98" fmla="*/ 3881355 h 6858000"/>
              <a:gd name="connsiteX99" fmla="*/ 379210 w 6572708"/>
              <a:gd name="connsiteY99" fmla="*/ 3850569 h 6858000"/>
              <a:gd name="connsiteX100" fmla="*/ 389880 w 6572708"/>
              <a:gd name="connsiteY100" fmla="*/ 3798988 h 6858000"/>
              <a:gd name="connsiteX101" fmla="*/ 409909 w 6572708"/>
              <a:gd name="connsiteY101" fmla="*/ 3760424 h 6858000"/>
              <a:gd name="connsiteX102" fmla="*/ 414051 w 6572708"/>
              <a:gd name="connsiteY102" fmla="*/ 3717298 h 6858000"/>
              <a:gd name="connsiteX103" fmla="*/ 399424 w 6572708"/>
              <a:gd name="connsiteY103" fmla="*/ 3707291 h 6858000"/>
              <a:gd name="connsiteX104" fmla="*/ 394460 w 6572708"/>
              <a:gd name="connsiteY104" fmla="*/ 3673415 h 6858000"/>
              <a:gd name="connsiteX105" fmla="*/ 408918 w 6572708"/>
              <a:gd name="connsiteY105" fmla="*/ 3661155 h 6858000"/>
              <a:gd name="connsiteX106" fmla="*/ 425028 w 6572708"/>
              <a:gd name="connsiteY106" fmla="*/ 3591166 h 6858000"/>
              <a:gd name="connsiteX107" fmla="*/ 430292 w 6572708"/>
              <a:gd name="connsiteY107" fmla="*/ 3550801 h 6858000"/>
              <a:gd name="connsiteX108" fmla="*/ 437149 w 6572708"/>
              <a:gd name="connsiteY108" fmla="*/ 3497399 h 6858000"/>
              <a:gd name="connsiteX109" fmla="*/ 442017 w 6572708"/>
              <a:gd name="connsiteY109" fmla="*/ 3474143 h 6858000"/>
              <a:gd name="connsiteX110" fmla="*/ 437175 w 6572708"/>
              <a:gd name="connsiteY110" fmla="*/ 3463057 h 6858000"/>
              <a:gd name="connsiteX111" fmla="*/ 438483 w 6572708"/>
              <a:gd name="connsiteY111" fmla="*/ 3457563 h 6858000"/>
              <a:gd name="connsiteX112" fmla="*/ 438642 w 6572708"/>
              <a:gd name="connsiteY112" fmla="*/ 3439053 h 6858000"/>
              <a:gd name="connsiteX113" fmla="*/ 439678 w 6572708"/>
              <a:gd name="connsiteY113" fmla="*/ 3428537 h 6858000"/>
              <a:gd name="connsiteX114" fmla="*/ 440437 w 6572708"/>
              <a:gd name="connsiteY114" fmla="*/ 3424381 h 6858000"/>
              <a:gd name="connsiteX115" fmla="*/ 448781 w 6572708"/>
              <a:gd name="connsiteY115" fmla="*/ 3416042 h 6858000"/>
              <a:gd name="connsiteX116" fmla="*/ 448765 w 6572708"/>
              <a:gd name="connsiteY116" fmla="*/ 3414504 h 6858000"/>
              <a:gd name="connsiteX117" fmla="*/ 447134 w 6572708"/>
              <a:gd name="connsiteY117" fmla="*/ 3403498 h 6858000"/>
              <a:gd name="connsiteX118" fmla="*/ 452387 w 6572708"/>
              <a:gd name="connsiteY118" fmla="*/ 3396070 h 6858000"/>
              <a:gd name="connsiteX119" fmla="*/ 453996 w 6572708"/>
              <a:gd name="connsiteY119" fmla="*/ 3389553 h 6858000"/>
              <a:gd name="connsiteX120" fmla="*/ 450265 w 6572708"/>
              <a:gd name="connsiteY120" fmla="*/ 3387098 h 6858000"/>
              <a:gd name="connsiteX121" fmla="*/ 445137 w 6572708"/>
              <a:gd name="connsiteY121" fmla="*/ 3375655 h 6858000"/>
              <a:gd name="connsiteX122" fmla="*/ 453359 w 6572708"/>
              <a:gd name="connsiteY122" fmla="*/ 3367050 h 6858000"/>
              <a:gd name="connsiteX123" fmla="*/ 459842 w 6572708"/>
              <a:gd name="connsiteY123" fmla="*/ 3348005 h 6858000"/>
              <a:gd name="connsiteX124" fmla="*/ 459268 w 6572708"/>
              <a:gd name="connsiteY124" fmla="*/ 3342546 h 6858000"/>
              <a:gd name="connsiteX125" fmla="*/ 470590 w 6572708"/>
              <a:gd name="connsiteY125" fmla="*/ 3324958 h 6858000"/>
              <a:gd name="connsiteX126" fmla="*/ 468579 w 6572708"/>
              <a:gd name="connsiteY126" fmla="*/ 3306990 h 6858000"/>
              <a:gd name="connsiteX127" fmla="*/ 480123 w 6572708"/>
              <a:gd name="connsiteY127" fmla="*/ 3295094 h 6858000"/>
              <a:gd name="connsiteX128" fmla="*/ 482298 w 6572708"/>
              <a:gd name="connsiteY128" fmla="*/ 3293541 h 6858000"/>
              <a:gd name="connsiteX129" fmla="*/ 489102 w 6572708"/>
              <a:gd name="connsiteY129" fmla="*/ 3262198 h 6858000"/>
              <a:gd name="connsiteX130" fmla="*/ 497561 w 6572708"/>
              <a:gd name="connsiteY130" fmla="*/ 3253284 h 6858000"/>
              <a:gd name="connsiteX131" fmla="*/ 522157 w 6572708"/>
              <a:gd name="connsiteY131" fmla="*/ 3192563 h 6858000"/>
              <a:gd name="connsiteX132" fmla="*/ 529302 w 6572708"/>
              <a:gd name="connsiteY132" fmla="*/ 3175520 h 6858000"/>
              <a:gd name="connsiteX133" fmla="*/ 528284 w 6572708"/>
              <a:gd name="connsiteY133" fmla="*/ 3160058 h 6858000"/>
              <a:gd name="connsiteX134" fmla="*/ 521806 w 6572708"/>
              <a:gd name="connsiteY134" fmla="*/ 3155764 h 6858000"/>
              <a:gd name="connsiteX135" fmla="*/ 524589 w 6572708"/>
              <a:gd name="connsiteY135" fmla="*/ 3146261 h 6858000"/>
              <a:gd name="connsiteX136" fmla="*/ 523832 w 6572708"/>
              <a:gd name="connsiteY136" fmla="*/ 3143561 h 6858000"/>
              <a:gd name="connsiteX137" fmla="*/ 520994 w 6572708"/>
              <a:gd name="connsiteY137" fmla="*/ 3128263 h 6858000"/>
              <a:gd name="connsiteX138" fmla="*/ 552091 w 6572708"/>
              <a:gd name="connsiteY138" fmla="*/ 3099818 h 6858000"/>
              <a:gd name="connsiteX139" fmla="*/ 559786 w 6572708"/>
              <a:gd name="connsiteY139" fmla="*/ 3061351 h 6858000"/>
              <a:gd name="connsiteX140" fmla="*/ 636543 w 6572708"/>
              <a:gd name="connsiteY140" fmla="*/ 2921137 h 6858000"/>
              <a:gd name="connsiteX141" fmla="*/ 618216 w 6572708"/>
              <a:gd name="connsiteY141" fmla="*/ 2895965 h 6858000"/>
              <a:gd name="connsiteX142" fmla="*/ 638919 w 6572708"/>
              <a:gd name="connsiteY142" fmla="*/ 2837255 h 6858000"/>
              <a:gd name="connsiteX143" fmla="*/ 724973 w 6572708"/>
              <a:gd name="connsiteY143" fmla="*/ 2755713 h 6858000"/>
              <a:gd name="connsiteX144" fmla="*/ 765538 w 6572708"/>
              <a:gd name="connsiteY144" fmla="*/ 2648081 h 6858000"/>
              <a:gd name="connsiteX145" fmla="*/ 780267 w 6572708"/>
              <a:gd name="connsiteY145" fmla="*/ 2641879 h 6858000"/>
              <a:gd name="connsiteX146" fmla="*/ 790836 w 6572708"/>
              <a:gd name="connsiteY146" fmla="*/ 2632919 h 6858000"/>
              <a:gd name="connsiteX147" fmla="*/ 790328 w 6572708"/>
              <a:gd name="connsiteY147" fmla="*/ 2631229 h 6858000"/>
              <a:gd name="connsiteX148" fmla="*/ 797257 w 6572708"/>
              <a:gd name="connsiteY148" fmla="*/ 2619054 h 6858000"/>
              <a:gd name="connsiteX149" fmla="*/ 802383 w 6572708"/>
              <a:gd name="connsiteY149" fmla="*/ 2617568 h 6858000"/>
              <a:gd name="connsiteX150" fmla="*/ 808267 w 6572708"/>
              <a:gd name="connsiteY150" fmla="*/ 2609586 h 6858000"/>
              <a:gd name="connsiteX151" fmla="*/ 822908 w 6572708"/>
              <a:gd name="connsiteY151" fmla="*/ 2594856 h 6858000"/>
              <a:gd name="connsiteX152" fmla="*/ 822791 w 6572708"/>
              <a:gd name="connsiteY152" fmla="*/ 2591164 h 6858000"/>
              <a:gd name="connsiteX153" fmla="*/ 840423 w 6572708"/>
              <a:gd name="connsiteY153" fmla="*/ 2567492 h 6858000"/>
              <a:gd name="connsiteX154" fmla="*/ 839313 w 6572708"/>
              <a:gd name="connsiteY154" fmla="*/ 2566722 h 6858000"/>
              <a:gd name="connsiteX155" fmla="*/ 838361 w 6572708"/>
              <a:gd name="connsiteY155" fmla="*/ 2558109 h 6858000"/>
              <a:gd name="connsiteX156" fmla="*/ 839637 w 6572708"/>
              <a:gd name="connsiteY156" fmla="*/ 2542662 h 6858000"/>
              <a:gd name="connsiteX157" fmla="*/ 825800 w 6572708"/>
              <a:gd name="connsiteY157" fmla="*/ 2501548 h 6858000"/>
              <a:gd name="connsiteX158" fmla="*/ 844035 w 6572708"/>
              <a:gd name="connsiteY158" fmla="*/ 2476819 h 6858000"/>
              <a:gd name="connsiteX159" fmla="*/ 846972 w 6572708"/>
              <a:gd name="connsiteY159" fmla="*/ 2471590 h 6858000"/>
              <a:gd name="connsiteX160" fmla="*/ 846730 w 6572708"/>
              <a:gd name="connsiteY160" fmla="*/ 2471378 h 6858000"/>
              <a:gd name="connsiteX161" fmla="*/ 849228 w 6572708"/>
              <a:gd name="connsiteY161" fmla="*/ 2465654 h 6858000"/>
              <a:gd name="connsiteX162" fmla="*/ 852330 w 6572708"/>
              <a:gd name="connsiteY162" fmla="*/ 2462052 h 6858000"/>
              <a:gd name="connsiteX163" fmla="*/ 858029 w 6572708"/>
              <a:gd name="connsiteY163" fmla="*/ 2451906 h 6858000"/>
              <a:gd name="connsiteX164" fmla="*/ 857986 w 6572708"/>
              <a:gd name="connsiteY164" fmla="*/ 2447716 h 6858000"/>
              <a:gd name="connsiteX165" fmla="*/ 855075 w 6572708"/>
              <a:gd name="connsiteY165" fmla="*/ 2445047 h 6858000"/>
              <a:gd name="connsiteX166" fmla="*/ 856006 w 6572708"/>
              <a:gd name="connsiteY166" fmla="*/ 2444265 h 6858000"/>
              <a:gd name="connsiteX167" fmla="*/ 856444 w 6572708"/>
              <a:gd name="connsiteY167" fmla="*/ 2421759 h 6858000"/>
              <a:gd name="connsiteX168" fmla="*/ 868981 w 6572708"/>
              <a:gd name="connsiteY168" fmla="*/ 2375200 h 6858000"/>
              <a:gd name="connsiteX169" fmla="*/ 880811 w 6572708"/>
              <a:gd name="connsiteY169" fmla="*/ 2350147 h 6858000"/>
              <a:gd name="connsiteX170" fmla="*/ 908124 w 6572708"/>
              <a:gd name="connsiteY170" fmla="*/ 2279761 h 6858000"/>
              <a:gd name="connsiteX171" fmla="*/ 931678 w 6572708"/>
              <a:gd name="connsiteY171" fmla="*/ 2207772 h 6858000"/>
              <a:gd name="connsiteX172" fmla="*/ 921761 w 6572708"/>
              <a:gd name="connsiteY172" fmla="*/ 2164302 h 6858000"/>
              <a:gd name="connsiteX173" fmla="*/ 923058 w 6572708"/>
              <a:gd name="connsiteY173" fmla="*/ 2160162 h 6858000"/>
              <a:gd name="connsiteX174" fmla="*/ 931663 w 6572708"/>
              <a:gd name="connsiteY174" fmla="*/ 2151458 h 6858000"/>
              <a:gd name="connsiteX175" fmla="*/ 935730 w 6572708"/>
              <a:gd name="connsiteY175" fmla="*/ 2148616 h 6858000"/>
              <a:gd name="connsiteX176" fmla="*/ 939910 w 6572708"/>
              <a:gd name="connsiteY176" fmla="*/ 2143540 h 6858000"/>
              <a:gd name="connsiteX177" fmla="*/ 939746 w 6572708"/>
              <a:gd name="connsiteY177" fmla="*/ 2143278 h 6858000"/>
              <a:gd name="connsiteX178" fmla="*/ 944182 w 6572708"/>
              <a:gd name="connsiteY178" fmla="*/ 2138791 h 6858000"/>
              <a:gd name="connsiteX179" fmla="*/ 969240 w 6572708"/>
              <a:gd name="connsiteY179" fmla="*/ 2118565 h 6858000"/>
              <a:gd name="connsiteX180" fmla="*/ 969333 w 6572708"/>
              <a:gd name="connsiteY180" fmla="*/ 2074914 h 6858000"/>
              <a:gd name="connsiteX181" fmla="*/ 975462 w 6572708"/>
              <a:gd name="connsiteY181" fmla="*/ 2059981 h 6858000"/>
              <a:gd name="connsiteX182" fmla="*/ 977313 w 6572708"/>
              <a:gd name="connsiteY182" fmla="*/ 2051279 h 6858000"/>
              <a:gd name="connsiteX183" fmla="*/ 976512 w 6572708"/>
              <a:gd name="connsiteY183" fmla="*/ 2050269 h 6858000"/>
              <a:gd name="connsiteX184" fmla="*/ 1000665 w 6572708"/>
              <a:gd name="connsiteY184" fmla="*/ 2030946 h 6858000"/>
              <a:gd name="connsiteX185" fmla="*/ 1001735 w 6572708"/>
              <a:gd name="connsiteY185" fmla="*/ 2027284 h 6858000"/>
              <a:gd name="connsiteX186" fmla="*/ 1020214 w 6572708"/>
              <a:gd name="connsiteY186" fmla="*/ 2016095 h 6858000"/>
              <a:gd name="connsiteX187" fmla="*/ 1028302 w 6572708"/>
              <a:gd name="connsiteY187" fmla="*/ 2009567 h 6858000"/>
              <a:gd name="connsiteX188" fmla="*/ 1033598 w 6572708"/>
              <a:gd name="connsiteY188" fmla="*/ 2009267 h 6858000"/>
              <a:gd name="connsiteX189" fmla="*/ 1044008 w 6572708"/>
              <a:gd name="connsiteY189" fmla="*/ 1998844 h 6858000"/>
              <a:gd name="connsiteX190" fmla="*/ 1044069 w 6572708"/>
              <a:gd name="connsiteY190" fmla="*/ 1997063 h 6858000"/>
              <a:gd name="connsiteX191" fmla="*/ 1056878 w 6572708"/>
              <a:gd name="connsiteY191" fmla="*/ 1990634 h 6858000"/>
              <a:gd name="connsiteX192" fmla="*/ 1072722 w 6572708"/>
              <a:gd name="connsiteY192" fmla="*/ 1987868 h 6858000"/>
              <a:gd name="connsiteX193" fmla="*/ 1145252 w 6572708"/>
              <a:gd name="connsiteY193" fmla="*/ 1891028 h 6858000"/>
              <a:gd name="connsiteX194" fmla="*/ 1252278 w 6572708"/>
              <a:gd name="connsiteY194" fmla="*/ 1830226 h 6858000"/>
              <a:gd name="connsiteX195" fmla="*/ 1290501 w 6572708"/>
              <a:gd name="connsiteY195" fmla="*/ 1777081 h 6858000"/>
              <a:gd name="connsiteX196" fmla="*/ 1281278 w 6572708"/>
              <a:gd name="connsiteY196" fmla="*/ 1748115 h 6858000"/>
              <a:gd name="connsiteX197" fmla="*/ 1398273 w 6572708"/>
              <a:gd name="connsiteY197" fmla="*/ 1627389 h 6858000"/>
              <a:gd name="connsiteX198" fmla="*/ 1417786 w 6572708"/>
              <a:gd name="connsiteY198" fmla="*/ 1591233 h 6858000"/>
              <a:gd name="connsiteX199" fmla="*/ 1456144 w 6572708"/>
              <a:gd name="connsiteY199" fmla="*/ 1570271 h 6858000"/>
              <a:gd name="connsiteX200" fmla="*/ 1458351 w 6572708"/>
              <a:gd name="connsiteY200" fmla="*/ 1554550 h 6858000"/>
              <a:gd name="connsiteX201" fmla="*/ 1458500 w 6572708"/>
              <a:gd name="connsiteY201" fmla="*/ 1551719 h 6858000"/>
              <a:gd name="connsiteX202" fmla="*/ 1464150 w 6572708"/>
              <a:gd name="connsiteY202" fmla="*/ 1542986 h 6858000"/>
              <a:gd name="connsiteX203" fmla="*/ 1459426 w 6572708"/>
              <a:gd name="connsiteY203" fmla="*/ 1537283 h 6858000"/>
              <a:gd name="connsiteX204" fmla="*/ 1463401 w 6572708"/>
              <a:gd name="connsiteY204" fmla="*/ 1521818 h 6858000"/>
              <a:gd name="connsiteX205" fmla="*/ 1475565 w 6572708"/>
              <a:gd name="connsiteY205" fmla="*/ 1506648 h 6858000"/>
              <a:gd name="connsiteX206" fmla="*/ 1540362 w 6572708"/>
              <a:gd name="connsiteY206" fmla="*/ 1438265 h 6858000"/>
              <a:gd name="connsiteX207" fmla="*/ 1575141 w 6572708"/>
              <a:gd name="connsiteY207" fmla="*/ 1395238 h 6858000"/>
              <a:gd name="connsiteX208" fmla="*/ 1582090 w 6572708"/>
              <a:gd name="connsiteY208" fmla="*/ 1375575 h 6858000"/>
              <a:gd name="connsiteX209" fmla="*/ 1596005 w 6572708"/>
              <a:gd name="connsiteY209" fmla="*/ 1350347 h 6858000"/>
              <a:gd name="connsiteX210" fmla="*/ 1615711 w 6572708"/>
              <a:gd name="connsiteY210" fmla="*/ 1303251 h 6858000"/>
              <a:gd name="connsiteX211" fmla="*/ 1650622 w 6572708"/>
              <a:gd name="connsiteY211" fmla="*/ 1244447 h 6858000"/>
              <a:gd name="connsiteX212" fmla="*/ 1702792 w 6572708"/>
              <a:gd name="connsiteY212" fmla="*/ 1215797 h 6858000"/>
              <a:gd name="connsiteX213" fmla="*/ 1700885 w 6572708"/>
              <a:gd name="connsiteY213" fmla="*/ 1209814 h 6858000"/>
              <a:gd name="connsiteX214" fmla="*/ 1723848 w 6572708"/>
              <a:gd name="connsiteY214" fmla="*/ 1183123 h 6858000"/>
              <a:gd name="connsiteX215" fmla="*/ 1759968 w 6572708"/>
              <a:gd name="connsiteY215" fmla="*/ 1166871 h 6858000"/>
              <a:gd name="connsiteX216" fmla="*/ 1767742 w 6572708"/>
              <a:gd name="connsiteY216" fmla="*/ 1158484 h 6858000"/>
              <a:gd name="connsiteX217" fmla="*/ 1774888 w 6572708"/>
              <a:gd name="connsiteY217" fmla="*/ 1141442 h 6858000"/>
              <a:gd name="connsiteX218" fmla="*/ 1773870 w 6572708"/>
              <a:gd name="connsiteY218" fmla="*/ 1125979 h 6858000"/>
              <a:gd name="connsiteX219" fmla="*/ 1767392 w 6572708"/>
              <a:gd name="connsiteY219" fmla="*/ 1121685 h 6858000"/>
              <a:gd name="connsiteX220" fmla="*/ 1770175 w 6572708"/>
              <a:gd name="connsiteY220" fmla="*/ 1112182 h 6858000"/>
              <a:gd name="connsiteX221" fmla="*/ 1769418 w 6572708"/>
              <a:gd name="connsiteY221" fmla="*/ 1109483 h 6858000"/>
              <a:gd name="connsiteX222" fmla="*/ 1766580 w 6572708"/>
              <a:gd name="connsiteY222" fmla="*/ 1094184 h 6858000"/>
              <a:gd name="connsiteX223" fmla="*/ 1797677 w 6572708"/>
              <a:gd name="connsiteY223" fmla="*/ 1065740 h 6858000"/>
              <a:gd name="connsiteX224" fmla="*/ 1805371 w 6572708"/>
              <a:gd name="connsiteY224" fmla="*/ 1027273 h 6858000"/>
              <a:gd name="connsiteX225" fmla="*/ 1882128 w 6572708"/>
              <a:gd name="connsiteY225" fmla="*/ 887059 h 6858000"/>
              <a:gd name="connsiteX226" fmla="*/ 1863801 w 6572708"/>
              <a:gd name="connsiteY226" fmla="*/ 861887 h 6858000"/>
              <a:gd name="connsiteX227" fmla="*/ 1884505 w 6572708"/>
              <a:gd name="connsiteY227" fmla="*/ 803177 h 6858000"/>
              <a:gd name="connsiteX228" fmla="*/ 1970558 w 6572708"/>
              <a:gd name="connsiteY228" fmla="*/ 721635 h 6858000"/>
              <a:gd name="connsiteX229" fmla="*/ 1974257 w 6572708"/>
              <a:gd name="connsiteY229" fmla="*/ 713733 h 6858000"/>
              <a:gd name="connsiteX230" fmla="*/ 1971701 w 6572708"/>
              <a:gd name="connsiteY230" fmla="*/ 704563 h 6858000"/>
              <a:gd name="connsiteX231" fmla="*/ 1966819 w 6572708"/>
              <a:gd name="connsiteY231" fmla="*/ 628924 h 6858000"/>
              <a:gd name="connsiteX232" fmla="*/ 1956004 w 6572708"/>
              <a:gd name="connsiteY232" fmla="*/ 621102 h 6858000"/>
              <a:gd name="connsiteX233" fmla="*/ 1948613 w 6572708"/>
              <a:gd name="connsiteY233" fmla="*/ 609156 h 6858000"/>
              <a:gd name="connsiteX234" fmla="*/ 1949145 w 6572708"/>
              <a:gd name="connsiteY234" fmla="*/ 606753 h 6858000"/>
              <a:gd name="connsiteX235" fmla="*/ 1944819 w 6572708"/>
              <a:gd name="connsiteY235" fmla="*/ 590072 h 6858000"/>
              <a:gd name="connsiteX236" fmla="*/ 1941001 w 6572708"/>
              <a:gd name="connsiteY236" fmla="*/ 588296 h 6858000"/>
              <a:gd name="connsiteX237" fmla="*/ 1937134 w 6572708"/>
              <a:gd name="connsiteY237" fmla="*/ 577443 h 6858000"/>
              <a:gd name="connsiteX238" fmla="*/ 1927092 w 6572708"/>
              <a:gd name="connsiteY238" fmla="*/ 557642 h 6858000"/>
              <a:gd name="connsiteX239" fmla="*/ 1927484 w 6572708"/>
              <a:gd name="connsiteY239" fmla="*/ 552451 h 6858000"/>
              <a:gd name="connsiteX240" fmla="*/ 1915874 w 6572708"/>
              <a:gd name="connsiteY240" fmla="*/ 520271 h 6858000"/>
              <a:gd name="connsiteX241" fmla="*/ 1916793 w 6572708"/>
              <a:gd name="connsiteY241" fmla="*/ 519123 h 6858000"/>
              <a:gd name="connsiteX242" fmla="*/ 1918236 w 6572708"/>
              <a:gd name="connsiteY242" fmla="*/ 506970 h 6858000"/>
              <a:gd name="connsiteX243" fmla="*/ 1918529 w 6572708"/>
              <a:gd name="connsiteY243" fmla="*/ 485354 h 6858000"/>
              <a:gd name="connsiteX244" fmla="*/ 1932556 w 6572708"/>
              <a:gd name="connsiteY244" fmla="*/ 426779 h 6858000"/>
              <a:gd name="connsiteX245" fmla="*/ 1920572 w 6572708"/>
              <a:gd name="connsiteY245" fmla="*/ 393150 h 6858000"/>
              <a:gd name="connsiteX246" fmla="*/ 1918744 w 6572708"/>
              <a:gd name="connsiteY246" fmla="*/ 385981 h 6858000"/>
              <a:gd name="connsiteX247" fmla="*/ 1918949 w 6572708"/>
              <a:gd name="connsiteY247" fmla="*/ 385674 h 6858000"/>
              <a:gd name="connsiteX248" fmla="*/ 1917499 w 6572708"/>
              <a:gd name="connsiteY248" fmla="*/ 377782 h 6858000"/>
              <a:gd name="connsiteX249" fmla="*/ 1915412 w 6572708"/>
              <a:gd name="connsiteY249" fmla="*/ 372914 h 6858000"/>
              <a:gd name="connsiteX250" fmla="*/ 1911865 w 6572708"/>
              <a:gd name="connsiteY250" fmla="*/ 359009 h 6858000"/>
              <a:gd name="connsiteX251" fmla="*/ 1912244 w 6572708"/>
              <a:gd name="connsiteY251" fmla="*/ 353121 h 6858000"/>
              <a:gd name="connsiteX252" fmla="*/ 1933610 w 6572708"/>
              <a:gd name="connsiteY252" fmla="*/ 297387 h 6858000"/>
              <a:gd name="connsiteX253" fmla="*/ 1939454 w 6572708"/>
              <a:gd name="connsiteY253" fmla="*/ 194719 h 6858000"/>
              <a:gd name="connsiteX254" fmla="*/ 1942001 w 6572708"/>
              <a:gd name="connsiteY254" fmla="*/ 93227 h 6858000"/>
              <a:gd name="connsiteX255" fmla="*/ 1941351 w 6572708"/>
              <a:gd name="connsiteY255" fmla="*/ 56555 h 6858000"/>
              <a:gd name="connsiteX256" fmla="*/ 1950955 w 6572708"/>
              <a:gd name="connsiteY256" fmla="*/ 5312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4727719 w 6572708"/>
              <a:gd name="connsiteY8" fmla="*/ 6858000 h 6858000"/>
              <a:gd name="connsiteX9" fmla="*/ 3831783 w 6572708"/>
              <a:gd name="connsiteY9" fmla="*/ 6858000 h 6858000"/>
              <a:gd name="connsiteX10" fmla="*/ 1368280 w 6572708"/>
              <a:gd name="connsiteY10" fmla="*/ 6858000 h 6858000"/>
              <a:gd name="connsiteX11" fmla="*/ 0 w 6572708"/>
              <a:gd name="connsiteY11" fmla="*/ 6858000 h 6858000"/>
              <a:gd name="connsiteX12" fmla="*/ 9990 w 6572708"/>
              <a:gd name="connsiteY12" fmla="*/ 6815347 h 6858000"/>
              <a:gd name="connsiteX13" fmla="*/ 11375 w 6572708"/>
              <a:gd name="connsiteY13" fmla="*/ 6764639 h 6858000"/>
              <a:gd name="connsiteX14" fmla="*/ 37994 w 6572708"/>
              <a:gd name="connsiteY14" fmla="*/ 6747193 h 6858000"/>
              <a:gd name="connsiteX15" fmla="*/ 60759 w 6572708"/>
              <a:gd name="connsiteY15" fmla="*/ 6667761 h 6858000"/>
              <a:gd name="connsiteX16" fmla="*/ 44882 w 6572708"/>
              <a:gd name="connsiteY16" fmla="*/ 6635203 h 6858000"/>
              <a:gd name="connsiteX17" fmla="*/ 38884 w 6572708"/>
              <a:gd name="connsiteY17" fmla="*/ 6601215 h 6858000"/>
              <a:gd name="connsiteX18" fmla="*/ 24537 w 6572708"/>
              <a:gd name="connsiteY18" fmla="*/ 6599857 h 6858000"/>
              <a:gd name="connsiteX19" fmla="*/ 30487 w 6572708"/>
              <a:gd name="connsiteY19" fmla="*/ 6582849 h 6858000"/>
              <a:gd name="connsiteX20" fmla="*/ 30797 w 6572708"/>
              <a:gd name="connsiteY20" fmla="*/ 6536021 h 6858000"/>
              <a:gd name="connsiteX21" fmla="*/ 10629 w 6572708"/>
              <a:gd name="connsiteY21" fmla="*/ 6483343 h 6858000"/>
              <a:gd name="connsiteX22" fmla="*/ 16211 w 6572708"/>
              <a:gd name="connsiteY22" fmla="*/ 6402087 h 6858000"/>
              <a:gd name="connsiteX23" fmla="*/ 25932 w 6572708"/>
              <a:gd name="connsiteY23" fmla="*/ 6321765 h 6858000"/>
              <a:gd name="connsiteX24" fmla="*/ 31488 w 6572708"/>
              <a:gd name="connsiteY24" fmla="*/ 6292746 h 6858000"/>
              <a:gd name="connsiteX25" fmla="*/ 32413 w 6572708"/>
              <a:gd name="connsiteY25" fmla="*/ 6240744 h 6858000"/>
              <a:gd name="connsiteX26" fmla="*/ 34430 w 6572708"/>
              <a:gd name="connsiteY26" fmla="*/ 6206738 h 6858000"/>
              <a:gd name="connsiteX27" fmla="*/ 55689 w 6572708"/>
              <a:gd name="connsiteY27" fmla="*/ 6203389 h 6858000"/>
              <a:gd name="connsiteX28" fmla="*/ 63475 w 6572708"/>
              <a:gd name="connsiteY28" fmla="*/ 6172740 h 6858000"/>
              <a:gd name="connsiteX29" fmla="*/ 50070 w 6572708"/>
              <a:gd name="connsiteY29" fmla="*/ 6141398 h 6858000"/>
              <a:gd name="connsiteX30" fmla="*/ 52252 w 6572708"/>
              <a:gd name="connsiteY30" fmla="*/ 6103364 h 6858000"/>
              <a:gd name="connsiteX31" fmla="*/ 53329 w 6572708"/>
              <a:gd name="connsiteY31" fmla="*/ 6080619 h 6858000"/>
              <a:gd name="connsiteX32" fmla="*/ 73573 w 6572708"/>
              <a:gd name="connsiteY32" fmla="*/ 6019868 h 6858000"/>
              <a:gd name="connsiteX33" fmla="*/ 149610 w 6572708"/>
              <a:gd name="connsiteY33" fmla="*/ 5918672 h 6858000"/>
              <a:gd name="connsiteX34" fmla="*/ 160505 w 6572708"/>
              <a:gd name="connsiteY34" fmla="*/ 5887690 h 6858000"/>
              <a:gd name="connsiteX35" fmla="*/ 156200 w 6572708"/>
              <a:gd name="connsiteY35" fmla="*/ 5882649 h 6858000"/>
              <a:gd name="connsiteX36" fmla="*/ 194213 w 6572708"/>
              <a:gd name="connsiteY36" fmla="*/ 5841953 h 6858000"/>
              <a:gd name="connsiteX37" fmla="*/ 203216 w 6572708"/>
              <a:gd name="connsiteY37" fmla="*/ 5777927 h 6858000"/>
              <a:gd name="connsiteX38" fmla="*/ 202536 w 6572708"/>
              <a:gd name="connsiteY38" fmla="*/ 5728879 h 6858000"/>
              <a:gd name="connsiteX39" fmla="*/ 205380 w 6572708"/>
              <a:gd name="connsiteY39" fmla="*/ 5701696 h 6858000"/>
              <a:gd name="connsiteX40" fmla="*/ 203870 w 6572708"/>
              <a:gd name="connsiteY40" fmla="*/ 5681563 h 6858000"/>
              <a:gd name="connsiteX41" fmla="*/ 219294 w 6572708"/>
              <a:gd name="connsiteY41" fmla="*/ 5632219 h 6858000"/>
              <a:gd name="connsiteX42" fmla="*/ 252910 w 6572708"/>
              <a:gd name="connsiteY42" fmla="*/ 5551224 h 6858000"/>
              <a:gd name="connsiteX43" fmla="*/ 258253 w 6572708"/>
              <a:gd name="connsiteY43" fmla="*/ 5533854 h 6858000"/>
              <a:gd name="connsiteX44" fmla="*/ 255640 w 6572708"/>
              <a:gd name="connsiteY44" fmla="*/ 5518422 h 6858000"/>
              <a:gd name="connsiteX45" fmla="*/ 248756 w 6572708"/>
              <a:gd name="connsiteY45" fmla="*/ 5514403 h 6858000"/>
              <a:gd name="connsiteX46" fmla="*/ 250538 w 6572708"/>
              <a:gd name="connsiteY46" fmla="*/ 5504771 h 6858000"/>
              <a:gd name="connsiteX47" fmla="*/ 249507 w 6572708"/>
              <a:gd name="connsiteY47" fmla="*/ 5502102 h 6858000"/>
              <a:gd name="connsiteX48" fmla="*/ 245101 w 6572708"/>
              <a:gd name="connsiteY48" fmla="*/ 5486913 h 6858000"/>
              <a:gd name="connsiteX49" fmla="*/ 273088 w 6572708"/>
              <a:gd name="connsiteY49" fmla="*/ 5457083 h 6858000"/>
              <a:gd name="connsiteX50" fmla="*/ 276759 w 6572708"/>
              <a:gd name="connsiteY50" fmla="*/ 5418245 h 6858000"/>
              <a:gd name="connsiteX51" fmla="*/ 314712 w 6572708"/>
              <a:gd name="connsiteY51" fmla="*/ 5305770 h 6858000"/>
              <a:gd name="connsiteX52" fmla="*/ 320056 w 6572708"/>
              <a:gd name="connsiteY52" fmla="*/ 5298784 h 6858000"/>
              <a:gd name="connsiteX53" fmla="*/ 320763 w 6572708"/>
              <a:gd name="connsiteY53" fmla="*/ 5282149 h 6858000"/>
              <a:gd name="connsiteX54" fmla="*/ 325879 w 6572708"/>
              <a:gd name="connsiteY54" fmla="*/ 5270957 h 6858000"/>
              <a:gd name="connsiteX55" fmla="*/ 318913 w 6572708"/>
              <a:gd name="connsiteY55" fmla="*/ 5268991 h 6858000"/>
              <a:gd name="connsiteX56" fmla="*/ 317758 w 6572708"/>
              <a:gd name="connsiteY56" fmla="*/ 5250149 h 6858000"/>
              <a:gd name="connsiteX57" fmla="*/ 317275 w 6572708"/>
              <a:gd name="connsiteY57" fmla="*/ 5230130 h 6858000"/>
              <a:gd name="connsiteX58" fmla="*/ 329641 w 6572708"/>
              <a:gd name="connsiteY58" fmla="*/ 5216534 h 6858000"/>
              <a:gd name="connsiteX59" fmla="*/ 329088 w 6572708"/>
              <a:gd name="connsiteY59" fmla="*/ 5211732 h 6858000"/>
              <a:gd name="connsiteX60" fmla="*/ 291324 w 6572708"/>
              <a:gd name="connsiteY60" fmla="*/ 5147635 h 6858000"/>
              <a:gd name="connsiteX61" fmla="*/ 299864 w 6572708"/>
              <a:gd name="connsiteY61" fmla="*/ 5063838 h 6858000"/>
              <a:gd name="connsiteX62" fmla="*/ 323140 w 6572708"/>
              <a:gd name="connsiteY62" fmla="*/ 5036513 h 6858000"/>
              <a:gd name="connsiteX63" fmla="*/ 323855 w 6572708"/>
              <a:gd name="connsiteY63" fmla="*/ 4827737 h 6858000"/>
              <a:gd name="connsiteX64" fmla="*/ 333687 w 6572708"/>
              <a:gd name="connsiteY64" fmla="*/ 4774692 h 6858000"/>
              <a:gd name="connsiteX65" fmla="*/ 322637 w 6572708"/>
              <a:gd name="connsiteY65" fmla="*/ 4727427 h 6858000"/>
              <a:gd name="connsiteX66" fmla="*/ 330798 w 6572708"/>
              <a:gd name="connsiteY66" fmla="*/ 4708193 h 6858000"/>
              <a:gd name="connsiteX67" fmla="*/ 332420 w 6572708"/>
              <a:gd name="connsiteY67" fmla="*/ 4704882 h 6858000"/>
              <a:gd name="connsiteX68" fmla="*/ 334216 w 6572708"/>
              <a:gd name="connsiteY68" fmla="*/ 4691500 h 6858000"/>
              <a:gd name="connsiteX69" fmla="*/ 340601 w 6572708"/>
              <a:gd name="connsiteY69" fmla="*/ 4687895 h 6858000"/>
              <a:gd name="connsiteX70" fmla="*/ 347516 w 6572708"/>
              <a:gd name="connsiteY70" fmla="*/ 4667873 h 6858000"/>
              <a:gd name="connsiteX71" fmla="*/ 349175 w 6572708"/>
              <a:gd name="connsiteY71" fmla="*/ 4643189 h 6858000"/>
              <a:gd name="connsiteX72" fmla="*/ 350492 w 6572708"/>
              <a:gd name="connsiteY72" fmla="*/ 4525833 h 6858000"/>
              <a:gd name="connsiteX73" fmla="*/ 355031 w 6572708"/>
              <a:gd name="connsiteY73" fmla="*/ 4455649 h 6858000"/>
              <a:gd name="connsiteX74" fmla="*/ 362651 w 6572708"/>
              <a:gd name="connsiteY74" fmla="*/ 4429036 h 6858000"/>
              <a:gd name="connsiteX75" fmla="*/ 369327 w 6572708"/>
              <a:gd name="connsiteY75" fmla="*/ 4391840 h 6858000"/>
              <a:gd name="connsiteX76" fmla="*/ 371272 w 6572708"/>
              <a:gd name="connsiteY76" fmla="*/ 4358845 h 6858000"/>
              <a:gd name="connsiteX77" fmla="*/ 382342 w 6572708"/>
              <a:gd name="connsiteY77" fmla="*/ 4333764 h 6858000"/>
              <a:gd name="connsiteX78" fmla="*/ 381365 w 6572708"/>
              <a:gd name="connsiteY78" fmla="*/ 4331730 h 6858000"/>
              <a:gd name="connsiteX79" fmla="*/ 364244 w 6572708"/>
              <a:gd name="connsiteY79" fmla="*/ 4309700 h 6858000"/>
              <a:gd name="connsiteX80" fmla="*/ 363377 w 6572708"/>
              <a:gd name="connsiteY80" fmla="*/ 4285388 h 6858000"/>
              <a:gd name="connsiteX81" fmla="*/ 356642 w 6572708"/>
              <a:gd name="connsiteY81" fmla="*/ 4271714 h 6858000"/>
              <a:gd name="connsiteX82" fmla="*/ 357697 w 6572708"/>
              <a:gd name="connsiteY82" fmla="*/ 4266169 h 6858000"/>
              <a:gd name="connsiteX83" fmla="*/ 356998 w 6572708"/>
              <a:gd name="connsiteY83" fmla="*/ 4247672 h 6858000"/>
              <a:gd name="connsiteX84" fmla="*/ 357549 w 6572708"/>
              <a:gd name="connsiteY84" fmla="*/ 4237120 h 6858000"/>
              <a:gd name="connsiteX85" fmla="*/ 358116 w 6572708"/>
              <a:gd name="connsiteY85" fmla="*/ 4232936 h 6858000"/>
              <a:gd name="connsiteX86" fmla="*/ 366243 w 6572708"/>
              <a:gd name="connsiteY86" fmla="*/ 4224051 h 6858000"/>
              <a:gd name="connsiteX87" fmla="*/ 363841 w 6572708"/>
              <a:gd name="connsiteY87" fmla="*/ 4211782 h 6858000"/>
              <a:gd name="connsiteX88" fmla="*/ 372159 w 6572708"/>
              <a:gd name="connsiteY88" fmla="*/ 4198810 h 6858000"/>
              <a:gd name="connsiteX89" fmla="*/ 366211 w 6572708"/>
              <a:gd name="connsiteY89" fmla="*/ 4195262 h 6858000"/>
              <a:gd name="connsiteX90" fmla="*/ 360561 w 6572708"/>
              <a:gd name="connsiteY90" fmla="*/ 4184054 h 6858000"/>
              <a:gd name="connsiteX91" fmla="*/ 368375 w 6572708"/>
              <a:gd name="connsiteY91" fmla="*/ 4175099 h 6858000"/>
              <a:gd name="connsiteX92" fmla="*/ 373972 w 6572708"/>
              <a:gd name="connsiteY92" fmla="*/ 4155792 h 6858000"/>
              <a:gd name="connsiteX93" fmla="*/ 373150 w 6572708"/>
              <a:gd name="connsiteY93" fmla="*/ 4150364 h 6858000"/>
              <a:gd name="connsiteX94" fmla="*/ 383773 w 6572708"/>
              <a:gd name="connsiteY94" fmla="*/ 4132084 h 6858000"/>
              <a:gd name="connsiteX95" fmla="*/ 389140 w 6572708"/>
              <a:gd name="connsiteY95" fmla="*/ 4115873 h 6858000"/>
              <a:gd name="connsiteX96" fmla="*/ 378846 w 6572708"/>
              <a:gd name="connsiteY96" fmla="*/ 4082551 h 6858000"/>
              <a:gd name="connsiteX97" fmla="*/ 368001 w 6572708"/>
              <a:gd name="connsiteY97" fmla="*/ 3968090 h 6858000"/>
              <a:gd name="connsiteX98" fmla="*/ 372661 w 6572708"/>
              <a:gd name="connsiteY98" fmla="*/ 3881355 h 6858000"/>
              <a:gd name="connsiteX99" fmla="*/ 379210 w 6572708"/>
              <a:gd name="connsiteY99" fmla="*/ 3850569 h 6858000"/>
              <a:gd name="connsiteX100" fmla="*/ 389880 w 6572708"/>
              <a:gd name="connsiteY100" fmla="*/ 3798988 h 6858000"/>
              <a:gd name="connsiteX101" fmla="*/ 409909 w 6572708"/>
              <a:gd name="connsiteY101" fmla="*/ 3760424 h 6858000"/>
              <a:gd name="connsiteX102" fmla="*/ 414051 w 6572708"/>
              <a:gd name="connsiteY102" fmla="*/ 3717298 h 6858000"/>
              <a:gd name="connsiteX103" fmla="*/ 399424 w 6572708"/>
              <a:gd name="connsiteY103" fmla="*/ 3707291 h 6858000"/>
              <a:gd name="connsiteX104" fmla="*/ 394460 w 6572708"/>
              <a:gd name="connsiteY104" fmla="*/ 3673415 h 6858000"/>
              <a:gd name="connsiteX105" fmla="*/ 408918 w 6572708"/>
              <a:gd name="connsiteY105" fmla="*/ 3661155 h 6858000"/>
              <a:gd name="connsiteX106" fmla="*/ 425028 w 6572708"/>
              <a:gd name="connsiteY106" fmla="*/ 3591166 h 6858000"/>
              <a:gd name="connsiteX107" fmla="*/ 430292 w 6572708"/>
              <a:gd name="connsiteY107" fmla="*/ 3550801 h 6858000"/>
              <a:gd name="connsiteX108" fmla="*/ 437149 w 6572708"/>
              <a:gd name="connsiteY108" fmla="*/ 3497399 h 6858000"/>
              <a:gd name="connsiteX109" fmla="*/ 442017 w 6572708"/>
              <a:gd name="connsiteY109" fmla="*/ 3474143 h 6858000"/>
              <a:gd name="connsiteX110" fmla="*/ 437175 w 6572708"/>
              <a:gd name="connsiteY110" fmla="*/ 3463057 h 6858000"/>
              <a:gd name="connsiteX111" fmla="*/ 438483 w 6572708"/>
              <a:gd name="connsiteY111" fmla="*/ 3457563 h 6858000"/>
              <a:gd name="connsiteX112" fmla="*/ 438642 w 6572708"/>
              <a:gd name="connsiteY112" fmla="*/ 3439053 h 6858000"/>
              <a:gd name="connsiteX113" fmla="*/ 439678 w 6572708"/>
              <a:gd name="connsiteY113" fmla="*/ 3428537 h 6858000"/>
              <a:gd name="connsiteX114" fmla="*/ 440437 w 6572708"/>
              <a:gd name="connsiteY114" fmla="*/ 3424381 h 6858000"/>
              <a:gd name="connsiteX115" fmla="*/ 448781 w 6572708"/>
              <a:gd name="connsiteY115" fmla="*/ 3416042 h 6858000"/>
              <a:gd name="connsiteX116" fmla="*/ 448765 w 6572708"/>
              <a:gd name="connsiteY116" fmla="*/ 3414504 h 6858000"/>
              <a:gd name="connsiteX117" fmla="*/ 447134 w 6572708"/>
              <a:gd name="connsiteY117" fmla="*/ 3403498 h 6858000"/>
              <a:gd name="connsiteX118" fmla="*/ 452387 w 6572708"/>
              <a:gd name="connsiteY118" fmla="*/ 3396070 h 6858000"/>
              <a:gd name="connsiteX119" fmla="*/ 453996 w 6572708"/>
              <a:gd name="connsiteY119" fmla="*/ 3389553 h 6858000"/>
              <a:gd name="connsiteX120" fmla="*/ 450265 w 6572708"/>
              <a:gd name="connsiteY120" fmla="*/ 3387098 h 6858000"/>
              <a:gd name="connsiteX121" fmla="*/ 445137 w 6572708"/>
              <a:gd name="connsiteY121" fmla="*/ 3375655 h 6858000"/>
              <a:gd name="connsiteX122" fmla="*/ 453359 w 6572708"/>
              <a:gd name="connsiteY122" fmla="*/ 3367050 h 6858000"/>
              <a:gd name="connsiteX123" fmla="*/ 459842 w 6572708"/>
              <a:gd name="connsiteY123" fmla="*/ 3348005 h 6858000"/>
              <a:gd name="connsiteX124" fmla="*/ 459268 w 6572708"/>
              <a:gd name="connsiteY124" fmla="*/ 3342546 h 6858000"/>
              <a:gd name="connsiteX125" fmla="*/ 470590 w 6572708"/>
              <a:gd name="connsiteY125" fmla="*/ 3324958 h 6858000"/>
              <a:gd name="connsiteX126" fmla="*/ 468579 w 6572708"/>
              <a:gd name="connsiteY126" fmla="*/ 3306990 h 6858000"/>
              <a:gd name="connsiteX127" fmla="*/ 480123 w 6572708"/>
              <a:gd name="connsiteY127" fmla="*/ 3295094 h 6858000"/>
              <a:gd name="connsiteX128" fmla="*/ 482298 w 6572708"/>
              <a:gd name="connsiteY128" fmla="*/ 3293541 h 6858000"/>
              <a:gd name="connsiteX129" fmla="*/ 489102 w 6572708"/>
              <a:gd name="connsiteY129" fmla="*/ 3262198 h 6858000"/>
              <a:gd name="connsiteX130" fmla="*/ 497561 w 6572708"/>
              <a:gd name="connsiteY130" fmla="*/ 3253284 h 6858000"/>
              <a:gd name="connsiteX131" fmla="*/ 522157 w 6572708"/>
              <a:gd name="connsiteY131" fmla="*/ 3192563 h 6858000"/>
              <a:gd name="connsiteX132" fmla="*/ 529302 w 6572708"/>
              <a:gd name="connsiteY132" fmla="*/ 3175520 h 6858000"/>
              <a:gd name="connsiteX133" fmla="*/ 528284 w 6572708"/>
              <a:gd name="connsiteY133" fmla="*/ 3160058 h 6858000"/>
              <a:gd name="connsiteX134" fmla="*/ 521806 w 6572708"/>
              <a:gd name="connsiteY134" fmla="*/ 3155764 h 6858000"/>
              <a:gd name="connsiteX135" fmla="*/ 524589 w 6572708"/>
              <a:gd name="connsiteY135" fmla="*/ 3146261 h 6858000"/>
              <a:gd name="connsiteX136" fmla="*/ 523832 w 6572708"/>
              <a:gd name="connsiteY136" fmla="*/ 3143561 h 6858000"/>
              <a:gd name="connsiteX137" fmla="*/ 520994 w 6572708"/>
              <a:gd name="connsiteY137" fmla="*/ 3128263 h 6858000"/>
              <a:gd name="connsiteX138" fmla="*/ 552091 w 6572708"/>
              <a:gd name="connsiteY138" fmla="*/ 3099818 h 6858000"/>
              <a:gd name="connsiteX139" fmla="*/ 559786 w 6572708"/>
              <a:gd name="connsiteY139" fmla="*/ 3061351 h 6858000"/>
              <a:gd name="connsiteX140" fmla="*/ 636543 w 6572708"/>
              <a:gd name="connsiteY140" fmla="*/ 2921137 h 6858000"/>
              <a:gd name="connsiteX141" fmla="*/ 618216 w 6572708"/>
              <a:gd name="connsiteY141" fmla="*/ 2895965 h 6858000"/>
              <a:gd name="connsiteX142" fmla="*/ 724973 w 6572708"/>
              <a:gd name="connsiteY142" fmla="*/ 2755713 h 6858000"/>
              <a:gd name="connsiteX143" fmla="*/ 765538 w 6572708"/>
              <a:gd name="connsiteY143" fmla="*/ 2648081 h 6858000"/>
              <a:gd name="connsiteX144" fmla="*/ 780267 w 6572708"/>
              <a:gd name="connsiteY144" fmla="*/ 2641879 h 6858000"/>
              <a:gd name="connsiteX145" fmla="*/ 790836 w 6572708"/>
              <a:gd name="connsiteY145" fmla="*/ 2632919 h 6858000"/>
              <a:gd name="connsiteX146" fmla="*/ 790328 w 6572708"/>
              <a:gd name="connsiteY146" fmla="*/ 2631229 h 6858000"/>
              <a:gd name="connsiteX147" fmla="*/ 797257 w 6572708"/>
              <a:gd name="connsiteY147" fmla="*/ 2619054 h 6858000"/>
              <a:gd name="connsiteX148" fmla="*/ 802383 w 6572708"/>
              <a:gd name="connsiteY148" fmla="*/ 2617568 h 6858000"/>
              <a:gd name="connsiteX149" fmla="*/ 808267 w 6572708"/>
              <a:gd name="connsiteY149" fmla="*/ 2609586 h 6858000"/>
              <a:gd name="connsiteX150" fmla="*/ 822908 w 6572708"/>
              <a:gd name="connsiteY150" fmla="*/ 2594856 h 6858000"/>
              <a:gd name="connsiteX151" fmla="*/ 822791 w 6572708"/>
              <a:gd name="connsiteY151" fmla="*/ 2591164 h 6858000"/>
              <a:gd name="connsiteX152" fmla="*/ 840423 w 6572708"/>
              <a:gd name="connsiteY152" fmla="*/ 2567492 h 6858000"/>
              <a:gd name="connsiteX153" fmla="*/ 839313 w 6572708"/>
              <a:gd name="connsiteY153" fmla="*/ 2566722 h 6858000"/>
              <a:gd name="connsiteX154" fmla="*/ 838361 w 6572708"/>
              <a:gd name="connsiteY154" fmla="*/ 2558109 h 6858000"/>
              <a:gd name="connsiteX155" fmla="*/ 839637 w 6572708"/>
              <a:gd name="connsiteY155" fmla="*/ 2542662 h 6858000"/>
              <a:gd name="connsiteX156" fmla="*/ 825800 w 6572708"/>
              <a:gd name="connsiteY156" fmla="*/ 2501548 h 6858000"/>
              <a:gd name="connsiteX157" fmla="*/ 844035 w 6572708"/>
              <a:gd name="connsiteY157" fmla="*/ 2476819 h 6858000"/>
              <a:gd name="connsiteX158" fmla="*/ 846972 w 6572708"/>
              <a:gd name="connsiteY158" fmla="*/ 2471590 h 6858000"/>
              <a:gd name="connsiteX159" fmla="*/ 846730 w 6572708"/>
              <a:gd name="connsiteY159" fmla="*/ 2471378 h 6858000"/>
              <a:gd name="connsiteX160" fmla="*/ 849228 w 6572708"/>
              <a:gd name="connsiteY160" fmla="*/ 2465654 h 6858000"/>
              <a:gd name="connsiteX161" fmla="*/ 852330 w 6572708"/>
              <a:gd name="connsiteY161" fmla="*/ 2462052 h 6858000"/>
              <a:gd name="connsiteX162" fmla="*/ 858029 w 6572708"/>
              <a:gd name="connsiteY162" fmla="*/ 2451906 h 6858000"/>
              <a:gd name="connsiteX163" fmla="*/ 857986 w 6572708"/>
              <a:gd name="connsiteY163" fmla="*/ 2447716 h 6858000"/>
              <a:gd name="connsiteX164" fmla="*/ 855075 w 6572708"/>
              <a:gd name="connsiteY164" fmla="*/ 2445047 h 6858000"/>
              <a:gd name="connsiteX165" fmla="*/ 856006 w 6572708"/>
              <a:gd name="connsiteY165" fmla="*/ 2444265 h 6858000"/>
              <a:gd name="connsiteX166" fmla="*/ 856444 w 6572708"/>
              <a:gd name="connsiteY166" fmla="*/ 2421759 h 6858000"/>
              <a:gd name="connsiteX167" fmla="*/ 868981 w 6572708"/>
              <a:gd name="connsiteY167" fmla="*/ 2375200 h 6858000"/>
              <a:gd name="connsiteX168" fmla="*/ 880811 w 6572708"/>
              <a:gd name="connsiteY168" fmla="*/ 2350147 h 6858000"/>
              <a:gd name="connsiteX169" fmla="*/ 908124 w 6572708"/>
              <a:gd name="connsiteY169" fmla="*/ 2279761 h 6858000"/>
              <a:gd name="connsiteX170" fmla="*/ 931678 w 6572708"/>
              <a:gd name="connsiteY170" fmla="*/ 2207772 h 6858000"/>
              <a:gd name="connsiteX171" fmla="*/ 921761 w 6572708"/>
              <a:gd name="connsiteY171" fmla="*/ 2164302 h 6858000"/>
              <a:gd name="connsiteX172" fmla="*/ 923058 w 6572708"/>
              <a:gd name="connsiteY172" fmla="*/ 2160162 h 6858000"/>
              <a:gd name="connsiteX173" fmla="*/ 931663 w 6572708"/>
              <a:gd name="connsiteY173" fmla="*/ 2151458 h 6858000"/>
              <a:gd name="connsiteX174" fmla="*/ 935730 w 6572708"/>
              <a:gd name="connsiteY174" fmla="*/ 2148616 h 6858000"/>
              <a:gd name="connsiteX175" fmla="*/ 939910 w 6572708"/>
              <a:gd name="connsiteY175" fmla="*/ 2143540 h 6858000"/>
              <a:gd name="connsiteX176" fmla="*/ 939746 w 6572708"/>
              <a:gd name="connsiteY176" fmla="*/ 2143278 h 6858000"/>
              <a:gd name="connsiteX177" fmla="*/ 944182 w 6572708"/>
              <a:gd name="connsiteY177" fmla="*/ 2138791 h 6858000"/>
              <a:gd name="connsiteX178" fmla="*/ 969240 w 6572708"/>
              <a:gd name="connsiteY178" fmla="*/ 2118565 h 6858000"/>
              <a:gd name="connsiteX179" fmla="*/ 969333 w 6572708"/>
              <a:gd name="connsiteY179" fmla="*/ 2074914 h 6858000"/>
              <a:gd name="connsiteX180" fmla="*/ 975462 w 6572708"/>
              <a:gd name="connsiteY180" fmla="*/ 2059981 h 6858000"/>
              <a:gd name="connsiteX181" fmla="*/ 977313 w 6572708"/>
              <a:gd name="connsiteY181" fmla="*/ 2051279 h 6858000"/>
              <a:gd name="connsiteX182" fmla="*/ 976512 w 6572708"/>
              <a:gd name="connsiteY182" fmla="*/ 2050269 h 6858000"/>
              <a:gd name="connsiteX183" fmla="*/ 1000665 w 6572708"/>
              <a:gd name="connsiteY183" fmla="*/ 2030946 h 6858000"/>
              <a:gd name="connsiteX184" fmla="*/ 1001735 w 6572708"/>
              <a:gd name="connsiteY184" fmla="*/ 2027284 h 6858000"/>
              <a:gd name="connsiteX185" fmla="*/ 1020214 w 6572708"/>
              <a:gd name="connsiteY185" fmla="*/ 2016095 h 6858000"/>
              <a:gd name="connsiteX186" fmla="*/ 1028302 w 6572708"/>
              <a:gd name="connsiteY186" fmla="*/ 2009567 h 6858000"/>
              <a:gd name="connsiteX187" fmla="*/ 1033598 w 6572708"/>
              <a:gd name="connsiteY187" fmla="*/ 2009267 h 6858000"/>
              <a:gd name="connsiteX188" fmla="*/ 1044008 w 6572708"/>
              <a:gd name="connsiteY188" fmla="*/ 1998844 h 6858000"/>
              <a:gd name="connsiteX189" fmla="*/ 1044069 w 6572708"/>
              <a:gd name="connsiteY189" fmla="*/ 1997063 h 6858000"/>
              <a:gd name="connsiteX190" fmla="*/ 1056878 w 6572708"/>
              <a:gd name="connsiteY190" fmla="*/ 1990634 h 6858000"/>
              <a:gd name="connsiteX191" fmla="*/ 1072722 w 6572708"/>
              <a:gd name="connsiteY191" fmla="*/ 1987868 h 6858000"/>
              <a:gd name="connsiteX192" fmla="*/ 1145252 w 6572708"/>
              <a:gd name="connsiteY192" fmla="*/ 1891028 h 6858000"/>
              <a:gd name="connsiteX193" fmla="*/ 1252278 w 6572708"/>
              <a:gd name="connsiteY193" fmla="*/ 1830226 h 6858000"/>
              <a:gd name="connsiteX194" fmla="*/ 1290501 w 6572708"/>
              <a:gd name="connsiteY194" fmla="*/ 1777081 h 6858000"/>
              <a:gd name="connsiteX195" fmla="*/ 1281278 w 6572708"/>
              <a:gd name="connsiteY195" fmla="*/ 1748115 h 6858000"/>
              <a:gd name="connsiteX196" fmla="*/ 1398273 w 6572708"/>
              <a:gd name="connsiteY196" fmla="*/ 1627389 h 6858000"/>
              <a:gd name="connsiteX197" fmla="*/ 1417786 w 6572708"/>
              <a:gd name="connsiteY197" fmla="*/ 1591233 h 6858000"/>
              <a:gd name="connsiteX198" fmla="*/ 1456144 w 6572708"/>
              <a:gd name="connsiteY198" fmla="*/ 1570271 h 6858000"/>
              <a:gd name="connsiteX199" fmla="*/ 1458351 w 6572708"/>
              <a:gd name="connsiteY199" fmla="*/ 1554550 h 6858000"/>
              <a:gd name="connsiteX200" fmla="*/ 1458500 w 6572708"/>
              <a:gd name="connsiteY200" fmla="*/ 1551719 h 6858000"/>
              <a:gd name="connsiteX201" fmla="*/ 1464150 w 6572708"/>
              <a:gd name="connsiteY201" fmla="*/ 1542986 h 6858000"/>
              <a:gd name="connsiteX202" fmla="*/ 1459426 w 6572708"/>
              <a:gd name="connsiteY202" fmla="*/ 1537283 h 6858000"/>
              <a:gd name="connsiteX203" fmla="*/ 1463401 w 6572708"/>
              <a:gd name="connsiteY203" fmla="*/ 1521818 h 6858000"/>
              <a:gd name="connsiteX204" fmla="*/ 1475565 w 6572708"/>
              <a:gd name="connsiteY204" fmla="*/ 1506648 h 6858000"/>
              <a:gd name="connsiteX205" fmla="*/ 1540362 w 6572708"/>
              <a:gd name="connsiteY205" fmla="*/ 1438265 h 6858000"/>
              <a:gd name="connsiteX206" fmla="*/ 1575141 w 6572708"/>
              <a:gd name="connsiteY206" fmla="*/ 1395238 h 6858000"/>
              <a:gd name="connsiteX207" fmla="*/ 1582090 w 6572708"/>
              <a:gd name="connsiteY207" fmla="*/ 1375575 h 6858000"/>
              <a:gd name="connsiteX208" fmla="*/ 1596005 w 6572708"/>
              <a:gd name="connsiteY208" fmla="*/ 1350347 h 6858000"/>
              <a:gd name="connsiteX209" fmla="*/ 1615711 w 6572708"/>
              <a:gd name="connsiteY209" fmla="*/ 1303251 h 6858000"/>
              <a:gd name="connsiteX210" fmla="*/ 1650622 w 6572708"/>
              <a:gd name="connsiteY210" fmla="*/ 1244447 h 6858000"/>
              <a:gd name="connsiteX211" fmla="*/ 1702792 w 6572708"/>
              <a:gd name="connsiteY211" fmla="*/ 1215797 h 6858000"/>
              <a:gd name="connsiteX212" fmla="*/ 1700885 w 6572708"/>
              <a:gd name="connsiteY212" fmla="*/ 1209814 h 6858000"/>
              <a:gd name="connsiteX213" fmla="*/ 1723848 w 6572708"/>
              <a:gd name="connsiteY213" fmla="*/ 1183123 h 6858000"/>
              <a:gd name="connsiteX214" fmla="*/ 1759968 w 6572708"/>
              <a:gd name="connsiteY214" fmla="*/ 1166871 h 6858000"/>
              <a:gd name="connsiteX215" fmla="*/ 1767742 w 6572708"/>
              <a:gd name="connsiteY215" fmla="*/ 1158484 h 6858000"/>
              <a:gd name="connsiteX216" fmla="*/ 1774888 w 6572708"/>
              <a:gd name="connsiteY216" fmla="*/ 1141442 h 6858000"/>
              <a:gd name="connsiteX217" fmla="*/ 1773870 w 6572708"/>
              <a:gd name="connsiteY217" fmla="*/ 1125979 h 6858000"/>
              <a:gd name="connsiteX218" fmla="*/ 1767392 w 6572708"/>
              <a:gd name="connsiteY218" fmla="*/ 1121685 h 6858000"/>
              <a:gd name="connsiteX219" fmla="*/ 1770175 w 6572708"/>
              <a:gd name="connsiteY219" fmla="*/ 1112182 h 6858000"/>
              <a:gd name="connsiteX220" fmla="*/ 1769418 w 6572708"/>
              <a:gd name="connsiteY220" fmla="*/ 1109483 h 6858000"/>
              <a:gd name="connsiteX221" fmla="*/ 1766580 w 6572708"/>
              <a:gd name="connsiteY221" fmla="*/ 1094184 h 6858000"/>
              <a:gd name="connsiteX222" fmla="*/ 1797677 w 6572708"/>
              <a:gd name="connsiteY222" fmla="*/ 1065740 h 6858000"/>
              <a:gd name="connsiteX223" fmla="*/ 1805371 w 6572708"/>
              <a:gd name="connsiteY223" fmla="*/ 1027273 h 6858000"/>
              <a:gd name="connsiteX224" fmla="*/ 1882128 w 6572708"/>
              <a:gd name="connsiteY224" fmla="*/ 887059 h 6858000"/>
              <a:gd name="connsiteX225" fmla="*/ 1863801 w 6572708"/>
              <a:gd name="connsiteY225" fmla="*/ 861887 h 6858000"/>
              <a:gd name="connsiteX226" fmla="*/ 1884505 w 6572708"/>
              <a:gd name="connsiteY226" fmla="*/ 803177 h 6858000"/>
              <a:gd name="connsiteX227" fmla="*/ 1970558 w 6572708"/>
              <a:gd name="connsiteY227" fmla="*/ 721635 h 6858000"/>
              <a:gd name="connsiteX228" fmla="*/ 1974257 w 6572708"/>
              <a:gd name="connsiteY228" fmla="*/ 713733 h 6858000"/>
              <a:gd name="connsiteX229" fmla="*/ 1971701 w 6572708"/>
              <a:gd name="connsiteY229" fmla="*/ 704563 h 6858000"/>
              <a:gd name="connsiteX230" fmla="*/ 1966819 w 6572708"/>
              <a:gd name="connsiteY230" fmla="*/ 628924 h 6858000"/>
              <a:gd name="connsiteX231" fmla="*/ 1956004 w 6572708"/>
              <a:gd name="connsiteY231" fmla="*/ 621102 h 6858000"/>
              <a:gd name="connsiteX232" fmla="*/ 1948613 w 6572708"/>
              <a:gd name="connsiteY232" fmla="*/ 609156 h 6858000"/>
              <a:gd name="connsiteX233" fmla="*/ 1949145 w 6572708"/>
              <a:gd name="connsiteY233" fmla="*/ 606753 h 6858000"/>
              <a:gd name="connsiteX234" fmla="*/ 1944819 w 6572708"/>
              <a:gd name="connsiteY234" fmla="*/ 590072 h 6858000"/>
              <a:gd name="connsiteX235" fmla="*/ 1941001 w 6572708"/>
              <a:gd name="connsiteY235" fmla="*/ 588296 h 6858000"/>
              <a:gd name="connsiteX236" fmla="*/ 1937134 w 6572708"/>
              <a:gd name="connsiteY236" fmla="*/ 577443 h 6858000"/>
              <a:gd name="connsiteX237" fmla="*/ 1927092 w 6572708"/>
              <a:gd name="connsiteY237" fmla="*/ 557642 h 6858000"/>
              <a:gd name="connsiteX238" fmla="*/ 1927484 w 6572708"/>
              <a:gd name="connsiteY238" fmla="*/ 552451 h 6858000"/>
              <a:gd name="connsiteX239" fmla="*/ 1915874 w 6572708"/>
              <a:gd name="connsiteY239" fmla="*/ 520271 h 6858000"/>
              <a:gd name="connsiteX240" fmla="*/ 1916793 w 6572708"/>
              <a:gd name="connsiteY240" fmla="*/ 519123 h 6858000"/>
              <a:gd name="connsiteX241" fmla="*/ 1918236 w 6572708"/>
              <a:gd name="connsiteY241" fmla="*/ 506970 h 6858000"/>
              <a:gd name="connsiteX242" fmla="*/ 1918529 w 6572708"/>
              <a:gd name="connsiteY242" fmla="*/ 485354 h 6858000"/>
              <a:gd name="connsiteX243" fmla="*/ 1932556 w 6572708"/>
              <a:gd name="connsiteY243" fmla="*/ 426779 h 6858000"/>
              <a:gd name="connsiteX244" fmla="*/ 1920572 w 6572708"/>
              <a:gd name="connsiteY244" fmla="*/ 393150 h 6858000"/>
              <a:gd name="connsiteX245" fmla="*/ 1918744 w 6572708"/>
              <a:gd name="connsiteY245" fmla="*/ 385981 h 6858000"/>
              <a:gd name="connsiteX246" fmla="*/ 1918949 w 6572708"/>
              <a:gd name="connsiteY246" fmla="*/ 385674 h 6858000"/>
              <a:gd name="connsiteX247" fmla="*/ 1917499 w 6572708"/>
              <a:gd name="connsiteY247" fmla="*/ 377782 h 6858000"/>
              <a:gd name="connsiteX248" fmla="*/ 1915412 w 6572708"/>
              <a:gd name="connsiteY248" fmla="*/ 372914 h 6858000"/>
              <a:gd name="connsiteX249" fmla="*/ 1911865 w 6572708"/>
              <a:gd name="connsiteY249" fmla="*/ 359009 h 6858000"/>
              <a:gd name="connsiteX250" fmla="*/ 1912244 w 6572708"/>
              <a:gd name="connsiteY250" fmla="*/ 353121 h 6858000"/>
              <a:gd name="connsiteX251" fmla="*/ 1933610 w 6572708"/>
              <a:gd name="connsiteY251" fmla="*/ 297387 h 6858000"/>
              <a:gd name="connsiteX252" fmla="*/ 1939454 w 6572708"/>
              <a:gd name="connsiteY252" fmla="*/ 194719 h 6858000"/>
              <a:gd name="connsiteX253" fmla="*/ 1942001 w 6572708"/>
              <a:gd name="connsiteY253" fmla="*/ 93227 h 6858000"/>
              <a:gd name="connsiteX254" fmla="*/ 1941351 w 6572708"/>
              <a:gd name="connsiteY254" fmla="*/ 56555 h 6858000"/>
              <a:gd name="connsiteX255" fmla="*/ 1950955 w 6572708"/>
              <a:gd name="connsiteY255" fmla="*/ 5312 h 6858000"/>
              <a:gd name="connsiteX256" fmla="*/ 1949546 w 6572708"/>
              <a:gd name="connsiteY256"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4727719 w 6572708"/>
              <a:gd name="connsiteY8" fmla="*/ 6858000 h 6858000"/>
              <a:gd name="connsiteX9" fmla="*/ 3831783 w 6572708"/>
              <a:gd name="connsiteY9" fmla="*/ 6858000 h 6858000"/>
              <a:gd name="connsiteX10" fmla="*/ 1368280 w 6572708"/>
              <a:gd name="connsiteY10" fmla="*/ 6858000 h 6858000"/>
              <a:gd name="connsiteX11" fmla="*/ 0 w 6572708"/>
              <a:gd name="connsiteY11" fmla="*/ 6858000 h 6858000"/>
              <a:gd name="connsiteX12" fmla="*/ 9990 w 6572708"/>
              <a:gd name="connsiteY12" fmla="*/ 6815347 h 6858000"/>
              <a:gd name="connsiteX13" fmla="*/ 11375 w 6572708"/>
              <a:gd name="connsiteY13" fmla="*/ 6764639 h 6858000"/>
              <a:gd name="connsiteX14" fmla="*/ 37994 w 6572708"/>
              <a:gd name="connsiteY14" fmla="*/ 6747193 h 6858000"/>
              <a:gd name="connsiteX15" fmla="*/ 60759 w 6572708"/>
              <a:gd name="connsiteY15" fmla="*/ 6667761 h 6858000"/>
              <a:gd name="connsiteX16" fmla="*/ 44882 w 6572708"/>
              <a:gd name="connsiteY16" fmla="*/ 6635203 h 6858000"/>
              <a:gd name="connsiteX17" fmla="*/ 38884 w 6572708"/>
              <a:gd name="connsiteY17" fmla="*/ 6601215 h 6858000"/>
              <a:gd name="connsiteX18" fmla="*/ 24537 w 6572708"/>
              <a:gd name="connsiteY18" fmla="*/ 6599857 h 6858000"/>
              <a:gd name="connsiteX19" fmla="*/ 30487 w 6572708"/>
              <a:gd name="connsiteY19" fmla="*/ 6582849 h 6858000"/>
              <a:gd name="connsiteX20" fmla="*/ 30797 w 6572708"/>
              <a:gd name="connsiteY20" fmla="*/ 6536021 h 6858000"/>
              <a:gd name="connsiteX21" fmla="*/ 10629 w 6572708"/>
              <a:gd name="connsiteY21" fmla="*/ 6483343 h 6858000"/>
              <a:gd name="connsiteX22" fmla="*/ 16211 w 6572708"/>
              <a:gd name="connsiteY22" fmla="*/ 6402087 h 6858000"/>
              <a:gd name="connsiteX23" fmla="*/ 25932 w 6572708"/>
              <a:gd name="connsiteY23" fmla="*/ 6321765 h 6858000"/>
              <a:gd name="connsiteX24" fmla="*/ 31488 w 6572708"/>
              <a:gd name="connsiteY24" fmla="*/ 6292746 h 6858000"/>
              <a:gd name="connsiteX25" fmla="*/ 32413 w 6572708"/>
              <a:gd name="connsiteY25" fmla="*/ 6240744 h 6858000"/>
              <a:gd name="connsiteX26" fmla="*/ 34430 w 6572708"/>
              <a:gd name="connsiteY26" fmla="*/ 6206738 h 6858000"/>
              <a:gd name="connsiteX27" fmla="*/ 55689 w 6572708"/>
              <a:gd name="connsiteY27" fmla="*/ 6203389 h 6858000"/>
              <a:gd name="connsiteX28" fmla="*/ 63475 w 6572708"/>
              <a:gd name="connsiteY28" fmla="*/ 6172740 h 6858000"/>
              <a:gd name="connsiteX29" fmla="*/ 50070 w 6572708"/>
              <a:gd name="connsiteY29" fmla="*/ 6141398 h 6858000"/>
              <a:gd name="connsiteX30" fmla="*/ 52252 w 6572708"/>
              <a:gd name="connsiteY30" fmla="*/ 6103364 h 6858000"/>
              <a:gd name="connsiteX31" fmla="*/ 53329 w 6572708"/>
              <a:gd name="connsiteY31" fmla="*/ 6080619 h 6858000"/>
              <a:gd name="connsiteX32" fmla="*/ 73573 w 6572708"/>
              <a:gd name="connsiteY32" fmla="*/ 6019868 h 6858000"/>
              <a:gd name="connsiteX33" fmla="*/ 149610 w 6572708"/>
              <a:gd name="connsiteY33" fmla="*/ 5918672 h 6858000"/>
              <a:gd name="connsiteX34" fmla="*/ 160505 w 6572708"/>
              <a:gd name="connsiteY34" fmla="*/ 5887690 h 6858000"/>
              <a:gd name="connsiteX35" fmla="*/ 156200 w 6572708"/>
              <a:gd name="connsiteY35" fmla="*/ 5882649 h 6858000"/>
              <a:gd name="connsiteX36" fmla="*/ 194213 w 6572708"/>
              <a:gd name="connsiteY36" fmla="*/ 5841953 h 6858000"/>
              <a:gd name="connsiteX37" fmla="*/ 203216 w 6572708"/>
              <a:gd name="connsiteY37" fmla="*/ 5777927 h 6858000"/>
              <a:gd name="connsiteX38" fmla="*/ 202536 w 6572708"/>
              <a:gd name="connsiteY38" fmla="*/ 5728879 h 6858000"/>
              <a:gd name="connsiteX39" fmla="*/ 205380 w 6572708"/>
              <a:gd name="connsiteY39" fmla="*/ 5701696 h 6858000"/>
              <a:gd name="connsiteX40" fmla="*/ 203870 w 6572708"/>
              <a:gd name="connsiteY40" fmla="*/ 5681563 h 6858000"/>
              <a:gd name="connsiteX41" fmla="*/ 219294 w 6572708"/>
              <a:gd name="connsiteY41" fmla="*/ 5632219 h 6858000"/>
              <a:gd name="connsiteX42" fmla="*/ 252910 w 6572708"/>
              <a:gd name="connsiteY42" fmla="*/ 5551224 h 6858000"/>
              <a:gd name="connsiteX43" fmla="*/ 258253 w 6572708"/>
              <a:gd name="connsiteY43" fmla="*/ 5533854 h 6858000"/>
              <a:gd name="connsiteX44" fmla="*/ 255640 w 6572708"/>
              <a:gd name="connsiteY44" fmla="*/ 5518422 h 6858000"/>
              <a:gd name="connsiteX45" fmla="*/ 248756 w 6572708"/>
              <a:gd name="connsiteY45" fmla="*/ 5514403 h 6858000"/>
              <a:gd name="connsiteX46" fmla="*/ 250538 w 6572708"/>
              <a:gd name="connsiteY46" fmla="*/ 5504771 h 6858000"/>
              <a:gd name="connsiteX47" fmla="*/ 249507 w 6572708"/>
              <a:gd name="connsiteY47" fmla="*/ 5502102 h 6858000"/>
              <a:gd name="connsiteX48" fmla="*/ 245101 w 6572708"/>
              <a:gd name="connsiteY48" fmla="*/ 5486913 h 6858000"/>
              <a:gd name="connsiteX49" fmla="*/ 273088 w 6572708"/>
              <a:gd name="connsiteY49" fmla="*/ 5457083 h 6858000"/>
              <a:gd name="connsiteX50" fmla="*/ 276759 w 6572708"/>
              <a:gd name="connsiteY50" fmla="*/ 5418245 h 6858000"/>
              <a:gd name="connsiteX51" fmla="*/ 314712 w 6572708"/>
              <a:gd name="connsiteY51" fmla="*/ 5305770 h 6858000"/>
              <a:gd name="connsiteX52" fmla="*/ 320056 w 6572708"/>
              <a:gd name="connsiteY52" fmla="*/ 5298784 h 6858000"/>
              <a:gd name="connsiteX53" fmla="*/ 320763 w 6572708"/>
              <a:gd name="connsiteY53" fmla="*/ 5282149 h 6858000"/>
              <a:gd name="connsiteX54" fmla="*/ 325879 w 6572708"/>
              <a:gd name="connsiteY54" fmla="*/ 5270957 h 6858000"/>
              <a:gd name="connsiteX55" fmla="*/ 318913 w 6572708"/>
              <a:gd name="connsiteY55" fmla="*/ 5268991 h 6858000"/>
              <a:gd name="connsiteX56" fmla="*/ 317758 w 6572708"/>
              <a:gd name="connsiteY56" fmla="*/ 5250149 h 6858000"/>
              <a:gd name="connsiteX57" fmla="*/ 317275 w 6572708"/>
              <a:gd name="connsiteY57" fmla="*/ 5230130 h 6858000"/>
              <a:gd name="connsiteX58" fmla="*/ 329641 w 6572708"/>
              <a:gd name="connsiteY58" fmla="*/ 5216534 h 6858000"/>
              <a:gd name="connsiteX59" fmla="*/ 329088 w 6572708"/>
              <a:gd name="connsiteY59" fmla="*/ 5211732 h 6858000"/>
              <a:gd name="connsiteX60" fmla="*/ 291324 w 6572708"/>
              <a:gd name="connsiteY60" fmla="*/ 5147635 h 6858000"/>
              <a:gd name="connsiteX61" fmla="*/ 299864 w 6572708"/>
              <a:gd name="connsiteY61" fmla="*/ 5063838 h 6858000"/>
              <a:gd name="connsiteX62" fmla="*/ 323140 w 6572708"/>
              <a:gd name="connsiteY62" fmla="*/ 5036513 h 6858000"/>
              <a:gd name="connsiteX63" fmla="*/ 323855 w 6572708"/>
              <a:gd name="connsiteY63" fmla="*/ 4827737 h 6858000"/>
              <a:gd name="connsiteX64" fmla="*/ 333687 w 6572708"/>
              <a:gd name="connsiteY64" fmla="*/ 4774692 h 6858000"/>
              <a:gd name="connsiteX65" fmla="*/ 322637 w 6572708"/>
              <a:gd name="connsiteY65" fmla="*/ 4727427 h 6858000"/>
              <a:gd name="connsiteX66" fmla="*/ 330798 w 6572708"/>
              <a:gd name="connsiteY66" fmla="*/ 4708193 h 6858000"/>
              <a:gd name="connsiteX67" fmla="*/ 332420 w 6572708"/>
              <a:gd name="connsiteY67" fmla="*/ 4704882 h 6858000"/>
              <a:gd name="connsiteX68" fmla="*/ 334216 w 6572708"/>
              <a:gd name="connsiteY68" fmla="*/ 4691500 h 6858000"/>
              <a:gd name="connsiteX69" fmla="*/ 340601 w 6572708"/>
              <a:gd name="connsiteY69" fmla="*/ 4687895 h 6858000"/>
              <a:gd name="connsiteX70" fmla="*/ 347516 w 6572708"/>
              <a:gd name="connsiteY70" fmla="*/ 4667873 h 6858000"/>
              <a:gd name="connsiteX71" fmla="*/ 349175 w 6572708"/>
              <a:gd name="connsiteY71" fmla="*/ 4643189 h 6858000"/>
              <a:gd name="connsiteX72" fmla="*/ 350492 w 6572708"/>
              <a:gd name="connsiteY72" fmla="*/ 4525833 h 6858000"/>
              <a:gd name="connsiteX73" fmla="*/ 355031 w 6572708"/>
              <a:gd name="connsiteY73" fmla="*/ 4455649 h 6858000"/>
              <a:gd name="connsiteX74" fmla="*/ 362651 w 6572708"/>
              <a:gd name="connsiteY74" fmla="*/ 4429036 h 6858000"/>
              <a:gd name="connsiteX75" fmla="*/ 369327 w 6572708"/>
              <a:gd name="connsiteY75" fmla="*/ 4391840 h 6858000"/>
              <a:gd name="connsiteX76" fmla="*/ 371272 w 6572708"/>
              <a:gd name="connsiteY76" fmla="*/ 4358845 h 6858000"/>
              <a:gd name="connsiteX77" fmla="*/ 382342 w 6572708"/>
              <a:gd name="connsiteY77" fmla="*/ 4333764 h 6858000"/>
              <a:gd name="connsiteX78" fmla="*/ 381365 w 6572708"/>
              <a:gd name="connsiteY78" fmla="*/ 4331730 h 6858000"/>
              <a:gd name="connsiteX79" fmla="*/ 364244 w 6572708"/>
              <a:gd name="connsiteY79" fmla="*/ 4309700 h 6858000"/>
              <a:gd name="connsiteX80" fmla="*/ 363377 w 6572708"/>
              <a:gd name="connsiteY80" fmla="*/ 4285388 h 6858000"/>
              <a:gd name="connsiteX81" fmla="*/ 356642 w 6572708"/>
              <a:gd name="connsiteY81" fmla="*/ 4271714 h 6858000"/>
              <a:gd name="connsiteX82" fmla="*/ 357697 w 6572708"/>
              <a:gd name="connsiteY82" fmla="*/ 4266169 h 6858000"/>
              <a:gd name="connsiteX83" fmla="*/ 356998 w 6572708"/>
              <a:gd name="connsiteY83" fmla="*/ 4247672 h 6858000"/>
              <a:gd name="connsiteX84" fmla="*/ 357549 w 6572708"/>
              <a:gd name="connsiteY84" fmla="*/ 4237120 h 6858000"/>
              <a:gd name="connsiteX85" fmla="*/ 358116 w 6572708"/>
              <a:gd name="connsiteY85" fmla="*/ 4232936 h 6858000"/>
              <a:gd name="connsiteX86" fmla="*/ 366243 w 6572708"/>
              <a:gd name="connsiteY86" fmla="*/ 4224051 h 6858000"/>
              <a:gd name="connsiteX87" fmla="*/ 363841 w 6572708"/>
              <a:gd name="connsiteY87" fmla="*/ 4211782 h 6858000"/>
              <a:gd name="connsiteX88" fmla="*/ 372159 w 6572708"/>
              <a:gd name="connsiteY88" fmla="*/ 4198810 h 6858000"/>
              <a:gd name="connsiteX89" fmla="*/ 366211 w 6572708"/>
              <a:gd name="connsiteY89" fmla="*/ 4195262 h 6858000"/>
              <a:gd name="connsiteX90" fmla="*/ 360561 w 6572708"/>
              <a:gd name="connsiteY90" fmla="*/ 4184054 h 6858000"/>
              <a:gd name="connsiteX91" fmla="*/ 368375 w 6572708"/>
              <a:gd name="connsiteY91" fmla="*/ 4175099 h 6858000"/>
              <a:gd name="connsiteX92" fmla="*/ 373972 w 6572708"/>
              <a:gd name="connsiteY92" fmla="*/ 4155792 h 6858000"/>
              <a:gd name="connsiteX93" fmla="*/ 373150 w 6572708"/>
              <a:gd name="connsiteY93" fmla="*/ 4150364 h 6858000"/>
              <a:gd name="connsiteX94" fmla="*/ 383773 w 6572708"/>
              <a:gd name="connsiteY94" fmla="*/ 4132084 h 6858000"/>
              <a:gd name="connsiteX95" fmla="*/ 389140 w 6572708"/>
              <a:gd name="connsiteY95" fmla="*/ 4115873 h 6858000"/>
              <a:gd name="connsiteX96" fmla="*/ 378846 w 6572708"/>
              <a:gd name="connsiteY96" fmla="*/ 4082551 h 6858000"/>
              <a:gd name="connsiteX97" fmla="*/ 368001 w 6572708"/>
              <a:gd name="connsiteY97" fmla="*/ 3968090 h 6858000"/>
              <a:gd name="connsiteX98" fmla="*/ 372661 w 6572708"/>
              <a:gd name="connsiteY98" fmla="*/ 3881355 h 6858000"/>
              <a:gd name="connsiteX99" fmla="*/ 379210 w 6572708"/>
              <a:gd name="connsiteY99" fmla="*/ 3850569 h 6858000"/>
              <a:gd name="connsiteX100" fmla="*/ 389880 w 6572708"/>
              <a:gd name="connsiteY100" fmla="*/ 3798988 h 6858000"/>
              <a:gd name="connsiteX101" fmla="*/ 409909 w 6572708"/>
              <a:gd name="connsiteY101" fmla="*/ 3760424 h 6858000"/>
              <a:gd name="connsiteX102" fmla="*/ 414051 w 6572708"/>
              <a:gd name="connsiteY102" fmla="*/ 3717298 h 6858000"/>
              <a:gd name="connsiteX103" fmla="*/ 399424 w 6572708"/>
              <a:gd name="connsiteY103" fmla="*/ 3707291 h 6858000"/>
              <a:gd name="connsiteX104" fmla="*/ 394460 w 6572708"/>
              <a:gd name="connsiteY104" fmla="*/ 3673415 h 6858000"/>
              <a:gd name="connsiteX105" fmla="*/ 408918 w 6572708"/>
              <a:gd name="connsiteY105" fmla="*/ 3661155 h 6858000"/>
              <a:gd name="connsiteX106" fmla="*/ 425028 w 6572708"/>
              <a:gd name="connsiteY106" fmla="*/ 3591166 h 6858000"/>
              <a:gd name="connsiteX107" fmla="*/ 430292 w 6572708"/>
              <a:gd name="connsiteY107" fmla="*/ 3550801 h 6858000"/>
              <a:gd name="connsiteX108" fmla="*/ 437149 w 6572708"/>
              <a:gd name="connsiteY108" fmla="*/ 3497399 h 6858000"/>
              <a:gd name="connsiteX109" fmla="*/ 442017 w 6572708"/>
              <a:gd name="connsiteY109" fmla="*/ 3474143 h 6858000"/>
              <a:gd name="connsiteX110" fmla="*/ 437175 w 6572708"/>
              <a:gd name="connsiteY110" fmla="*/ 3463057 h 6858000"/>
              <a:gd name="connsiteX111" fmla="*/ 438483 w 6572708"/>
              <a:gd name="connsiteY111" fmla="*/ 3457563 h 6858000"/>
              <a:gd name="connsiteX112" fmla="*/ 438642 w 6572708"/>
              <a:gd name="connsiteY112" fmla="*/ 3439053 h 6858000"/>
              <a:gd name="connsiteX113" fmla="*/ 439678 w 6572708"/>
              <a:gd name="connsiteY113" fmla="*/ 3428537 h 6858000"/>
              <a:gd name="connsiteX114" fmla="*/ 440437 w 6572708"/>
              <a:gd name="connsiteY114" fmla="*/ 3424381 h 6858000"/>
              <a:gd name="connsiteX115" fmla="*/ 448781 w 6572708"/>
              <a:gd name="connsiteY115" fmla="*/ 3416042 h 6858000"/>
              <a:gd name="connsiteX116" fmla="*/ 448765 w 6572708"/>
              <a:gd name="connsiteY116" fmla="*/ 3414504 h 6858000"/>
              <a:gd name="connsiteX117" fmla="*/ 447134 w 6572708"/>
              <a:gd name="connsiteY117" fmla="*/ 3403498 h 6858000"/>
              <a:gd name="connsiteX118" fmla="*/ 452387 w 6572708"/>
              <a:gd name="connsiteY118" fmla="*/ 3396070 h 6858000"/>
              <a:gd name="connsiteX119" fmla="*/ 453996 w 6572708"/>
              <a:gd name="connsiteY119" fmla="*/ 3389553 h 6858000"/>
              <a:gd name="connsiteX120" fmla="*/ 450265 w 6572708"/>
              <a:gd name="connsiteY120" fmla="*/ 3387098 h 6858000"/>
              <a:gd name="connsiteX121" fmla="*/ 445137 w 6572708"/>
              <a:gd name="connsiteY121" fmla="*/ 3375655 h 6858000"/>
              <a:gd name="connsiteX122" fmla="*/ 453359 w 6572708"/>
              <a:gd name="connsiteY122" fmla="*/ 3367050 h 6858000"/>
              <a:gd name="connsiteX123" fmla="*/ 459842 w 6572708"/>
              <a:gd name="connsiteY123" fmla="*/ 3348005 h 6858000"/>
              <a:gd name="connsiteX124" fmla="*/ 459268 w 6572708"/>
              <a:gd name="connsiteY124" fmla="*/ 3342546 h 6858000"/>
              <a:gd name="connsiteX125" fmla="*/ 470590 w 6572708"/>
              <a:gd name="connsiteY125" fmla="*/ 3324958 h 6858000"/>
              <a:gd name="connsiteX126" fmla="*/ 468579 w 6572708"/>
              <a:gd name="connsiteY126" fmla="*/ 3306990 h 6858000"/>
              <a:gd name="connsiteX127" fmla="*/ 480123 w 6572708"/>
              <a:gd name="connsiteY127" fmla="*/ 3295094 h 6858000"/>
              <a:gd name="connsiteX128" fmla="*/ 482298 w 6572708"/>
              <a:gd name="connsiteY128" fmla="*/ 3293541 h 6858000"/>
              <a:gd name="connsiteX129" fmla="*/ 489102 w 6572708"/>
              <a:gd name="connsiteY129" fmla="*/ 3262198 h 6858000"/>
              <a:gd name="connsiteX130" fmla="*/ 497561 w 6572708"/>
              <a:gd name="connsiteY130" fmla="*/ 3253284 h 6858000"/>
              <a:gd name="connsiteX131" fmla="*/ 522157 w 6572708"/>
              <a:gd name="connsiteY131" fmla="*/ 3192563 h 6858000"/>
              <a:gd name="connsiteX132" fmla="*/ 529302 w 6572708"/>
              <a:gd name="connsiteY132" fmla="*/ 3175520 h 6858000"/>
              <a:gd name="connsiteX133" fmla="*/ 528284 w 6572708"/>
              <a:gd name="connsiteY133" fmla="*/ 3160058 h 6858000"/>
              <a:gd name="connsiteX134" fmla="*/ 521806 w 6572708"/>
              <a:gd name="connsiteY134" fmla="*/ 3155764 h 6858000"/>
              <a:gd name="connsiteX135" fmla="*/ 524589 w 6572708"/>
              <a:gd name="connsiteY135" fmla="*/ 3146261 h 6858000"/>
              <a:gd name="connsiteX136" fmla="*/ 523832 w 6572708"/>
              <a:gd name="connsiteY136" fmla="*/ 3143561 h 6858000"/>
              <a:gd name="connsiteX137" fmla="*/ 520994 w 6572708"/>
              <a:gd name="connsiteY137" fmla="*/ 3128263 h 6858000"/>
              <a:gd name="connsiteX138" fmla="*/ 552091 w 6572708"/>
              <a:gd name="connsiteY138" fmla="*/ 3099818 h 6858000"/>
              <a:gd name="connsiteX139" fmla="*/ 559786 w 6572708"/>
              <a:gd name="connsiteY139" fmla="*/ 3061351 h 6858000"/>
              <a:gd name="connsiteX140" fmla="*/ 636543 w 6572708"/>
              <a:gd name="connsiteY140" fmla="*/ 2921137 h 6858000"/>
              <a:gd name="connsiteX141" fmla="*/ 618216 w 6572708"/>
              <a:gd name="connsiteY141" fmla="*/ 2895965 h 6858000"/>
              <a:gd name="connsiteX142" fmla="*/ 724973 w 6572708"/>
              <a:gd name="connsiteY142" fmla="*/ 2755713 h 6858000"/>
              <a:gd name="connsiteX143" fmla="*/ 765538 w 6572708"/>
              <a:gd name="connsiteY143" fmla="*/ 2648081 h 6858000"/>
              <a:gd name="connsiteX144" fmla="*/ 780267 w 6572708"/>
              <a:gd name="connsiteY144" fmla="*/ 2641879 h 6858000"/>
              <a:gd name="connsiteX145" fmla="*/ 790836 w 6572708"/>
              <a:gd name="connsiteY145" fmla="*/ 2632919 h 6858000"/>
              <a:gd name="connsiteX146" fmla="*/ 790328 w 6572708"/>
              <a:gd name="connsiteY146" fmla="*/ 2631229 h 6858000"/>
              <a:gd name="connsiteX147" fmla="*/ 797257 w 6572708"/>
              <a:gd name="connsiteY147" fmla="*/ 2619054 h 6858000"/>
              <a:gd name="connsiteX148" fmla="*/ 802383 w 6572708"/>
              <a:gd name="connsiteY148" fmla="*/ 2617568 h 6858000"/>
              <a:gd name="connsiteX149" fmla="*/ 808267 w 6572708"/>
              <a:gd name="connsiteY149" fmla="*/ 2609586 h 6858000"/>
              <a:gd name="connsiteX150" fmla="*/ 822908 w 6572708"/>
              <a:gd name="connsiteY150" fmla="*/ 2594856 h 6858000"/>
              <a:gd name="connsiteX151" fmla="*/ 822791 w 6572708"/>
              <a:gd name="connsiteY151" fmla="*/ 2591164 h 6858000"/>
              <a:gd name="connsiteX152" fmla="*/ 840423 w 6572708"/>
              <a:gd name="connsiteY152" fmla="*/ 2567492 h 6858000"/>
              <a:gd name="connsiteX153" fmla="*/ 839313 w 6572708"/>
              <a:gd name="connsiteY153" fmla="*/ 2566722 h 6858000"/>
              <a:gd name="connsiteX154" fmla="*/ 838361 w 6572708"/>
              <a:gd name="connsiteY154" fmla="*/ 2558109 h 6858000"/>
              <a:gd name="connsiteX155" fmla="*/ 839637 w 6572708"/>
              <a:gd name="connsiteY155" fmla="*/ 2542662 h 6858000"/>
              <a:gd name="connsiteX156" fmla="*/ 825800 w 6572708"/>
              <a:gd name="connsiteY156" fmla="*/ 2501548 h 6858000"/>
              <a:gd name="connsiteX157" fmla="*/ 844035 w 6572708"/>
              <a:gd name="connsiteY157" fmla="*/ 2476819 h 6858000"/>
              <a:gd name="connsiteX158" fmla="*/ 846972 w 6572708"/>
              <a:gd name="connsiteY158" fmla="*/ 2471590 h 6858000"/>
              <a:gd name="connsiteX159" fmla="*/ 846730 w 6572708"/>
              <a:gd name="connsiteY159" fmla="*/ 2471378 h 6858000"/>
              <a:gd name="connsiteX160" fmla="*/ 849228 w 6572708"/>
              <a:gd name="connsiteY160" fmla="*/ 2465654 h 6858000"/>
              <a:gd name="connsiteX161" fmla="*/ 852330 w 6572708"/>
              <a:gd name="connsiteY161" fmla="*/ 2462052 h 6858000"/>
              <a:gd name="connsiteX162" fmla="*/ 858029 w 6572708"/>
              <a:gd name="connsiteY162" fmla="*/ 2451906 h 6858000"/>
              <a:gd name="connsiteX163" fmla="*/ 857986 w 6572708"/>
              <a:gd name="connsiteY163" fmla="*/ 2447716 h 6858000"/>
              <a:gd name="connsiteX164" fmla="*/ 855075 w 6572708"/>
              <a:gd name="connsiteY164" fmla="*/ 2445047 h 6858000"/>
              <a:gd name="connsiteX165" fmla="*/ 856006 w 6572708"/>
              <a:gd name="connsiteY165" fmla="*/ 2444265 h 6858000"/>
              <a:gd name="connsiteX166" fmla="*/ 856444 w 6572708"/>
              <a:gd name="connsiteY166" fmla="*/ 2421759 h 6858000"/>
              <a:gd name="connsiteX167" fmla="*/ 868981 w 6572708"/>
              <a:gd name="connsiteY167" fmla="*/ 2375200 h 6858000"/>
              <a:gd name="connsiteX168" fmla="*/ 880811 w 6572708"/>
              <a:gd name="connsiteY168" fmla="*/ 2350147 h 6858000"/>
              <a:gd name="connsiteX169" fmla="*/ 908124 w 6572708"/>
              <a:gd name="connsiteY169" fmla="*/ 2279761 h 6858000"/>
              <a:gd name="connsiteX170" fmla="*/ 931678 w 6572708"/>
              <a:gd name="connsiteY170" fmla="*/ 2207772 h 6858000"/>
              <a:gd name="connsiteX171" fmla="*/ 921761 w 6572708"/>
              <a:gd name="connsiteY171" fmla="*/ 2164302 h 6858000"/>
              <a:gd name="connsiteX172" fmla="*/ 923058 w 6572708"/>
              <a:gd name="connsiteY172" fmla="*/ 2160162 h 6858000"/>
              <a:gd name="connsiteX173" fmla="*/ 931663 w 6572708"/>
              <a:gd name="connsiteY173" fmla="*/ 2151458 h 6858000"/>
              <a:gd name="connsiteX174" fmla="*/ 935730 w 6572708"/>
              <a:gd name="connsiteY174" fmla="*/ 2148616 h 6858000"/>
              <a:gd name="connsiteX175" fmla="*/ 939910 w 6572708"/>
              <a:gd name="connsiteY175" fmla="*/ 2143540 h 6858000"/>
              <a:gd name="connsiteX176" fmla="*/ 939746 w 6572708"/>
              <a:gd name="connsiteY176" fmla="*/ 2143278 h 6858000"/>
              <a:gd name="connsiteX177" fmla="*/ 944182 w 6572708"/>
              <a:gd name="connsiteY177" fmla="*/ 2138791 h 6858000"/>
              <a:gd name="connsiteX178" fmla="*/ 969240 w 6572708"/>
              <a:gd name="connsiteY178" fmla="*/ 2118565 h 6858000"/>
              <a:gd name="connsiteX179" fmla="*/ 969333 w 6572708"/>
              <a:gd name="connsiteY179" fmla="*/ 2074914 h 6858000"/>
              <a:gd name="connsiteX180" fmla="*/ 975462 w 6572708"/>
              <a:gd name="connsiteY180" fmla="*/ 2059981 h 6858000"/>
              <a:gd name="connsiteX181" fmla="*/ 977313 w 6572708"/>
              <a:gd name="connsiteY181" fmla="*/ 2051279 h 6858000"/>
              <a:gd name="connsiteX182" fmla="*/ 976512 w 6572708"/>
              <a:gd name="connsiteY182" fmla="*/ 2050269 h 6858000"/>
              <a:gd name="connsiteX183" fmla="*/ 1000665 w 6572708"/>
              <a:gd name="connsiteY183" fmla="*/ 2030946 h 6858000"/>
              <a:gd name="connsiteX184" fmla="*/ 1001735 w 6572708"/>
              <a:gd name="connsiteY184" fmla="*/ 2027284 h 6858000"/>
              <a:gd name="connsiteX185" fmla="*/ 1020214 w 6572708"/>
              <a:gd name="connsiteY185" fmla="*/ 2016095 h 6858000"/>
              <a:gd name="connsiteX186" fmla="*/ 1028302 w 6572708"/>
              <a:gd name="connsiteY186" fmla="*/ 2009567 h 6858000"/>
              <a:gd name="connsiteX187" fmla="*/ 1033598 w 6572708"/>
              <a:gd name="connsiteY187" fmla="*/ 2009267 h 6858000"/>
              <a:gd name="connsiteX188" fmla="*/ 1044008 w 6572708"/>
              <a:gd name="connsiteY188" fmla="*/ 1998844 h 6858000"/>
              <a:gd name="connsiteX189" fmla="*/ 1044069 w 6572708"/>
              <a:gd name="connsiteY189" fmla="*/ 1997063 h 6858000"/>
              <a:gd name="connsiteX190" fmla="*/ 1056878 w 6572708"/>
              <a:gd name="connsiteY190" fmla="*/ 1990634 h 6858000"/>
              <a:gd name="connsiteX191" fmla="*/ 1072722 w 6572708"/>
              <a:gd name="connsiteY191" fmla="*/ 1987868 h 6858000"/>
              <a:gd name="connsiteX192" fmla="*/ 1145252 w 6572708"/>
              <a:gd name="connsiteY192" fmla="*/ 1891028 h 6858000"/>
              <a:gd name="connsiteX193" fmla="*/ 1252278 w 6572708"/>
              <a:gd name="connsiteY193" fmla="*/ 1830226 h 6858000"/>
              <a:gd name="connsiteX194" fmla="*/ 1290501 w 6572708"/>
              <a:gd name="connsiteY194" fmla="*/ 1777081 h 6858000"/>
              <a:gd name="connsiteX195" fmla="*/ 1281278 w 6572708"/>
              <a:gd name="connsiteY195" fmla="*/ 1748115 h 6858000"/>
              <a:gd name="connsiteX196" fmla="*/ 1398273 w 6572708"/>
              <a:gd name="connsiteY196" fmla="*/ 1627389 h 6858000"/>
              <a:gd name="connsiteX197" fmla="*/ 1417786 w 6572708"/>
              <a:gd name="connsiteY197" fmla="*/ 1591233 h 6858000"/>
              <a:gd name="connsiteX198" fmla="*/ 1456144 w 6572708"/>
              <a:gd name="connsiteY198" fmla="*/ 1570271 h 6858000"/>
              <a:gd name="connsiteX199" fmla="*/ 1458351 w 6572708"/>
              <a:gd name="connsiteY199" fmla="*/ 1554550 h 6858000"/>
              <a:gd name="connsiteX200" fmla="*/ 1458500 w 6572708"/>
              <a:gd name="connsiteY200" fmla="*/ 1551719 h 6858000"/>
              <a:gd name="connsiteX201" fmla="*/ 1464150 w 6572708"/>
              <a:gd name="connsiteY201" fmla="*/ 1542986 h 6858000"/>
              <a:gd name="connsiteX202" fmla="*/ 1459426 w 6572708"/>
              <a:gd name="connsiteY202" fmla="*/ 1537283 h 6858000"/>
              <a:gd name="connsiteX203" fmla="*/ 1463401 w 6572708"/>
              <a:gd name="connsiteY203" fmla="*/ 1521818 h 6858000"/>
              <a:gd name="connsiteX204" fmla="*/ 1475565 w 6572708"/>
              <a:gd name="connsiteY204" fmla="*/ 1506648 h 6858000"/>
              <a:gd name="connsiteX205" fmla="*/ 1540362 w 6572708"/>
              <a:gd name="connsiteY205" fmla="*/ 1438265 h 6858000"/>
              <a:gd name="connsiteX206" fmla="*/ 1575141 w 6572708"/>
              <a:gd name="connsiteY206" fmla="*/ 1395238 h 6858000"/>
              <a:gd name="connsiteX207" fmla="*/ 1582090 w 6572708"/>
              <a:gd name="connsiteY207" fmla="*/ 1375575 h 6858000"/>
              <a:gd name="connsiteX208" fmla="*/ 1596005 w 6572708"/>
              <a:gd name="connsiteY208" fmla="*/ 1350347 h 6858000"/>
              <a:gd name="connsiteX209" fmla="*/ 1615711 w 6572708"/>
              <a:gd name="connsiteY209" fmla="*/ 1303251 h 6858000"/>
              <a:gd name="connsiteX210" fmla="*/ 1650622 w 6572708"/>
              <a:gd name="connsiteY210" fmla="*/ 1244447 h 6858000"/>
              <a:gd name="connsiteX211" fmla="*/ 1702792 w 6572708"/>
              <a:gd name="connsiteY211" fmla="*/ 1215797 h 6858000"/>
              <a:gd name="connsiteX212" fmla="*/ 1700885 w 6572708"/>
              <a:gd name="connsiteY212" fmla="*/ 1209814 h 6858000"/>
              <a:gd name="connsiteX213" fmla="*/ 1723848 w 6572708"/>
              <a:gd name="connsiteY213" fmla="*/ 1183123 h 6858000"/>
              <a:gd name="connsiteX214" fmla="*/ 1759968 w 6572708"/>
              <a:gd name="connsiteY214" fmla="*/ 1166871 h 6858000"/>
              <a:gd name="connsiteX215" fmla="*/ 1767742 w 6572708"/>
              <a:gd name="connsiteY215" fmla="*/ 1158484 h 6858000"/>
              <a:gd name="connsiteX216" fmla="*/ 1774888 w 6572708"/>
              <a:gd name="connsiteY216" fmla="*/ 1141442 h 6858000"/>
              <a:gd name="connsiteX217" fmla="*/ 1773870 w 6572708"/>
              <a:gd name="connsiteY217" fmla="*/ 1125979 h 6858000"/>
              <a:gd name="connsiteX218" fmla="*/ 1767392 w 6572708"/>
              <a:gd name="connsiteY218" fmla="*/ 1121685 h 6858000"/>
              <a:gd name="connsiteX219" fmla="*/ 1770175 w 6572708"/>
              <a:gd name="connsiteY219" fmla="*/ 1112182 h 6858000"/>
              <a:gd name="connsiteX220" fmla="*/ 1769418 w 6572708"/>
              <a:gd name="connsiteY220" fmla="*/ 1109483 h 6858000"/>
              <a:gd name="connsiteX221" fmla="*/ 1766580 w 6572708"/>
              <a:gd name="connsiteY221" fmla="*/ 1094184 h 6858000"/>
              <a:gd name="connsiteX222" fmla="*/ 1797677 w 6572708"/>
              <a:gd name="connsiteY222" fmla="*/ 1065740 h 6858000"/>
              <a:gd name="connsiteX223" fmla="*/ 1805371 w 6572708"/>
              <a:gd name="connsiteY223" fmla="*/ 1027273 h 6858000"/>
              <a:gd name="connsiteX224" fmla="*/ 1882128 w 6572708"/>
              <a:gd name="connsiteY224" fmla="*/ 887059 h 6858000"/>
              <a:gd name="connsiteX225" fmla="*/ 1863801 w 6572708"/>
              <a:gd name="connsiteY225" fmla="*/ 861887 h 6858000"/>
              <a:gd name="connsiteX226" fmla="*/ 1970558 w 6572708"/>
              <a:gd name="connsiteY226" fmla="*/ 721635 h 6858000"/>
              <a:gd name="connsiteX227" fmla="*/ 1974257 w 6572708"/>
              <a:gd name="connsiteY227" fmla="*/ 713733 h 6858000"/>
              <a:gd name="connsiteX228" fmla="*/ 1971701 w 6572708"/>
              <a:gd name="connsiteY228" fmla="*/ 704563 h 6858000"/>
              <a:gd name="connsiteX229" fmla="*/ 1966819 w 6572708"/>
              <a:gd name="connsiteY229" fmla="*/ 628924 h 6858000"/>
              <a:gd name="connsiteX230" fmla="*/ 1956004 w 6572708"/>
              <a:gd name="connsiteY230" fmla="*/ 621102 h 6858000"/>
              <a:gd name="connsiteX231" fmla="*/ 1948613 w 6572708"/>
              <a:gd name="connsiteY231" fmla="*/ 609156 h 6858000"/>
              <a:gd name="connsiteX232" fmla="*/ 1949145 w 6572708"/>
              <a:gd name="connsiteY232" fmla="*/ 606753 h 6858000"/>
              <a:gd name="connsiteX233" fmla="*/ 1944819 w 6572708"/>
              <a:gd name="connsiteY233" fmla="*/ 590072 h 6858000"/>
              <a:gd name="connsiteX234" fmla="*/ 1941001 w 6572708"/>
              <a:gd name="connsiteY234" fmla="*/ 588296 h 6858000"/>
              <a:gd name="connsiteX235" fmla="*/ 1937134 w 6572708"/>
              <a:gd name="connsiteY235" fmla="*/ 577443 h 6858000"/>
              <a:gd name="connsiteX236" fmla="*/ 1927092 w 6572708"/>
              <a:gd name="connsiteY236" fmla="*/ 557642 h 6858000"/>
              <a:gd name="connsiteX237" fmla="*/ 1927484 w 6572708"/>
              <a:gd name="connsiteY237" fmla="*/ 552451 h 6858000"/>
              <a:gd name="connsiteX238" fmla="*/ 1915874 w 6572708"/>
              <a:gd name="connsiteY238" fmla="*/ 520271 h 6858000"/>
              <a:gd name="connsiteX239" fmla="*/ 1916793 w 6572708"/>
              <a:gd name="connsiteY239" fmla="*/ 519123 h 6858000"/>
              <a:gd name="connsiteX240" fmla="*/ 1918236 w 6572708"/>
              <a:gd name="connsiteY240" fmla="*/ 506970 h 6858000"/>
              <a:gd name="connsiteX241" fmla="*/ 1918529 w 6572708"/>
              <a:gd name="connsiteY241" fmla="*/ 485354 h 6858000"/>
              <a:gd name="connsiteX242" fmla="*/ 1932556 w 6572708"/>
              <a:gd name="connsiteY242" fmla="*/ 426779 h 6858000"/>
              <a:gd name="connsiteX243" fmla="*/ 1920572 w 6572708"/>
              <a:gd name="connsiteY243" fmla="*/ 393150 h 6858000"/>
              <a:gd name="connsiteX244" fmla="*/ 1918744 w 6572708"/>
              <a:gd name="connsiteY244" fmla="*/ 385981 h 6858000"/>
              <a:gd name="connsiteX245" fmla="*/ 1918949 w 6572708"/>
              <a:gd name="connsiteY245" fmla="*/ 385674 h 6858000"/>
              <a:gd name="connsiteX246" fmla="*/ 1917499 w 6572708"/>
              <a:gd name="connsiteY246" fmla="*/ 377782 h 6858000"/>
              <a:gd name="connsiteX247" fmla="*/ 1915412 w 6572708"/>
              <a:gd name="connsiteY247" fmla="*/ 372914 h 6858000"/>
              <a:gd name="connsiteX248" fmla="*/ 1911865 w 6572708"/>
              <a:gd name="connsiteY248" fmla="*/ 359009 h 6858000"/>
              <a:gd name="connsiteX249" fmla="*/ 1912244 w 6572708"/>
              <a:gd name="connsiteY249" fmla="*/ 353121 h 6858000"/>
              <a:gd name="connsiteX250" fmla="*/ 1933610 w 6572708"/>
              <a:gd name="connsiteY250" fmla="*/ 297387 h 6858000"/>
              <a:gd name="connsiteX251" fmla="*/ 1939454 w 6572708"/>
              <a:gd name="connsiteY251" fmla="*/ 194719 h 6858000"/>
              <a:gd name="connsiteX252" fmla="*/ 1942001 w 6572708"/>
              <a:gd name="connsiteY252" fmla="*/ 93227 h 6858000"/>
              <a:gd name="connsiteX253" fmla="*/ 1941351 w 6572708"/>
              <a:gd name="connsiteY253" fmla="*/ 56555 h 6858000"/>
              <a:gd name="connsiteX254" fmla="*/ 1950955 w 6572708"/>
              <a:gd name="connsiteY254" fmla="*/ 5312 h 6858000"/>
              <a:gd name="connsiteX255" fmla="*/ 1949546 w 6572708"/>
              <a:gd name="connsiteY255"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4727719 w 6572708"/>
              <a:gd name="connsiteY8" fmla="*/ 6858000 h 6858000"/>
              <a:gd name="connsiteX9" fmla="*/ 3831783 w 6572708"/>
              <a:gd name="connsiteY9" fmla="*/ 6858000 h 6858000"/>
              <a:gd name="connsiteX10" fmla="*/ 1368280 w 6572708"/>
              <a:gd name="connsiteY10" fmla="*/ 6858000 h 6858000"/>
              <a:gd name="connsiteX11" fmla="*/ 0 w 6572708"/>
              <a:gd name="connsiteY11" fmla="*/ 6858000 h 6858000"/>
              <a:gd name="connsiteX12" fmla="*/ 9990 w 6572708"/>
              <a:gd name="connsiteY12" fmla="*/ 6815347 h 6858000"/>
              <a:gd name="connsiteX13" fmla="*/ 11375 w 6572708"/>
              <a:gd name="connsiteY13" fmla="*/ 6764639 h 6858000"/>
              <a:gd name="connsiteX14" fmla="*/ 37994 w 6572708"/>
              <a:gd name="connsiteY14" fmla="*/ 6747193 h 6858000"/>
              <a:gd name="connsiteX15" fmla="*/ 60759 w 6572708"/>
              <a:gd name="connsiteY15" fmla="*/ 6667761 h 6858000"/>
              <a:gd name="connsiteX16" fmla="*/ 44882 w 6572708"/>
              <a:gd name="connsiteY16" fmla="*/ 6635203 h 6858000"/>
              <a:gd name="connsiteX17" fmla="*/ 38884 w 6572708"/>
              <a:gd name="connsiteY17" fmla="*/ 6601215 h 6858000"/>
              <a:gd name="connsiteX18" fmla="*/ 24537 w 6572708"/>
              <a:gd name="connsiteY18" fmla="*/ 6599857 h 6858000"/>
              <a:gd name="connsiteX19" fmla="*/ 30487 w 6572708"/>
              <a:gd name="connsiteY19" fmla="*/ 6582849 h 6858000"/>
              <a:gd name="connsiteX20" fmla="*/ 30797 w 6572708"/>
              <a:gd name="connsiteY20" fmla="*/ 6536021 h 6858000"/>
              <a:gd name="connsiteX21" fmla="*/ 10629 w 6572708"/>
              <a:gd name="connsiteY21" fmla="*/ 6483343 h 6858000"/>
              <a:gd name="connsiteX22" fmla="*/ 16211 w 6572708"/>
              <a:gd name="connsiteY22" fmla="*/ 6402087 h 6858000"/>
              <a:gd name="connsiteX23" fmla="*/ 25932 w 6572708"/>
              <a:gd name="connsiteY23" fmla="*/ 6321765 h 6858000"/>
              <a:gd name="connsiteX24" fmla="*/ 31488 w 6572708"/>
              <a:gd name="connsiteY24" fmla="*/ 6292746 h 6858000"/>
              <a:gd name="connsiteX25" fmla="*/ 32413 w 6572708"/>
              <a:gd name="connsiteY25" fmla="*/ 6240744 h 6858000"/>
              <a:gd name="connsiteX26" fmla="*/ 34430 w 6572708"/>
              <a:gd name="connsiteY26" fmla="*/ 6206738 h 6858000"/>
              <a:gd name="connsiteX27" fmla="*/ 55689 w 6572708"/>
              <a:gd name="connsiteY27" fmla="*/ 6203389 h 6858000"/>
              <a:gd name="connsiteX28" fmla="*/ 63475 w 6572708"/>
              <a:gd name="connsiteY28" fmla="*/ 6172740 h 6858000"/>
              <a:gd name="connsiteX29" fmla="*/ 50070 w 6572708"/>
              <a:gd name="connsiteY29" fmla="*/ 6141398 h 6858000"/>
              <a:gd name="connsiteX30" fmla="*/ 52252 w 6572708"/>
              <a:gd name="connsiteY30" fmla="*/ 6103364 h 6858000"/>
              <a:gd name="connsiteX31" fmla="*/ 53329 w 6572708"/>
              <a:gd name="connsiteY31" fmla="*/ 6080619 h 6858000"/>
              <a:gd name="connsiteX32" fmla="*/ 73573 w 6572708"/>
              <a:gd name="connsiteY32" fmla="*/ 6019868 h 6858000"/>
              <a:gd name="connsiteX33" fmla="*/ 149610 w 6572708"/>
              <a:gd name="connsiteY33" fmla="*/ 5918672 h 6858000"/>
              <a:gd name="connsiteX34" fmla="*/ 160505 w 6572708"/>
              <a:gd name="connsiteY34" fmla="*/ 5887690 h 6858000"/>
              <a:gd name="connsiteX35" fmla="*/ 156200 w 6572708"/>
              <a:gd name="connsiteY35" fmla="*/ 5882649 h 6858000"/>
              <a:gd name="connsiteX36" fmla="*/ 194213 w 6572708"/>
              <a:gd name="connsiteY36" fmla="*/ 5841953 h 6858000"/>
              <a:gd name="connsiteX37" fmla="*/ 203216 w 6572708"/>
              <a:gd name="connsiteY37" fmla="*/ 5777927 h 6858000"/>
              <a:gd name="connsiteX38" fmla="*/ 202536 w 6572708"/>
              <a:gd name="connsiteY38" fmla="*/ 5728879 h 6858000"/>
              <a:gd name="connsiteX39" fmla="*/ 205380 w 6572708"/>
              <a:gd name="connsiteY39" fmla="*/ 5701696 h 6858000"/>
              <a:gd name="connsiteX40" fmla="*/ 203870 w 6572708"/>
              <a:gd name="connsiteY40" fmla="*/ 5681563 h 6858000"/>
              <a:gd name="connsiteX41" fmla="*/ 219294 w 6572708"/>
              <a:gd name="connsiteY41" fmla="*/ 5632219 h 6858000"/>
              <a:gd name="connsiteX42" fmla="*/ 252910 w 6572708"/>
              <a:gd name="connsiteY42" fmla="*/ 5551224 h 6858000"/>
              <a:gd name="connsiteX43" fmla="*/ 258253 w 6572708"/>
              <a:gd name="connsiteY43" fmla="*/ 5533854 h 6858000"/>
              <a:gd name="connsiteX44" fmla="*/ 255640 w 6572708"/>
              <a:gd name="connsiteY44" fmla="*/ 5518422 h 6858000"/>
              <a:gd name="connsiteX45" fmla="*/ 248756 w 6572708"/>
              <a:gd name="connsiteY45" fmla="*/ 5514403 h 6858000"/>
              <a:gd name="connsiteX46" fmla="*/ 250538 w 6572708"/>
              <a:gd name="connsiteY46" fmla="*/ 5504771 h 6858000"/>
              <a:gd name="connsiteX47" fmla="*/ 249507 w 6572708"/>
              <a:gd name="connsiteY47" fmla="*/ 5502102 h 6858000"/>
              <a:gd name="connsiteX48" fmla="*/ 245101 w 6572708"/>
              <a:gd name="connsiteY48" fmla="*/ 5486913 h 6858000"/>
              <a:gd name="connsiteX49" fmla="*/ 273088 w 6572708"/>
              <a:gd name="connsiteY49" fmla="*/ 5457083 h 6858000"/>
              <a:gd name="connsiteX50" fmla="*/ 276759 w 6572708"/>
              <a:gd name="connsiteY50" fmla="*/ 5418245 h 6858000"/>
              <a:gd name="connsiteX51" fmla="*/ 314712 w 6572708"/>
              <a:gd name="connsiteY51" fmla="*/ 5305770 h 6858000"/>
              <a:gd name="connsiteX52" fmla="*/ 320056 w 6572708"/>
              <a:gd name="connsiteY52" fmla="*/ 5298784 h 6858000"/>
              <a:gd name="connsiteX53" fmla="*/ 320763 w 6572708"/>
              <a:gd name="connsiteY53" fmla="*/ 5282149 h 6858000"/>
              <a:gd name="connsiteX54" fmla="*/ 325879 w 6572708"/>
              <a:gd name="connsiteY54" fmla="*/ 5270957 h 6858000"/>
              <a:gd name="connsiteX55" fmla="*/ 318913 w 6572708"/>
              <a:gd name="connsiteY55" fmla="*/ 5268991 h 6858000"/>
              <a:gd name="connsiteX56" fmla="*/ 317758 w 6572708"/>
              <a:gd name="connsiteY56" fmla="*/ 5250149 h 6858000"/>
              <a:gd name="connsiteX57" fmla="*/ 317275 w 6572708"/>
              <a:gd name="connsiteY57" fmla="*/ 5230130 h 6858000"/>
              <a:gd name="connsiteX58" fmla="*/ 329641 w 6572708"/>
              <a:gd name="connsiteY58" fmla="*/ 5216534 h 6858000"/>
              <a:gd name="connsiteX59" fmla="*/ 329088 w 6572708"/>
              <a:gd name="connsiteY59" fmla="*/ 5211732 h 6858000"/>
              <a:gd name="connsiteX60" fmla="*/ 291324 w 6572708"/>
              <a:gd name="connsiteY60" fmla="*/ 5147635 h 6858000"/>
              <a:gd name="connsiteX61" fmla="*/ 299864 w 6572708"/>
              <a:gd name="connsiteY61" fmla="*/ 5063838 h 6858000"/>
              <a:gd name="connsiteX62" fmla="*/ 323140 w 6572708"/>
              <a:gd name="connsiteY62" fmla="*/ 5036513 h 6858000"/>
              <a:gd name="connsiteX63" fmla="*/ 323855 w 6572708"/>
              <a:gd name="connsiteY63" fmla="*/ 4827737 h 6858000"/>
              <a:gd name="connsiteX64" fmla="*/ 333687 w 6572708"/>
              <a:gd name="connsiteY64" fmla="*/ 4774692 h 6858000"/>
              <a:gd name="connsiteX65" fmla="*/ 322637 w 6572708"/>
              <a:gd name="connsiteY65" fmla="*/ 4727427 h 6858000"/>
              <a:gd name="connsiteX66" fmla="*/ 330798 w 6572708"/>
              <a:gd name="connsiteY66" fmla="*/ 4708193 h 6858000"/>
              <a:gd name="connsiteX67" fmla="*/ 332420 w 6572708"/>
              <a:gd name="connsiteY67" fmla="*/ 4704882 h 6858000"/>
              <a:gd name="connsiteX68" fmla="*/ 334216 w 6572708"/>
              <a:gd name="connsiteY68" fmla="*/ 4691500 h 6858000"/>
              <a:gd name="connsiteX69" fmla="*/ 340601 w 6572708"/>
              <a:gd name="connsiteY69" fmla="*/ 4687895 h 6858000"/>
              <a:gd name="connsiteX70" fmla="*/ 347516 w 6572708"/>
              <a:gd name="connsiteY70" fmla="*/ 4667873 h 6858000"/>
              <a:gd name="connsiteX71" fmla="*/ 349175 w 6572708"/>
              <a:gd name="connsiteY71" fmla="*/ 4643189 h 6858000"/>
              <a:gd name="connsiteX72" fmla="*/ 350492 w 6572708"/>
              <a:gd name="connsiteY72" fmla="*/ 4525833 h 6858000"/>
              <a:gd name="connsiteX73" fmla="*/ 355031 w 6572708"/>
              <a:gd name="connsiteY73" fmla="*/ 4455649 h 6858000"/>
              <a:gd name="connsiteX74" fmla="*/ 362651 w 6572708"/>
              <a:gd name="connsiteY74" fmla="*/ 4429036 h 6858000"/>
              <a:gd name="connsiteX75" fmla="*/ 369327 w 6572708"/>
              <a:gd name="connsiteY75" fmla="*/ 4391840 h 6858000"/>
              <a:gd name="connsiteX76" fmla="*/ 371272 w 6572708"/>
              <a:gd name="connsiteY76" fmla="*/ 4358845 h 6858000"/>
              <a:gd name="connsiteX77" fmla="*/ 382342 w 6572708"/>
              <a:gd name="connsiteY77" fmla="*/ 4333764 h 6858000"/>
              <a:gd name="connsiteX78" fmla="*/ 381365 w 6572708"/>
              <a:gd name="connsiteY78" fmla="*/ 4331730 h 6858000"/>
              <a:gd name="connsiteX79" fmla="*/ 364244 w 6572708"/>
              <a:gd name="connsiteY79" fmla="*/ 4309700 h 6858000"/>
              <a:gd name="connsiteX80" fmla="*/ 363377 w 6572708"/>
              <a:gd name="connsiteY80" fmla="*/ 4285388 h 6858000"/>
              <a:gd name="connsiteX81" fmla="*/ 356642 w 6572708"/>
              <a:gd name="connsiteY81" fmla="*/ 4271714 h 6858000"/>
              <a:gd name="connsiteX82" fmla="*/ 357697 w 6572708"/>
              <a:gd name="connsiteY82" fmla="*/ 4266169 h 6858000"/>
              <a:gd name="connsiteX83" fmla="*/ 356998 w 6572708"/>
              <a:gd name="connsiteY83" fmla="*/ 4247672 h 6858000"/>
              <a:gd name="connsiteX84" fmla="*/ 357549 w 6572708"/>
              <a:gd name="connsiteY84" fmla="*/ 4237120 h 6858000"/>
              <a:gd name="connsiteX85" fmla="*/ 358116 w 6572708"/>
              <a:gd name="connsiteY85" fmla="*/ 4232936 h 6858000"/>
              <a:gd name="connsiteX86" fmla="*/ 366243 w 6572708"/>
              <a:gd name="connsiteY86" fmla="*/ 4224051 h 6858000"/>
              <a:gd name="connsiteX87" fmla="*/ 363841 w 6572708"/>
              <a:gd name="connsiteY87" fmla="*/ 4211782 h 6858000"/>
              <a:gd name="connsiteX88" fmla="*/ 372159 w 6572708"/>
              <a:gd name="connsiteY88" fmla="*/ 4198810 h 6858000"/>
              <a:gd name="connsiteX89" fmla="*/ 366211 w 6572708"/>
              <a:gd name="connsiteY89" fmla="*/ 4195262 h 6858000"/>
              <a:gd name="connsiteX90" fmla="*/ 360561 w 6572708"/>
              <a:gd name="connsiteY90" fmla="*/ 4184054 h 6858000"/>
              <a:gd name="connsiteX91" fmla="*/ 368375 w 6572708"/>
              <a:gd name="connsiteY91" fmla="*/ 4175099 h 6858000"/>
              <a:gd name="connsiteX92" fmla="*/ 373972 w 6572708"/>
              <a:gd name="connsiteY92" fmla="*/ 4155792 h 6858000"/>
              <a:gd name="connsiteX93" fmla="*/ 373150 w 6572708"/>
              <a:gd name="connsiteY93" fmla="*/ 4150364 h 6858000"/>
              <a:gd name="connsiteX94" fmla="*/ 383773 w 6572708"/>
              <a:gd name="connsiteY94" fmla="*/ 4132084 h 6858000"/>
              <a:gd name="connsiteX95" fmla="*/ 389140 w 6572708"/>
              <a:gd name="connsiteY95" fmla="*/ 4115873 h 6858000"/>
              <a:gd name="connsiteX96" fmla="*/ 378846 w 6572708"/>
              <a:gd name="connsiteY96" fmla="*/ 4082551 h 6858000"/>
              <a:gd name="connsiteX97" fmla="*/ 368001 w 6572708"/>
              <a:gd name="connsiteY97" fmla="*/ 3968090 h 6858000"/>
              <a:gd name="connsiteX98" fmla="*/ 372661 w 6572708"/>
              <a:gd name="connsiteY98" fmla="*/ 3881355 h 6858000"/>
              <a:gd name="connsiteX99" fmla="*/ 379210 w 6572708"/>
              <a:gd name="connsiteY99" fmla="*/ 3850569 h 6858000"/>
              <a:gd name="connsiteX100" fmla="*/ 389880 w 6572708"/>
              <a:gd name="connsiteY100" fmla="*/ 3798988 h 6858000"/>
              <a:gd name="connsiteX101" fmla="*/ 409909 w 6572708"/>
              <a:gd name="connsiteY101" fmla="*/ 3760424 h 6858000"/>
              <a:gd name="connsiteX102" fmla="*/ 414051 w 6572708"/>
              <a:gd name="connsiteY102" fmla="*/ 3717298 h 6858000"/>
              <a:gd name="connsiteX103" fmla="*/ 399424 w 6572708"/>
              <a:gd name="connsiteY103" fmla="*/ 3707291 h 6858000"/>
              <a:gd name="connsiteX104" fmla="*/ 394460 w 6572708"/>
              <a:gd name="connsiteY104" fmla="*/ 3673415 h 6858000"/>
              <a:gd name="connsiteX105" fmla="*/ 408918 w 6572708"/>
              <a:gd name="connsiteY105" fmla="*/ 3661155 h 6858000"/>
              <a:gd name="connsiteX106" fmla="*/ 425028 w 6572708"/>
              <a:gd name="connsiteY106" fmla="*/ 3591166 h 6858000"/>
              <a:gd name="connsiteX107" fmla="*/ 430292 w 6572708"/>
              <a:gd name="connsiteY107" fmla="*/ 3550801 h 6858000"/>
              <a:gd name="connsiteX108" fmla="*/ 437149 w 6572708"/>
              <a:gd name="connsiteY108" fmla="*/ 3497399 h 6858000"/>
              <a:gd name="connsiteX109" fmla="*/ 442017 w 6572708"/>
              <a:gd name="connsiteY109" fmla="*/ 3474143 h 6858000"/>
              <a:gd name="connsiteX110" fmla="*/ 437175 w 6572708"/>
              <a:gd name="connsiteY110" fmla="*/ 3463057 h 6858000"/>
              <a:gd name="connsiteX111" fmla="*/ 438483 w 6572708"/>
              <a:gd name="connsiteY111" fmla="*/ 3457563 h 6858000"/>
              <a:gd name="connsiteX112" fmla="*/ 438642 w 6572708"/>
              <a:gd name="connsiteY112" fmla="*/ 3439053 h 6858000"/>
              <a:gd name="connsiteX113" fmla="*/ 439678 w 6572708"/>
              <a:gd name="connsiteY113" fmla="*/ 3428537 h 6858000"/>
              <a:gd name="connsiteX114" fmla="*/ 440437 w 6572708"/>
              <a:gd name="connsiteY114" fmla="*/ 3424381 h 6858000"/>
              <a:gd name="connsiteX115" fmla="*/ 448781 w 6572708"/>
              <a:gd name="connsiteY115" fmla="*/ 3416042 h 6858000"/>
              <a:gd name="connsiteX116" fmla="*/ 448765 w 6572708"/>
              <a:gd name="connsiteY116" fmla="*/ 3414504 h 6858000"/>
              <a:gd name="connsiteX117" fmla="*/ 447134 w 6572708"/>
              <a:gd name="connsiteY117" fmla="*/ 3403498 h 6858000"/>
              <a:gd name="connsiteX118" fmla="*/ 452387 w 6572708"/>
              <a:gd name="connsiteY118" fmla="*/ 3396070 h 6858000"/>
              <a:gd name="connsiteX119" fmla="*/ 453996 w 6572708"/>
              <a:gd name="connsiteY119" fmla="*/ 3389553 h 6858000"/>
              <a:gd name="connsiteX120" fmla="*/ 450265 w 6572708"/>
              <a:gd name="connsiteY120" fmla="*/ 3387098 h 6858000"/>
              <a:gd name="connsiteX121" fmla="*/ 445137 w 6572708"/>
              <a:gd name="connsiteY121" fmla="*/ 3375655 h 6858000"/>
              <a:gd name="connsiteX122" fmla="*/ 453359 w 6572708"/>
              <a:gd name="connsiteY122" fmla="*/ 3367050 h 6858000"/>
              <a:gd name="connsiteX123" fmla="*/ 459842 w 6572708"/>
              <a:gd name="connsiteY123" fmla="*/ 3348005 h 6858000"/>
              <a:gd name="connsiteX124" fmla="*/ 459268 w 6572708"/>
              <a:gd name="connsiteY124" fmla="*/ 3342546 h 6858000"/>
              <a:gd name="connsiteX125" fmla="*/ 470590 w 6572708"/>
              <a:gd name="connsiteY125" fmla="*/ 3324958 h 6858000"/>
              <a:gd name="connsiteX126" fmla="*/ 468579 w 6572708"/>
              <a:gd name="connsiteY126" fmla="*/ 3306990 h 6858000"/>
              <a:gd name="connsiteX127" fmla="*/ 480123 w 6572708"/>
              <a:gd name="connsiteY127" fmla="*/ 3295094 h 6858000"/>
              <a:gd name="connsiteX128" fmla="*/ 482298 w 6572708"/>
              <a:gd name="connsiteY128" fmla="*/ 3293541 h 6858000"/>
              <a:gd name="connsiteX129" fmla="*/ 489102 w 6572708"/>
              <a:gd name="connsiteY129" fmla="*/ 3262198 h 6858000"/>
              <a:gd name="connsiteX130" fmla="*/ 497561 w 6572708"/>
              <a:gd name="connsiteY130" fmla="*/ 3253284 h 6858000"/>
              <a:gd name="connsiteX131" fmla="*/ 522157 w 6572708"/>
              <a:gd name="connsiteY131" fmla="*/ 3192563 h 6858000"/>
              <a:gd name="connsiteX132" fmla="*/ 529302 w 6572708"/>
              <a:gd name="connsiteY132" fmla="*/ 3175520 h 6858000"/>
              <a:gd name="connsiteX133" fmla="*/ 528284 w 6572708"/>
              <a:gd name="connsiteY133" fmla="*/ 3160058 h 6858000"/>
              <a:gd name="connsiteX134" fmla="*/ 521806 w 6572708"/>
              <a:gd name="connsiteY134" fmla="*/ 3155764 h 6858000"/>
              <a:gd name="connsiteX135" fmla="*/ 524589 w 6572708"/>
              <a:gd name="connsiteY135" fmla="*/ 3146261 h 6858000"/>
              <a:gd name="connsiteX136" fmla="*/ 523832 w 6572708"/>
              <a:gd name="connsiteY136" fmla="*/ 3143561 h 6858000"/>
              <a:gd name="connsiteX137" fmla="*/ 520994 w 6572708"/>
              <a:gd name="connsiteY137" fmla="*/ 3128263 h 6858000"/>
              <a:gd name="connsiteX138" fmla="*/ 552091 w 6572708"/>
              <a:gd name="connsiteY138" fmla="*/ 3099818 h 6858000"/>
              <a:gd name="connsiteX139" fmla="*/ 559786 w 6572708"/>
              <a:gd name="connsiteY139" fmla="*/ 3061351 h 6858000"/>
              <a:gd name="connsiteX140" fmla="*/ 636543 w 6572708"/>
              <a:gd name="connsiteY140" fmla="*/ 2921137 h 6858000"/>
              <a:gd name="connsiteX141" fmla="*/ 618216 w 6572708"/>
              <a:gd name="connsiteY141" fmla="*/ 2895965 h 6858000"/>
              <a:gd name="connsiteX142" fmla="*/ 724973 w 6572708"/>
              <a:gd name="connsiteY142" fmla="*/ 2755713 h 6858000"/>
              <a:gd name="connsiteX143" fmla="*/ 765538 w 6572708"/>
              <a:gd name="connsiteY143" fmla="*/ 2648081 h 6858000"/>
              <a:gd name="connsiteX144" fmla="*/ 780267 w 6572708"/>
              <a:gd name="connsiteY144" fmla="*/ 2641879 h 6858000"/>
              <a:gd name="connsiteX145" fmla="*/ 790836 w 6572708"/>
              <a:gd name="connsiteY145" fmla="*/ 2632919 h 6858000"/>
              <a:gd name="connsiteX146" fmla="*/ 790328 w 6572708"/>
              <a:gd name="connsiteY146" fmla="*/ 2631229 h 6858000"/>
              <a:gd name="connsiteX147" fmla="*/ 797257 w 6572708"/>
              <a:gd name="connsiteY147" fmla="*/ 2619054 h 6858000"/>
              <a:gd name="connsiteX148" fmla="*/ 802383 w 6572708"/>
              <a:gd name="connsiteY148" fmla="*/ 2617568 h 6858000"/>
              <a:gd name="connsiteX149" fmla="*/ 808267 w 6572708"/>
              <a:gd name="connsiteY149" fmla="*/ 2609586 h 6858000"/>
              <a:gd name="connsiteX150" fmla="*/ 822908 w 6572708"/>
              <a:gd name="connsiteY150" fmla="*/ 2594856 h 6858000"/>
              <a:gd name="connsiteX151" fmla="*/ 822791 w 6572708"/>
              <a:gd name="connsiteY151" fmla="*/ 2591164 h 6858000"/>
              <a:gd name="connsiteX152" fmla="*/ 840423 w 6572708"/>
              <a:gd name="connsiteY152" fmla="*/ 2567492 h 6858000"/>
              <a:gd name="connsiteX153" fmla="*/ 839313 w 6572708"/>
              <a:gd name="connsiteY153" fmla="*/ 2566722 h 6858000"/>
              <a:gd name="connsiteX154" fmla="*/ 838361 w 6572708"/>
              <a:gd name="connsiteY154" fmla="*/ 2558109 h 6858000"/>
              <a:gd name="connsiteX155" fmla="*/ 839637 w 6572708"/>
              <a:gd name="connsiteY155" fmla="*/ 2542662 h 6858000"/>
              <a:gd name="connsiteX156" fmla="*/ 825800 w 6572708"/>
              <a:gd name="connsiteY156" fmla="*/ 2501548 h 6858000"/>
              <a:gd name="connsiteX157" fmla="*/ 844035 w 6572708"/>
              <a:gd name="connsiteY157" fmla="*/ 2476819 h 6858000"/>
              <a:gd name="connsiteX158" fmla="*/ 846972 w 6572708"/>
              <a:gd name="connsiteY158" fmla="*/ 2471590 h 6858000"/>
              <a:gd name="connsiteX159" fmla="*/ 846730 w 6572708"/>
              <a:gd name="connsiteY159" fmla="*/ 2471378 h 6858000"/>
              <a:gd name="connsiteX160" fmla="*/ 849228 w 6572708"/>
              <a:gd name="connsiteY160" fmla="*/ 2465654 h 6858000"/>
              <a:gd name="connsiteX161" fmla="*/ 852330 w 6572708"/>
              <a:gd name="connsiteY161" fmla="*/ 2462052 h 6858000"/>
              <a:gd name="connsiteX162" fmla="*/ 858029 w 6572708"/>
              <a:gd name="connsiteY162" fmla="*/ 2451906 h 6858000"/>
              <a:gd name="connsiteX163" fmla="*/ 857986 w 6572708"/>
              <a:gd name="connsiteY163" fmla="*/ 2447716 h 6858000"/>
              <a:gd name="connsiteX164" fmla="*/ 855075 w 6572708"/>
              <a:gd name="connsiteY164" fmla="*/ 2445047 h 6858000"/>
              <a:gd name="connsiteX165" fmla="*/ 856006 w 6572708"/>
              <a:gd name="connsiteY165" fmla="*/ 2444265 h 6858000"/>
              <a:gd name="connsiteX166" fmla="*/ 856444 w 6572708"/>
              <a:gd name="connsiteY166" fmla="*/ 2421759 h 6858000"/>
              <a:gd name="connsiteX167" fmla="*/ 868981 w 6572708"/>
              <a:gd name="connsiteY167" fmla="*/ 2375200 h 6858000"/>
              <a:gd name="connsiteX168" fmla="*/ 880811 w 6572708"/>
              <a:gd name="connsiteY168" fmla="*/ 2350147 h 6858000"/>
              <a:gd name="connsiteX169" fmla="*/ 908124 w 6572708"/>
              <a:gd name="connsiteY169" fmla="*/ 2279761 h 6858000"/>
              <a:gd name="connsiteX170" fmla="*/ 931678 w 6572708"/>
              <a:gd name="connsiteY170" fmla="*/ 2207772 h 6858000"/>
              <a:gd name="connsiteX171" fmla="*/ 921761 w 6572708"/>
              <a:gd name="connsiteY171" fmla="*/ 2164302 h 6858000"/>
              <a:gd name="connsiteX172" fmla="*/ 923058 w 6572708"/>
              <a:gd name="connsiteY172" fmla="*/ 2160162 h 6858000"/>
              <a:gd name="connsiteX173" fmla="*/ 931663 w 6572708"/>
              <a:gd name="connsiteY173" fmla="*/ 2151458 h 6858000"/>
              <a:gd name="connsiteX174" fmla="*/ 935730 w 6572708"/>
              <a:gd name="connsiteY174" fmla="*/ 2148616 h 6858000"/>
              <a:gd name="connsiteX175" fmla="*/ 939910 w 6572708"/>
              <a:gd name="connsiteY175" fmla="*/ 2143540 h 6858000"/>
              <a:gd name="connsiteX176" fmla="*/ 939746 w 6572708"/>
              <a:gd name="connsiteY176" fmla="*/ 2143278 h 6858000"/>
              <a:gd name="connsiteX177" fmla="*/ 944182 w 6572708"/>
              <a:gd name="connsiteY177" fmla="*/ 2138791 h 6858000"/>
              <a:gd name="connsiteX178" fmla="*/ 969240 w 6572708"/>
              <a:gd name="connsiteY178" fmla="*/ 2118565 h 6858000"/>
              <a:gd name="connsiteX179" fmla="*/ 969333 w 6572708"/>
              <a:gd name="connsiteY179" fmla="*/ 2074914 h 6858000"/>
              <a:gd name="connsiteX180" fmla="*/ 975462 w 6572708"/>
              <a:gd name="connsiteY180" fmla="*/ 2059981 h 6858000"/>
              <a:gd name="connsiteX181" fmla="*/ 977313 w 6572708"/>
              <a:gd name="connsiteY181" fmla="*/ 2051279 h 6858000"/>
              <a:gd name="connsiteX182" fmla="*/ 976512 w 6572708"/>
              <a:gd name="connsiteY182" fmla="*/ 2050269 h 6858000"/>
              <a:gd name="connsiteX183" fmla="*/ 1000665 w 6572708"/>
              <a:gd name="connsiteY183" fmla="*/ 2030946 h 6858000"/>
              <a:gd name="connsiteX184" fmla="*/ 1001735 w 6572708"/>
              <a:gd name="connsiteY184" fmla="*/ 2027284 h 6858000"/>
              <a:gd name="connsiteX185" fmla="*/ 1020214 w 6572708"/>
              <a:gd name="connsiteY185" fmla="*/ 2016095 h 6858000"/>
              <a:gd name="connsiteX186" fmla="*/ 1028302 w 6572708"/>
              <a:gd name="connsiteY186" fmla="*/ 2009567 h 6858000"/>
              <a:gd name="connsiteX187" fmla="*/ 1033598 w 6572708"/>
              <a:gd name="connsiteY187" fmla="*/ 2009267 h 6858000"/>
              <a:gd name="connsiteX188" fmla="*/ 1044008 w 6572708"/>
              <a:gd name="connsiteY188" fmla="*/ 1998844 h 6858000"/>
              <a:gd name="connsiteX189" fmla="*/ 1044069 w 6572708"/>
              <a:gd name="connsiteY189" fmla="*/ 1997063 h 6858000"/>
              <a:gd name="connsiteX190" fmla="*/ 1056878 w 6572708"/>
              <a:gd name="connsiteY190" fmla="*/ 1990634 h 6858000"/>
              <a:gd name="connsiteX191" fmla="*/ 1072722 w 6572708"/>
              <a:gd name="connsiteY191" fmla="*/ 1987868 h 6858000"/>
              <a:gd name="connsiteX192" fmla="*/ 1145252 w 6572708"/>
              <a:gd name="connsiteY192" fmla="*/ 1891028 h 6858000"/>
              <a:gd name="connsiteX193" fmla="*/ 1290501 w 6572708"/>
              <a:gd name="connsiteY193" fmla="*/ 1777081 h 6858000"/>
              <a:gd name="connsiteX194" fmla="*/ 1281278 w 6572708"/>
              <a:gd name="connsiteY194" fmla="*/ 1748115 h 6858000"/>
              <a:gd name="connsiteX195" fmla="*/ 1398273 w 6572708"/>
              <a:gd name="connsiteY195" fmla="*/ 1627389 h 6858000"/>
              <a:gd name="connsiteX196" fmla="*/ 1417786 w 6572708"/>
              <a:gd name="connsiteY196" fmla="*/ 1591233 h 6858000"/>
              <a:gd name="connsiteX197" fmla="*/ 1456144 w 6572708"/>
              <a:gd name="connsiteY197" fmla="*/ 1570271 h 6858000"/>
              <a:gd name="connsiteX198" fmla="*/ 1458351 w 6572708"/>
              <a:gd name="connsiteY198" fmla="*/ 1554550 h 6858000"/>
              <a:gd name="connsiteX199" fmla="*/ 1458500 w 6572708"/>
              <a:gd name="connsiteY199" fmla="*/ 1551719 h 6858000"/>
              <a:gd name="connsiteX200" fmla="*/ 1464150 w 6572708"/>
              <a:gd name="connsiteY200" fmla="*/ 1542986 h 6858000"/>
              <a:gd name="connsiteX201" fmla="*/ 1459426 w 6572708"/>
              <a:gd name="connsiteY201" fmla="*/ 1537283 h 6858000"/>
              <a:gd name="connsiteX202" fmla="*/ 1463401 w 6572708"/>
              <a:gd name="connsiteY202" fmla="*/ 1521818 h 6858000"/>
              <a:gd name="connsiteX203" fmla="*/ 1475565 w 6572708"/>
              <a:gd name="connsiteY203" fmla="*/ 1506648 h 6858000"/>
              <a:gd name="connsiteX204" fmla="*/ 1540362 w 6572708"/>
              <a:gd name="connsiteY204" fmla="*/ 1438265 h 6858000"/>
              <a:gd name="connsiteX205" fmla="*/ 1575141 w 6572708"/>
              <a:gd name="connsiteY205" fmla="*/ 1395238 h 6858000"/>
              <a:gd name="connsiteX206" fmla="*/ 1582090 w 6572708"/>
              <a:gd name="connsiteY206" fmla="*/ 1375575 h 6858000"/>
              <a:gd name="connsiteX207" fmla="*/ 1596005 w 6572708"/>
              <a:gd name="connsiteY207" fmla="*/ 1350347 h 6858000"/>
              <a:gd name="connsiteX208" fmla="*/ 1615711 w 6572708"/>
              <a:gd name="connsiteY208" fmla="*/ 1303251 h 6858000"/>
              <a:gd name="connsiteX209" fmla="*/ 1650622 w 6572708"/>
              <a:gd name="connsiteY209" fmla="*/ 1244447 h 6858000"/>
              <a:gd name="connsiteX210" fmla="*/ 1702792 w 6572708"/>
              <a:gd name="connsiteY210" fmla="*/ 1215797 h 6858000"/>
              <a:gd name="connsiteX211" fmla="*/ 1700885 w 6572708"/>
              <a:gd name="connsiteY211" fmla="*/ 1209814 h 6858000"/>
              <a:gd name="connsiteX212" fmla="*/ 1723848 w 6572708"/>
              <a:gd name="connsiteY212" fmla="*/ 1183123 h 6858000"/>
              <a:gd name="connsiteX213" fmla="*/ 1759968 w 6572708"/>
              <a:gd name="connsiteY213" fmla="*/ 1166871 h 6858000"/>
              <a:gd name="connsiteX214" fmla="*/ 1767742 w 6572708"/>
              <a:gd name="connsiteY214" fmla="*/ 1158484 h 6858000"/>
              <a:gd name="connsiteX215" fmla="*/ 1774888 w 6572708"/>
              <a:gd name="connsiteY215" fmla="*/ 1141442 h 6858000"/>
              <a:gd name="connsiteX216" fmla="*/ 1773870 w 6572708"/>
              <a:gd name="connsiteY216" fmla="*/ 1125979 h 6858000"/>
              <a:gd name="connsiteX217" fmla="*/ 1767392 w 6572708"/>
              <a:gd name="connsiteY217" fmla="*/ 1121685 h 6858000"/>
              <a:gd name="connsiteX218" fmla="*/ 1770175 w 6572708"/>
              <a:gd name="connsiteY218" fmla="*/ 1112182 h 6858000"/>
              <a:gd name="connsiteX219" fmla="*/ 1769418 w 6572708"/>
              <a:gd name="connsiteY219" fmla="*/ 1109483 h 6858000"/>
              <a:gd name="connsiteX220" fmla="*/ 1766580 w 6572708"/>
              <a:gd name="connsiteY220" fmla="*/ 1094184 h 6858000"/>
              <a:gd name="connsiteX221" fmla="*/ 1797677 w 6572708"/>
              <a:gd name="connsiteY221" fmla="*/ 1065740 h 6858000"/>
              <a:gd name="connsiteX222" fmla="*/ 1805371 w 6572708"/>
              <a:gd name="connsiteY222" fmla="*/ 1027273 h 6858000"/>
              <a:gd name="connsiteX223" fmla="*/ 1882128 w 6572708"/>
              <a:gd name="connsiteY223" fmla="*/ 887059 h 6858000"/>
              <a:gd name="connsiteX224" fmla="*/ 1863801 w 6572708"/>
              <a:gd name="connsiteY224" fmla="*/ 861887 h 6858000"/>
              <a:gd name="connsiteX225" fmla="*/ 1970558 w 6572708"/>
              <a:gd name="connsiteY225" fmla="*/ 721635 h 6858000"/>
              <a:gd name="connsiteX226" fmla="*/ 1974257 w 6572708"/>
              <a:gd name="connsiteY226" fmla="*/ 713733 h 6858000"/>
              <a:gd name="connsiteX227" fmla="*/ 1971701 w 6572708"/>
              <a:gd name="connsiteY227" fmla="*/ 704563 h 6858000"/>
              <a:gd name="connsiteX228" fmla="*/ 1966819 w 6572708"/>
              <a:gd name="connsiteY228" fmla="*/ 628924 h 6858000"/>
              <a:gd name="connsiteX229" fmla="*/ 1956004 w 6572708"/>
              <a:gd name="connsiteY229" fmla="*/ 621102 h 6858000"/>
              <a:gd name="connsiteX230" fmla="*/ 1948613 w 6572708"/>
              <a:gd name="connsiteY230" fmla="*/ 609156 h 6858000"/>
              <a:gd name="connsiteX231" fmla="*/ 1949145 w 6572708"/>
              <a:gd name="connsiteY231" fmla="*/ 606753 h 6858000"/>
              <a:gd name="connsiteX232" fmla="*/ 1944819 w 6572708"/>
              <a:gd name="connsiteY232" fmla="*/ 590072 h 6858000"/>
              <a:gd name="connsiteX233" fmla="*/ 1941001 w 6572708"/>
              <a:gd name="connsiteY233" fmla="*/ 588296 h 6858000"/>
              <a:gd name="connsiteX234" fmla="*/ 1937134 w 6572708"/>
              <a:gd name="connsiteY234" fmla="*/ 577443 h 6858000"/>
              <a:gd name="connsiteX235" fmla="*/ 1927092 w 6572708"/>
              <a:gd name="connsiteY235" fmla="*/ 557642 h 6858000"/>
              <a:gd name="connsiteX236" fmla="*/ 1927484 w 6572708"/>
              <a:gd name="connsiteY236" fmla="*/ 552451 h 6858000"/>
              <a:gd name="connsiteX237" fmla="*/ 1915874 w 6572708"/>
              <a:gd name="connsiteY237" fmla="*/ 520271 h 6858000"/>
              <a:gd name="connsiteX238" fmla="*/ 1916793 w 6572708"/>
              <a:gd name="connsiteY238" fmla="*/ 519123 h 6858000"/>
              <a:gd name="connsiteX239" fmla="*/ 1918236 w 6572708"/>
              <a:gd name="connsiteY239" fmla="*/ 506970 h 6858000"/>
              <a:gd name="connsiteX240" fmla="*/ 1918529 w 6572708"/>
              <a:gd name="connsiteY240" fmla="*/ 485354 h 6858000"/>
              <a:gd name="connsiteX241" fmla="*/ 1932556 w 6572708"/>
              <a:gd name="connsiteY241" fmla="*/ 426779 h 6858000"/>
              <a:gd name="connsiteX242" fmla="*/ 1920572 w 6572708"/>
              <a:gd name="connsiteY242" fmla="*/ 393150 h 6858000"/>
              <a:gd name="connsiteX243" fmla="*/ 1918744 w 6572708"/>
              <a:gd name="connsiteY243" fmla="*/ 385981 h 6858000"/>
              <a:gd name="connsiteX244" fmla="*/ 1918949 w 6572708"/>
              <a:gd name="connsiteY244" fmla="*/ 385674 h 6858000"/>
              <a:gd name="connsiteX245" fmla="*/ 1917499 w 6572708"/>
              <a:gd name="connsiteY245" fmla="*/ 377782 h 6858000"/>
              <a:gd name="connsiteX246" fmla="*/ 1915412 w 6572708"/>
              <a:gd name="connsiteY246" fmla="*/ 372914 h 6858000"/>
              <a:gd name="connsiteX247" fmla="*/ 1911865 w 6572708"/>
              <a:gd name="connsiteY247" fmla="*/ 359009 h 6858000"/>
              <a:gd name="connsiteX248" fmla="*/ 1912244 w 6572708"/>
              <a:gd name="connsiteY248" fmla="*/ 353121 h 6858000"/>
              <a:gd name="connsiteX249" fmla="*/ 1933610 w 6572708"/>
              <a:gd name="connsiteY249" fmla="*/ 297387 h 6858000"/>
              <a:gd name="connsiteX250" fmla="*/ 1939454 w 6572708"/>
              <a:gd name="connsiteY250" fmla="*/ 194719 h 6858000"/>
              <a:gd name="connsiteX251" fmla="*/ 1942001 w 6572708"/>
              <a:gd name="connsiteY251" fmla="*/ 93227 h 6858000"/>
              <a:gd name="connsiteX252" fmla="*/ 1941351 w 6572708"/>
              <a:gd name="connsiteY252" fmla="*/ 56555 h 6858000"/>
              <a:gd name="connsiteX253" fmla="*/ 1950955 w 6572708"/>
              <a:gd name="connsiteY253" fmla="*/ 5312 h 6858000"/>
              <a:gd name="connsiteX254" fmla="*/ 1949546 w 6572708"/>
              <a:gd name="connsiteY254"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4727719 w 6572708"/>
              <a:gd name="connsiteY8" fmla="*/ 6858000 h 6858000"/>
              <a:gd name="connsiteX9" fmla="*/ 3831783 w 6572708"/>
              <a:gd name="connsiteY9" fmla="*/ 6858000 h 6858000"/>
              <a:gd name="connsiteX10" fmla="*/ 1368280 w 6572708"/>
              <a:gd name="connsiteY10" fmla="*/ 6858000 h 6858000"/>
              <a:gd name="connsiteX11" fmla="*/ 0 w 6572708"/>
              <a:gd name="connsiteY11" fmla="*/ 6858000 h 6858000"/>
              <a:gd name="connsiteX12" fmla="*/ 9990 w 6572708"/>
              <a:gd name="connsiteY12" fmla="*/ 6815347 h 6858000"/>
              <a:gd name="connsiteX13" fmla="*/ 11375 w 6572708"/>
              <a:gd name="connsiteY13" fmla="*/ 6764639 h 6858000"/>
              <a:gd name="connsiteX14" fmla="*/ 37994 w 6572708"/>
              <a:gd name="connsiteY14" fmla="*/ 6747193 h 6858000"/>
              <a:gd name="connsiteX15" fmla="*/ 60759 w 6572708"/>
              <a:gd name="connsiteY15" fmla="*/ 6667761 h 6858000"/>
              <a:gd name="connsiteX16" fmla="*/ 44882 w 6572708"/>
              <a:gd name="connsiteY16" fmla="*/ 6635203 h 6858000"/>
              <a:gd name="connsiteX17" fmla="*/ 38884 w 6572708"/>
              <a:gd name="connsiteY17" fmla="*/ 6601215 h 6858000"/>
              <a:gd name="connsiteX18" fmla="*/ 24537 w 6572708"/>
              <a:gd name="connsiteY18" fmla="*/ 6599857 h 6858000"/>
              <a:gd name="connsiteX19" fmla="*/ 30487 w 6572708"/>
              <a:gd name="connsiteY19" fmla="*/ 6582849 h 6858000"/>
              <a:gd name="connsiteX20" fmla="*/ 30797 w 6572708"/>
              <a:gd name="connsiteY20" fmla="*/ 6536021 h 6858000"/>
              <a:gd name="connsiteX21" fmla="*/ 10629 w 6572708"/>
              <a:gd name="connsiteY21" fmla="*/ 6483343 h 6858000"/>
              <a:gd name="connsiteX22" fmla="*/ 16211 w 6572708"/>
              <a:gd name="connsiteY22" fmla="*/ 6402087 h 6858000"/>
              <a:gd name="connsiteX23" fmla="*/ 25932 w 6572708"/>
              <a:gd name="connsiteY23" fmla="*/ 6321765 h 6858000"/>
              <a:gd name="connsiteX24" fmla="*/ 31488 w 6572708"/>
              <a:gd name="connsiteY24" fmla="*/ 6292746 h 6858000"/>
              <a:gd name="connsiteX25" fmla="*/ 32413 w 6572708"/>
              <a:gd name="connsiteY25" fmla="*/ 6240744 h 6858000"/>
              <a:gd name="connsiteX26" fmla="*/ 34430 w 6572708"/>
              <a:gd name="connsiteY26" fmla="*/ 6206738 h 6858000"/>
              <a:gd name="connsiteX27" fmla="*/ 55689 w 6572708"/>
              <a:gd name="connsiteY27" fmla="*/ 6203389 h 6858000"/>
              <a:gd name="connsiteX28" fmla="*/ 63475 w 6572708"/>
              <a:gd name="connsiteY28" fmla="*/ 6172740 h 6858000"/>
              <a:gd name="connsiteX29" fmla="*/ 50070 w 6572708"/>
              <a:gd name="connsiteY29" fmla="*/ 6141398 h 6858000"/>
              <a:gd name="connsiteX30" fmla="*/ 52252 w 6572708"/>
              <a:gd name="connsiteY30" fmla="*/ 6103364 h 6858000"/>
              <a:gd name="connsiteX31" fmla="*/ 53329 w 6572708"/>
              <a:gd name="connsiteY31" fmla="*/ 6080619 h 6858000"/>
              <a:gd name="connsiteX32" fmla="*/ 73573 w 6572708"/>
              <a:gd name="connsiteY32" fmla="*/ 6019868 h 6858000"/>
              <a:gd name="connsiteX33" fmla="*/ 149610 w 6572708"/>
              <a:gd name="connsiteY33" fmla="*/ 5918672 h 6858000"/>
              <a:gd name="connsiteX34" fmla="*/ 160505 w 6572708"/>
              <a:gd name="connsiteY34" fmla="*/ 5887690 h 6858000"/>
              <a:gd name="connsiteX35" fmla="*/ 156200 w 6572708"/>
              <a:gd name="connsiteY35" fmla="*/ 5882649 h 6858000"/>
              <a:gd name="connsiteX36" fmla="*/ 194213 w 6572708"/>
              <a:gd name="connsiteY36" fmla="*/ 5841953 h 6858000"/>
              <a:gd name="connsiteX37" fmla="*/ 203216 w 6572708"/>
              <a:gd name="connsiteY37" fmla="*/ 5777927 h 6858000"/>
              <a:gd name="connsiteX38" fmla="*/ 202536 w 6572708"/>
              <a:gd name="connsiteY38" fmla="*/ 5728879 h 6858000"/>
              <a:gd name="connsiteX39" fmla="*/ 205380 w 6572708"/>
              <a:gd name="connsiteY39" fmla="*/ 5701696 h 6858000"/>
              <a:gd name="connsiteX40" fmla="*/ 203870 w 6572708"/>
              <a:gd name="connsiteY40" fmla="*/ 5681563 h 6858000"/>
              <a:gd name="connsiteX41" fmla="*/ 219294 w 6572708"/>
              <a:gd name="connsiteY41" fmla="*/ 5632219 h 6858000"/>
              <a:gd name="connsiteX42" fmla="*/ 252910 w 6572708"/>
              <a:gd name="connsiteY42" fmla="*/ 5551224 h 6858000"/>
              <a:gd name="connsiteX43" fmla="*/ 258253 w 6572708"/>
              <a:gd name="connsiteY43" fmla="*/ 5533854 h 6858000"/>
              <a:gd name="connsiteX44" fmla="*/ 255640 w 6572708"/>
              <a:gd name="connsiteY44" fmla="*/ 5518422 h 6858000"/>
              <a:gd name="connsiteX45" fmla="*/ 248756 w 6572708"/>
              <a:gd name="connsiteY45" fmla="*/ 5514403 h 6858000"/>
              <a:gd name="connsiteX46" fmla="*/ 250538 w 6572708"/>
              <a:gd name="connsiteY46" fmla="*/ 5504771 h 6858000"/>
              <a:gd name="connsiteX47" fmla="*/ 249507 w 6572708"/>
              <a:gd name="connsiteY47" fmla="*/ 5502102 h 6858000"/>
              <a:gd name="connsiteX48" fmla="*/ 245101 w 6572708"/>
              <a:gd name="connsiteY48" fmla="*/ 5486913 h 6858000"/>
              <a:gd name="connsiteX49" fmla="*/ 273088 w 6572708"/>
              <a:gd name="connsiteY49" fmla="*/ 5457083 h 6858000"/>
              <a:gd name="connsiteX50" fmla="*/ 276759 w 6572708"/>
              <a:gd name="connsiteY50" fmla="*/ 5418245 h 6858000"/>
              <a:gd name="connsiteX51" fmla="*/ 314712 w 6572708"/>
              <a:gd name="connsiteY51" fmla="*/ 5305770 h 6858000"/>
              <a:gd name="connsiteX52" fmla="*/ 320056 w 6572708"/>
              <a:gd name="connsiteY52" fmla="*/ 5298784 h 6858000"/>
              <a:gd name="connsiteX53" fmla="*/ 320763 w 6572708"/>
              <a:gd name="connsiteY53" fmla="*/ 5282149 h 6858000"/>
              <a:gd name="connsiteX54" fmla="*/ 325879 w 6572708"/>
              <a:gd name="connsiteY54" fmla="*/ 5270957 h 6858000"/>
              <a:gd name="connsiteX55" fmla="*/ 318913 w 6572708"/>
              <a:gd name="connsiteY55" fmla="*/ 5268991 h 6858000"/>
              <a:gd name="connsiteX56" fmla="*/ 317758 w 6572708"/>
              <a:gd name="connsiteY56" fmla="*/ 5250149 h 6858000"/>
              <a:gd name="connsiteX57" fmla="*/ 317275 w 6572708"/>
              <a:gd name="connsiteY57" fmla="*/ 5230130 h 6858000"/>
              <a:gd name="connsiteX58" fmla="*/ 329641 w 6572708"/>
              <a:gd name="connsiteY58" fmla="*/ 5216534 h 6858000"/>
              <a:gd name="connsiteX59" fmla="*/ 329088 w 6572708"/>
              <a:gd name="connsiteY59" fmla="*/ 5211732 h 6858000"/>
              <a:gd name="connsiteX60" fmla="*/ 291324 w 6572708"/>
              <a:gd name="connsiteY60" fmla="*/ 5147635 h 6858000"/>
              <a:gd name="connsiteX61" fmla="*/ 299864 w 6572708"/>
              <a:gd name="connsiteY61" fmla="*/ 5063838 h 6858000"/>
              <a:gd name="connsiteX62" fmla="*/ 323140 w 6572708"/>
              <a:gd name="connsiteY62" fmla="*/ 5036513 h 6858000"/>
              <a:gd name="connsiteX63" fmla="*/ 323855 w 6572708"/>
              <a:gd name="connsiteY63" fmla="*/ 4827737 h 6858000"/>
              <a:gd name="connsiteX64" fmla="*/ 333687 w 6572708"/>
              <a:gd name="connsiteY64" fmla="*/ 4774692 h 6858000"/>
              <a:gd name="connsiteX65" fmla="*/ 322637 w 6572708"/>
              <a:gd name="connsiteY65" fmla="*/ 4727427 h 6858000"/>
              <a:gd name="connsiteX66" fmla="*/ 330798 w 6572708"/>
              <a:gd name="connsiteY66" fmla="*/ 4708193 h 6858000"/>
              <a:gd name="connsiteX67" fmla="*/ 332420 w 6572708"/>
              <a:gd name="connsiteY67" fmla="*/ 4704882 h 6858000"/>
              <a:gd name="connsiteX68" fmla="*/ 334216 w 6572708"/>
              <a:gd name="connsiteY68" fmla="*/ 4691500 h 6858000"/>
              <a:gd name="connsiteX69" fmla="*/ 340601 w 6572708"/>
              <a:gd name="connsiteY69" fmla="*/ 4687895 h 6858000"/>
              <a:gd name="connsiteX70" fmla="*/ 347516 w 6572708"/>
              <a:gd name="connsiteY70" fmla="*/ 4667873 h 6858000"/>
              <a:gd name="connsiteX71" fmla="*/ 349175 w 6572708"/>
              <a:gd name="connsiteY71" fmla="*/ 4643189 h 6858000"/>
              <a:gd name="connsiteX72" fmla="*/ 350492 w 6572708"/>
              <a:gd name="connsiteY72" fmla="*/ 4525833 h 6858000"/>
              <a:gd name="connsiteX73" fmla="*/ 355031 w 6572708"/>
              <a:gd name="connsiteY73" fmla="*/ 4455649 h 6858000"/>
              <a:gd name="connsiteX74" fmla="*/ 362651 w 6572708"/>
              <a:gd name="connsiteY74" fmla="*/ 4429036 h 6858000"/>
              <a:gd name="connsiteX75" fmla="*/ 369327 w 6572708"/>
              <a:gd name="connsiteY75" fmla="*/ 4391840 h 6858000"/>
              <a:gd name="connsiteX76" fmla="*/ 371272 w 6572708"/>
              <a:gd name="connsiteY76" fmla="*/ 4358845 h 6858000"/>
              <a:gd name="connsiteX77" fmla="*/ 382342 w 6572708"/>
              <a:gd name="connsiteY77" fmla="*/ 4333764 h 6858000"/>
              <a:gd name="connsiteX78" fmla="*/ 381365 w 6572708"/>
              <a:gd name="connsiteY78" fmla="*/ 4331730 h 6858000"/>
              <a:gd name="connsiteX79" fmla="*/ 364244 w 6572708"/>
              <a:gd name="connsiteY79" fmla="*/ 4309700 h 6858000"/>
              <a:gd name="connsiteX80" fmla="*/ 363377 w 6572708"/>
              <a:gd name="connsiteY80" fmla="*/ 4285388 h 6858000"/>
              <a:gd name="connsiteX81" fmla="*/ 356642 w 6572708"/>
              <a:gd name="connsiteY81" fmla="*/ 4271714 h 6858000"/>
              <a:gd name="connsiteX82" fmla="*/ 357697 w 6572708"/>
              <a:gd name="connsiteY82" fmla="*/ 4266169 h 6858000"/>
              <a:gd name="connsiteX83" fmla="*/ 356998 w 6572708"/>
              <a:gd name="connsiteY83" fmla="*/ 4247672 h 6858000"/>
              <a:gd name="connsiteX84" fmla="*/ 357549 w 6572708"/>
              <a:gd name="connsiteY84" fmla="*/ 4237120 h 6858000"/>
              <a:gd name="connsiteX85" fmla="*/ 358116 w 6572708"/>
              <a:gd name="connsiteY85" fmla="*/ 4232936 h 6858000"/>
              <a:gd name="connsiteX86" fmla="*/ 366243 w 6572708"/>
              <a:gd name="connsiteY86" fmla="*/ 4224051 h 6858000"/>
              <a:gd name="connsiteX87" fmla="*/ 363841 w 6572708"/>
              <a:gd name="connsiteY87" fmla="*/ 4211782 h 6858000"/>
              <a:gd name="connsiteX88" fmla="*/ 372159 w 6572708"/>
              <a:gd name="connsiteY88" fmla="*/ 4198810 h 6858000"/>
              <a:gd name="connsiteX89" fmla="*/ 366211 w 6572708"/>
              <a:gd name="connsiteY89" fmla="*/ 4195262 h 6858000"/>
              <a:gd name="connsiteX90" fmla="*/ 360561 w 6572708"/>
              <a:gd name="connsiteY90" fmla="*/ 4184054 h 6858000"/>
              <a:gd name="connsiteX91" fmla="*/ 368375 w 6572708"/>
              <a:gd name="connsiteY91" fmla="*/ 4175099 h 6858000"/>
              <a:gd name="connsiteX92" fmla="*/ 373972 w 6572708"/>
              <a:gd name="connsiteY92" fmla="*/ 4155792 h 6858000"/>
              <a:gd name="connsiteX93" fmla="*/ 373150 w 6572708"/>
              <a:gd name="connsiteY93" fmla="*/ 4150364 h 6858000"/>
              <a:gd name="connsiteX94" fmla="*/ 383773 w 6572708"/>
              <a:gd name="connsiteY94" fmla="*/ 4132084 h 6858000"/>
              <a:gd name="connsiteX95" fmla="*/ 389140 w 6572708"/>
              <a:gd name="connsiteY95" fmla="*/ 4115873 h 6858000"/>
              <a:gd name="connsiteX96" fmla="*/ 378846 w 6572708"/>
              <a:gd name="connsiteY96" fmla="*/ 4082551 h 6858000"/>
              <a:gd name="connsiteX97" fmla="*/ 368001 w 6572708"/>
              <a:gd name="connsiteY97" fmla="*/ 3968090 h 6858000"/>
              <a:gd name="connsiteX98" fmla="*/ 372661 w 6572708"/>
              <a:gd name="connsiteY98" fmla="*/ 3881355 h 6858000"/>
              <a:gd name="connsiteX99" fmla="*/ 379210 w 6572708"/>
              <a:gd name="connsiteY99" fmla="*/ 3850569 h 6858000"/>
              <a:gd name="connsiteX100" fmla="*/ 389880 w 6572708"/>
              <a:gd name="connsiteY100" fmla="*/ 3798988 h 6858000"/>
              <a:gd name="connsiteX101" fmla="*/ 409909 w 6572708"/>
              <a:gd name="connsiteY101" fmla="*/ 3760424 h 6858000"/>
              <a:gd name="connsiteX102" fmla="*/ 414051 w 6572708"/>
              <a:gd name="connsiteY102" fmla="*/ 3717298 h 6858000"/>
              <a:gd name="connsiteX103" fmla="*/ 399424 w 6572708"/>
              <a:gd name="connsiteY103" fmla="*/ 3707291 h 6858000"/>
              <a:gd name="connsiteX104" fmla="*/ 394460 w 6572708"/>
              <a:gd name="connsiteY104" fmla="*/ 3673415 h 6858000"/>
              <a:gd name="connsiteX105" fmla="*/ 408918 w 6572708"/>
              <a:gd name="connsiteY105" fmla="*/ 3661155 h 6858000"/>
              <a:gd name="connsiteX106" fmla="*/ 425028 w 6572708"/>
              <a:gd name="connsiteY106" fmla="*/ 3591166 h 6858000"/>
              <a:gd name="connsiteX107" fmla="*/ 430292 w 6572708"/>
              <a:gd name="connsiteY107" fmla="*/ 3550801 h 6858000"/>
              <a:gd name="connsiteX108" fmla="*/ 437149 w 6572708"/>
              <a:gd name="connsiteY108" fmla="*/ 3497399 h 6858000"/>
              <a:gd name="connsiteX109" fmla="*/ 442017 w 6572708"/>
              <a:gd name="connsiteY109" fmla="*/ 3474143 h 6858000"/>
              <a:gd name="connsiteX110" fmla="*/ 437175 w 6572708"/>
              <a:gd name="connsiteY110" fmla="*/ 3463057 h 6858000"/>
              <a:gd name="connsiteX111" fmla="*/ 438483 w 6572708"/>
              <a:gd name="connsiteY111" fmla="*/ 3457563 h 6858000"/>
              <a:gd name="connsiteX112" fmla="*/ 438642 w 6572708"/>
              <a:gd name="connsiteY112" fmla="*/ 3439053 h 6858000"/>
              <a:gd name="connsiteX113" fmla="*/ 439678 w 6572708"/>
              <a:gd name="connsiteY113" fmla="*/ 3428537 h 6858000"/>
              <a:gd name="connsiteX114" fmla="*/ 440437 w 6572708"/>
              <a:gd name="connsiteY114" fmla="*/ 3424381 h 6858000"/>
              <a:gd name="connsiteX115" fmla="*/ 448781 w 6572708"/>
              <a:gd name="connsiteY115" fmla="*/ 3416042 h 6858000"/>
              <a:gd name="connsiteX116" fmla="*/ 448765 w 6572708"/>
              <a:gd name="connsiteY116" fmla="*/ 3414504 h 6858000"/>
              <a:gd name="connsiteX117" fmla="*/ 447134 w 6572708"/>
              <a:gd name="connsiteY117" fmla="*/ 3403498 h 6858000"/>
              <a:gd name="connsiteX118" fmla="*/ 452387 w 6572708"/>
              <a:gd name="connsiteY118" fmla="*/ 3396070 h 6858000"/>
              <a:gd name="connsiteX119" fmla="*/ 453996 w 6572708"/>
              <a:gd name="connsiteY119" fmla="*/ 3389553 h 6858000"/>
              <a:gd name="connsiteX120" fmla="*/ 450265 w 6572708"/>
              <a:gd name="connsiteY120" fmla="*/ 3387098 h 6858000"/>
              <a:gd name="connsiteX121" fmla="*/ 445137 w 6572708"/>
              <a:gd name="connsiteY121" fmla="*/ 3375655 h 6858000"/>
              <a:gd name="connsiteX122" fmla="*/ 453359 w 6572708"/>
              <a:gd name="connsiteY122" fmla="*/ 3367050 h 6858000"/>
              <a:gd name="connsiteX123" fmla="*/ 459842 w 6572708"/>
              <a:gd name="connsiteY123" fmla="*/ 3348005 h 6858000"/>
              <a:gd name="connsiteX124" fmla="*/ 459268 w 6572708"/>
              <a:gd name="connsiteY124" fmla="*/ 3342546 h 6858000"/>
              <a:gd name="connsiteX125" fmla="*/ 470590 w 6572708"/>
              <a:gd name="connsiteY125" fmla="*/ 3324958 h 6858000"/>
              <a:gd name="connsiteX126" fmla="*/ 468579 w 6572708"/>
              <a:gd name="connsiteY126" fmla="*/ 3306990 h 6858000"/>
              <a:gd name="connsiteX127" fmla="*/ 480123 w 6572708"/>
              <a:gd name="connsiteY127" fmla="*/ 3295094 h 6858000"/>
              <a:gd name="connsiteX128" fmla="*/ 482298 w 6572708"/>
              <a:gd name="connsiteY128" fmla="*/ 3293541 h 6858000"/>
              <a:gd name="connsiteX129" fmla="*/ 489102 w 6572708"/>
              <a:gd name="connsiteY129" fmla="*/ 3262198 h 6858000"/>
              <a:gd name="connsiteX130" fmla="*/ 497561 w 6572708"/>
              <a:gd name="connsiteY130" fmla="*/ 3253284 h 6858000"/>
              <a:gd name="connsiteX131" fmla="*/ 522157 w 6572708"/>
              <a:gd name="connsiteY131" fmla="*/ 3192563 h 6858000"/>
              <a:gd name="connsiteX132" fmla="*/ 529302 w 6572708"/>
              <a:gd name="connsiteY132" fmla="*/ 3175520 h 6858000"/>
              <a:gd name="connsiteX133" fmla="*/ 528284 w 6572708"/>
              <a:gd name="connsiteY133" fmla="*/ 3160058 h 6858000"/>
              <a:gd name="connsiteX134" fmla="*/ 521806 w 6572708"/>
              <a:gd name="connsiteY134" fmla="*/ 3155764 h 6858000"/>
              <a:gd name="connsiteX135" fmla="*/ 524589 w 6572708"/>
              <a:gd name="connsiteY135" fmla="*/ 3146261 h 6858000"/>
              <a:gd name="connsiteX136" fmla="*/ 523832 w 6572708"/>
              <a:gd name="connsiteY136" fmla="*/ 3143561 h 6858000"/>
              <a:gd name="connsiteX137" fmla="*/ 520994 w 6572708"/>
              <a:gd name="connsiteY137" fmla="*/ 3128263 h 6858000"/>
              <a:gd name="connsiteX138" fmla="*/ 552091 w 6572708"/>
              <a:gd name="connsiteY138" fmla="*/ 3099818 h 6858000"/>
              <a:gd name="connsiteX139" fmla="*/ 559786 w 6572708"/>
              <a:gd name="connsiteY139" fmla="*/ 3061351 h 6858000"/>
              <a:gd name="connsiteX140" fmla="*/ 636543 w 6572708"/>
              <a:gd name="connsiteY140" fmla="*/ 2921137 h 6858000"/>
              <a:gd name="connsiteX141" fmla="*/ 618216 w 6572708"/>
              <a:gd name="connsiteY141" fmla="*/ 2895965 h 6858000"/>
              <a:gd name="connsiteX142" fmla="*/ 724973 w 6572708"/>
              <a:gd name="connsiteY142" fmla="*/ 2755713 h 6858000"/>
              <a:gd name="connsiteX143" fmla="*/ 765538 w 6572708"/>
              <a:gd name="connsiteY143" fmla="*/ 2648081 h 6858000"/>
              <a:gd name="connsiteX144" fmla="*/ 780267 w 6572708"/>
              <a:gd name="connsiteY144" fmla="*/ 2641879 h 6858000"/>
              <a:gd name="connsiteX145" fmla="*/ 790836 w 6572708"/>
              <a:gd name="connsiteY145" fmla="*/ 2632919 h 6858000"/>
              <a:gd name="connsiteX146" fmla="*/ 790328 w 6572708"/>
              <a:gd name="connsiteY146" fmla="*/ 2631229 h 6858000"/>
              <a:gd name="connsiteX147" fmla="*/ 797257 w 6572708"/>
              <a:gd name="connsiteY147" fmla="*/ 2619054 h 6858000"/>
              <a:gd name="connsiteX148" fmla="*/ 802383 w 6572708"/>
              <a:gd name="connsiteY148" fmla="*/ 2617568 h 6858000"/>
              <a:gd name="connsiteX149" fmla="*/ 808267 w 6572708"/>
              <a:gd name="connsiteY149" fmla="*/ 2609586 h 6858000"/>
              <a:gd name="connsiteX150" fmla="*/ 822908 w 6572708"/>
              <a:gd name="connsiteY150" fmla="*/ 2594856 h 6858000"/>
              <a:gd name="connsiteX151" fmla="*/ 822791 w 6572708"/>
              <a:gd name="connsiteY151" fmla="*/ 2591164 h 6858000"/>
              <a:gd name="connsiteX152" fmla="*/ 840423 w 6572708"/>
              <a:gd name="connsiteY152" fmla="*/ 2567492 h 6858000"/>
              <a:gd name="connsiteX153" fmla="*/ 839313 w 6572708"/>
              <a:gd name="connsiteY153" fmla="*/ 2566722 h 6858000"/>
              <a:gd name="connsiteX154" fmla="*/ 838361 w 6572708"/>
              <a:gd name="connsiteY154" fmla="*/ 2558109 h 6858000"/>
              <a:gd name="connsiteX155" fmla="*/ 839637 w 6572708"/>
              <a:gd name="connsiteY155" fmla="*/ 2542662 h 6858000"/>
              <a:gd name="connsiteX156" fmla="*/ 825800 w 6572708"/>
              <a:gd name="connsiteY156" fmla="*/ 2501548 h 6858000"/>
              <a:gd name="connsiteX157" fmla="*/ 844035 w 6572708"/>
              <a:gd name="connsiteY157" fmla="*/ 2476819 h 6858000"/>
              <a:gd name="connsiteX158" fmla="*/ 846972 w 6572708"/>
              <a:gd name="connsiteY158" fmla="*/ 2471590 h 6858000"/>
              <a:gd name="connsiteX159" fmla="*/ 846730 w 6572708"/>
              <a:gd name="connsiteY159" fmla="*/ 2471378 h 6858000"/>
              <a:gd name="connsiteX160" fmla="*/ 849228 w 6572708"/>
              <a:gd name="connsiteY160" fmla="*/ 2465654 h 6858000"/>
              <a:gd name="connsiteX161" fmla="*/ 852330 w 6572708"/>
              <a:gd name="connsiteY161" fmla="*/ 2462052 h 6858000"/>
              <a:gd name="connsiteX162" fmla="*/ 858029 w 6572708"/>
              <a:gd name="connsiteY162" fmla="*/ 2451906 h 6858000"/>
              <a:gd name="connsiteX163" fmla="*/ 857986 w 6572708"/>
              <a:gd name="connsiteY163" fmla="*/ 2447716 h 6858000"/>
              <a:gd name="connsiteX164" fmla="*/ 855075 w 6572708"/>
              <a:gd name="connsiteY164" fmla="*/ 2445047 h 6858000"/>
              <a:gd name="connsiteX165" fmla="*/ 856006 w 6572708"/>
              <a:gd name="connsiteY165" fmla="*/ 2444265 h 6858000"/>
              <a:gd name="connsiteX166" fmla="*/ 856444 w 6572708"/>
              <a:gd name="connsiteY166" fmla="*/ 2421759 h 6858000"/>
              <a:gd name="connsiteX167" fmla="*/ 868981 w 6572708"/>
              <a:gd name="connsiteY167" fmla="*/ 2375200 h 6858000"/>
              <a:gd name="connsiteX168" fmla="*/ 880811 w 6572708"/>
              <a:gd name="connsiteY168" fmla="*/ 2350147 h 6858000"/>
              <a:gd name="connsiteX169" fmla="*/ 908124 w 6572708"/>
              <a:gd name="connsiteY169" fmla="*/ 2279761 h 6858000"/>
              <a:gd name="connsiteX170" fmla="*/ 931678 w 6572708"/>
              <a:gd name="connsiteY170" fmla="*/ 2207772 h 6858000"/>
              <a:gd name="connsiteX171" fmla="*/ 921761 w 6572708"/>
              <a:gd name="connsiteY171" fmla="*/ 2164302 h 6858000"/>
              <a:gd name="connsiteX172" fmla="*/ 923058 w 6572708"/>
              <a:gd name="connsiteY172" fmla="*/ 2160162 h 6858000"/>
              <a:gd name="connsiteX173" fmla="*/ 931663 w 6572708"/>
              <a:gd name="connsiteY173" fmla="*/ 2151458 h 6858000"/>
              <a:gd name="connsiteX174" fmla="*/ 935730 w 6572708"/>
              <a:gd name="connsiteY174" fmla="*/ 2148616 h 6858000"/>
              <a:gd name="connsiteX175" fmla="*/ 939910 w 6572708"/>
              <a:gd name="connsiteY175" fmla="*/ 2143540 h 6858000"/>
              <a:gd name="connsiteX176" fmla="*/ 939746 w 6572708"/>
              <a:gd name="connsiteY176" fmla="*/ 2143278 h 6858000"/>
              <a:gd name="connsiteX177" fmla="*/ 944182 w 6572708"/>
              <a:gd name="connsiteY177" fmla="*/ 2138791 h 6858000"/>
              <a:gd name="connsiteX178" fmla="*/ 969240 w 6572708"/>
              <a:gd name="connsiteY178" fmla="*/ 2118565 h 6858000"/>
              <a:gd name="connsiteX179" fmla="*/ 969333 w 6572708"/>
              <a:gd name="connsiteY179" fmla="*/ 2074914 h 6858000"/>
              <a:gd name="connsiteX180" fmla="*/ 975462 w 6572708"/>
              <a:gd name="connsiteY180" fmla="*/ 2059981 h 6858000"/>
              <a:gd name="connsiteX181" fmla="*/ 977313 w 6572708"/>
              <a:gd name="connsiteY181" fmla="*/ 2051279 h 6858000"/>
              <a:gd name="connsiteX182" fmla="*/ 976512 w 6572708"/>
              <a:gd name="connsiteY182" fmla="*/ 2050269 h 6858000"/>
              <a:gd name="connsiteX183" fmla="*/ 1000665 w 6572708"/>
              <a:gd name="connsiteY183" fmla="*/ 2030946 h 6858000"/>
              <a:gd name="connsiteX184" fmla="*/ 1001735 w 6572708"/>
              <a:gd name="connsiteY184" fmla="*/ 2027284 h 6858000"/>
              <a:gd name="connsiteX185" fmla="*/ 1020214 w 6572708"/>
              <a:gd name="connsiteY185" fmla="*/ 2016095 h 6858000"/>
              <a:gd name="connsiteX186" fmla="*/ 1028302 w 6572708"/>
              <a:gd name="connsiteY186" fmla="*/ 2009567 h 6858000"/>
              <a:gd name="connsiteX187" fmla="*/ 1033598 w 6572708"/>
              <a:gd name="connsiteY187" fmla="*/ 2009267 h 6858000"/>
              <a:gd name="connsiteX188" fmla="*/ 1044008 w 6572708"/>
              <a:gd name="connsiteY188" fmla="*/ 1998844 h 6858000"/>
              <a:gd name="connsiteX189" fmla="*/ 1044069 w 6572708"/>
              <a:gd name="connsiteY189" fmla="*/ 1997063 h 6858000"/>
              <a:gd name="connsiteX190" fmla="*/ 1056878 w 6572708"/>
              <a:gd name="connsiteY190" fmla="*/ 1990634 h 6858000"/>
              <a:gd name="connsiteX191" fmla="*/ 1072722 w 6572708"/>
              <a:gd name="connsiteY191" fmla="*/ 1987868 h 6858000"/>
              <a:gd name="connsiteX192" fmla="*/ 1145252 w 6572708"/>
              <a:gd name="connsiteY192" fmla="*/ 1891028 h 6858000"/>
              <a:gd name="connsiteX193" fmla="*/ 1226890 w 6572708"/>
              <a:gd name="connsiteY193" fmla="*/ 1845992 h 6858000"/>
              <a:gd name="connsiteX194" fmla="*/ 1281278 w 6572708"/>
              <a:gd name="connsiteY194" fmla="*/ 1748115 h 6858000"/>
              <a:gd name="connsiteX195" fmla="*/ 1398273 w 6572708"/>
              <a:gd name="connsiteY195" fmla="*/ 1627389 h 6858000"/>
              <a:gd name="connsiteX196" fmla="*/ 1417786 w 6572708"/>
              <a:gd name="connsiteY196" fmla="*/ 1591233 h 6858000"/>
              <a:gd name="connsiteX197" fmla="*/ 1456144 w 6572708"/>
              <a:gd name="connsiteY197" fmla="*/ 1570271 h 6858000"/>
              <a:gd name="connsiteX198" fmla="*/ 1458351 w 6572708"/>
              <a:gd name="connsiteY198" fmla="*/ 1554550 h 6858000"/>
              <a:gd name="connsiteX199" fmla="*/ 1458500 w 6572708"/>
              <a:gd name="connsiteY199" fmla="*/ 1551719 h 6858000"/>
              <a:gd name="connsiteX200" fmla="*/ 1464150 w 6572708"/>
              <a:gd name="connsiteY200" fmla="*/ 1542986 h 6858000"/>
              <a:gd name="connsiteX201" fmla="*/ 1459426 w 6572708"/>
              <a:gd name="connsiteY201" fmla="*/ 1537283 h 6858000"/>
              <a:gd name="connsiteX202" fmla="*/ 1463401 w 6572708"/>
              <a:gd name="connsiteY202" fmla="*/ 1521818 h 6858000"/>
              <a:gd name="connsiteX203" fmla="*/ 1475565 w 6572708"/>
              <a:gd name="connsiteY203" fmla="*/ 1506648 h 6858000"/>
              <a:gd name="connsiteX204" fmla="*/ 1540362 w 6572708"/>
              <a:gd name="connsiteY204" fmla="*/ 1438265 h 6858000"/>
              <a:gd name="connsiteX205" fmla="*/ 1575141 w 6572708"/>
              <a:gd name="connsiteY205" fmla="*/ 1395238 h 6858000"/>
              <a:gd name="connsiteX206" fmla="*/ 1582090 w 6572708"/>
              <a:gd name="connsiteY206" fmla="*/ 1375575 h 6858000"/>
              <a:gd name="connsiteX207" fmla="*/ 1596005 w 6572708"/>
              <a:gd name="connsiteY207" fmla="*/ 1350347 h 6858000"/>
              <a:gd name="connsiteX208" fmla="*/ 1615711 w 6572708"/>
              <a:gd name="connsiteY208" fmla="*/ 1303251 h 6858000"/>
              <a:gd name="connsiteX209" fmla="*/ 1650622 w 6572708"/>
              <a:gd name="connsiteY209" fmla="*/ 1244447 h 6858000"/>
              <a:gd name="connsiteX210" fmla="*/ 1702792 w 6572708"/>
              <a:gd name="connsiteY210" fmla="*/ 1215797 h 6858000"/>
              <a:gd name="connsiteX211" fmla="*/ 1700885 w 6572708"/>
              <a:gd name="connsiteY211" fmla="*/ 1209814 h 6858000"/>
              <a:gd name="connsiteX212" fmla="*/ 1723848 w 6572708"/>
              <a:gd name="connsiteY212" fmla="*/ 1183123 h 6858000"/>
              <a:gd name="connsiteX213" fmla="*/ 1759968 w 6572708"/>
              <a:gd name="connsiteY213" fmla="*/ 1166871 h 6858000"/>
              <a:gd name="connsiteX214" fmla="*/ 1767742 w 6572708"/>
              <a:gd name="connsiteY214" fmla="*/ 1158484 h 6858000"/>
              <a:gd name="connsiteX215" fmla="*/ 1774888 w 6572708"/>
              <a:gd name="connsiteY215" fmla="*/ 1141442 h 6858000"/>
              <a:gd name="connsiteX216" fmla="*/ 1773870 w 6572708"/>
              <a:gd name="connsiteY216" fmla="*/ 1125979 h 6858000"/>
              <a:gd name="connsiteX217" fmla="*/ 1767392 w 6572708"/>
              <a:gd name="connsiteY217" fmla="*/ 1121685 h 6858000"/>
              <a:gd name="connsiteX218" fmla="*/ 1770175 w 6572708"/>
              <a:gd name="connsiteY218" fmla="*/ 1112182 h 6858000"/>
              <a:gd name="connsiteX219" fmla="*/ 1769418 w 6572708"/>
              <a:gd name="connsiteY219" fmla="*/ 1109483 h 6858000"/>
              <a:gd name="connsiteX220" fmla="*/ 1766580 w 6572708"/>
              <a:gd name="connsiteY220" fmla="*/ 1094184 h 6858000"/>
              <a:gd name="connsiteX221" fmla="*/ 1797677 w 6572708"/>
              <a:gd name="connsiteY221" fmla="*/ 1065740 h 6858000"/>
              <a:gd name="connsiteX222" fmla="*/ 1805371 w 6572708"/>
              <a:gd name="connsiteY222" fmla="*/ 1027273 h 6858000"/>
              <a:gd name="connsiteX223" fmla="*/ 1882128 w 6572708"/>
              <a:gd name="connsiteY223" fmla="*/ 887059 h 6858000"/>
              <a:gd name="connsiteX224" fmla="*/ 1863801 w 6572708"/>
              <a:gd name="connsiteY224" fmla="*/ 861887 h 6858000"/>
              <a:gd name="connsiteX225" fmla="*/ 1970558 w 6572708"/>
              <a:gd name="connsiteY225" fmla="*/ 721635 h 6858000"/>
              <a:gd name="connsiteX226" fmla="*/ 1974257 w 6572708"/>
              <a:gd name="connsiteY226" fmla="*/ 713733 h 6858000"/>
              <a:gd name="connsiteX227" fmla="*/ 1971701 w 6572708"/>
              <a:gd name="connsiteY227" fmla="*/ 704563 h 6858000"/>
              <a:gd name="connsiteX228" fmla="*/ 1966819 w 6572708"/>
              <a:gd name="connsiteY228" fmla="*/ 628924 h 6858000"/>
              <a:gd name="connsiteX229" fmla="*/ 1956004 w 6572708"/>
              <a:gd name="connsiteY229" fmla="*/ 621102 h 6858000"/>
              <a:gd name="connsiteX230" fmla="*/ 1948613 w 6572708"/>
              <a:gd name="connsiteY230" fmla="*/ 609156 h 6858000"/>
              <a:gd name="connsiteX231" fmla="*/ 1949145 w 6572708"/>
              <a:gd name="connsiteY231" fmla="*/ 606753 h 6858000"/>
              <a:gd name="connsiteX232" fmla="*/ 1944819 w 6572708"/>
              <a:gd name="connsiteY232" fmla="*/ 590072 h 6858000"/>
              <a:gd name="connsiteX233" fmla="*/ 1941001 w 6572708"/>
              <a:gd name="connsiteY233" fmla="*/ 588296 h 6858000"/>
              <a:gd name="connsiteX234" fmla="*/ 1937134 w 6572708"/>
              <a:gd name="connsiteY234" fmla="*/ 577443 h 6858000"/>
              <a:gd name="connsiteX235" fmla="*/ 1927092 w 6572708"/>
              <a:gd name="connsiteY235" fmla="*/ 557642 h 6858000"/>
              <a:gd name="connsiteX236" fmla="*/ 1927484 w 6572708"/>
              <a:gd name="connsiteY236" fmla="*/ 552451 h 6858000"/>
              <a:gd name="connsiteX237" fmla="*/ 1915874 w 6572708"/>
              <a:gd name="connsiteY237" fmla="*/ 520271 h 6858000"/>
              <a:gd name="connsiteX238" fmla="*/ 1916793 w 6572708"/>
              <a:gd name="connsiteY238" fmla="*/ 519123 h 6858000"/>
              <a:gd name="connsiteX239" fmla="*/ 1918236 w 6572708"/>
              <a:gd name="connsiteY239" fmla="*/ 506970 h 6858000"/>
              <a:gd name="connsiteX240" fmla="*/ 1918529 w 6572708"/>
              <a:gd name="connsiteY240" fmla="*/ 485354 h 6858000"/>
              <a:gd name="connsiteX241" fmla="*/ 1932556 w 6572708"/>
              <a:gd name="connsiteY241" fmla="*/ 426779 h 6858000"/>
              <a:gd name="connsiteX242" fmla="*/ 1920572 w 6572708"/>
              <a:gd name="connsiteY242" fmla="*/ 393150 h 6858000"/>
              <a:gd name="connsiteX243" fmla="*/ 1918744 w 6572708"/>
              <a:gd name="connsiteY243" fmla="*/ 385981 h 6858000"/>
              <a:gd name="connsiteX244" fmla="*/ 1918949 w 6572708"/>
              <a:gd name="connsiteY244" fmla="*/ 385674 h 6858000"/>
              <a:gd name="connsiteX245" fmla="*/ 1917499 w 6572708"/>
              <a:gd name="connsiteY245" fmla="*/ 377782 h 6858000"/>
              <a:gd name="connsiteX246" fmla="*/ 1915412 w 6572708"/>
              <a:gd name="connsiteY246" fmla="*/ 372914 h 6858000"/>
              <a:gd name="connsiteX247" fmla="*/ 1911865 w 6572708"/>
              <a:gd name="connsiteY247" fmla="*/ 359009 h 6858000"/>
              <a:gd name="connsiteX248" fmla="*/ 1912244 w 6572708"/>
              <a:gd name="connsiteY248" fmla="*/ 353121 h 6858000"/>
              <a:gd name="connsiteX249" fmla="*/ 1933610 w 6572708"/>
              <a:gd name="connsiteY249" fmla="*/ 297387 h 6858000"/>
              <a:gd name="connsiteX250" fmla="*/ 1939454 w 6572708"/>
              <a:gd name="connsiteY250" fmla="*/ 194719 h 6858000"/>
              <a:gd name="connsiteX251" fmla="*/ 1942001 w 6572708"/>
              <a:gd name="connsiteY251" fmla="*/ 93227 h 6858000"/>
              <a:gd name="connsiteX252" fmla="*/ 1941351 w 6572708"/>
              <a:gd name="connsiteY252" fmla="*/ 56555 h 6858000"/>
              <a:gd name="connsiteX253" fmla="*/ 1950955 w 6572708"/>
              <a:gd name="connsiteY253" fmla="*/ 5312 h 6858000"/>
              <a:gd name="connsiteX254" fmla="*/ 1949546 w 6572708"/>
              <a:gd name="connsiteY254"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4727719 w 6572708"/>
              <a:gd name="connsiteY8" fmla="*/ 6858000 h 6858000"/>
              <a:gd name="connsiteX9" fmla="*/ 3831783 w 6572708"/>
              <a:gd name="connsiteY9" fmla="*/ 6858000 h 6858000"/>
              <a:gd name="connsiteX10" fmla="*/ 1368280 w 6572708"/>
              <a:gd name="connsiteY10" fmla="*/ 6858000 h 6858000"/>
              <a:gd name="connsiteX11" fmla="*/ 0 w 6572708"/>
              <a:gd name="connsiteY11" fmla="*/ 6858000 h 6858000"/>
              <a:gd name="connsiteX12" fmla="*/ 9990 w 6572708"/>
              <a:gd name="connsiteY12" fmla="*/ 6815347 h 6858000"/>
              <a:gd name="connsiteX13" fmla="*/ 11375 w 6572708"/>
              <a:gd name="connsiteY13" fmla="*/ 6764639 h 6858000"/>
              <a:gd name="connsiteX14" fmla="*/ 37994 w 6572708"/>
              <a:gd name="connsiteY14" fmla="*/ 6747193 h 6858000"/>
              <a:gd name="connsiteX15" fmla="*/ 60759 w 6572708"/>
              <a:gd name="connsiteY15" fmla="*/ 6667761 h 6858000"/>
              <a:gd name="connsiteX16" fmla="*/ 44882 w 6572708"/>
              <a:gd name="connsiteY16" fmla="*/ 6635203 h 6858000"/>
              <a:gd name="connsiteX17" fmla="*/ 38884 w 6572708"/>
              <a:gd name="connsiteY17" fmla="*/ 6601215 h 6858000"/>
              <a:gd name="connsiteX18" fmla="*/ 24537 w 6572708"/>
              <a:gd name="connsiteY18" fmla="*/ 6599857 h 6858000"/>
              <a:gd name="connsiteX19" fmla="*/ 30487 w 6572708"/>
              <a:gd name="connsiteY19" fmla="*/ 6582849 h 6858000"/>
              <a:gd name="connsiteX20" fmla="*/ 30797 w 6572708"/>
              <a:gd name="connsiteY20" fmla="*/ 6536021 h 6858000"/>
              <a:gd name="connsiteX21" fmla="*/ 10629 w 6572708"/>
              <a:gd name="connsiteY21" fmla="*/ 6483343 h 6858000"/>
              <a:gd name="connsiteX22" fmla="*/ 16211 w 6572708"/>
              <a:gd name="connsiteY22" fmla="*/ 6402087 h 6858000"/>
              <a:gd name="connsiteX23" fmla="*/ 25932 w 6572708"/>
              <a:gd name="connsiteY23" fmla="*/ 6321765 h 6858000"/>
              <a:gd name="connsiteX24" fmla="*/ 31488 w 6572708"/>
              <a:gd name="connsiteY24" fmla="*/ 6292746 h 6858000"/>
              <a:gd name="connsiteX25" fmla="*/ 32413 w 6572708"/>
              <a:gd name="connsiteY25" fmla="*/ 6240744 h 6858000"/>
              <a:gd name="connsiteX26" fmla="*/ 34430 w 6572708"/>
              <a:gd name="connsiteY26" fmla="*/ 6206738 h 6858000"/>
              <a:gd name="connsiteX27" fmla="*/ 55689 w 6572708"/>
              <a:gd name="connsiteY27" fmla="*/ 6203389 h 6858000"/>
              <a:gd name="connsiteX28" fmla="*/ 63475 w 6572708"/>
              <a:gd name="connsiteY28" fmla="*/ 6172740 h 6858000"/>
              <a:gd name="connsiteX29" fmla="*/ 50070 w 6572708"/>
              <a:gd name="connsiteY29" fmla="*/ 6141398 h 6858000"/>
              <a:gd name="connsiteX30" fmla="*/ 52252 w 6572708"/>
              <a:gd name="connsiteY30" fmla="*/ 6103364 h 6858000"/>
              <a:gd name="connsiteX31" fmla="*/ 53329 w 6572708"/>
              <a:gd name="connsiteY31" fmla="*/ 6080619 h 6858000"/>
              <a:gd name="connsiteX32" fmla="*/ 73573 w 6572708"/>
              <a:gd name="connsiteY32" fmla="*/ 6019868 h 6858000"/>
              <a:gd name="connsiteX33" fmla="*/ 149610 w 6572708"/>
              <a:gd name="connsiteY33" fmla="*/ 5918672 h 6858000"/>
              <a:gd name="connsiteX34" fmla="*/ 160505 w 6572708"/>
              <a:gd name="connsiteY34" fmla="*/ 5887690 h 6858000"/>
              <a:gd name="connsiteX35" fmla="*/ 156200 w 6572708"/>
              <a:gd name="connsiteY35" fmla="*/ 5882649 h 6858000"/>
              <a:gd name="connsiteX36" fmla="*/ 194213 w 6572708"/>
              <a:gd name="connsiteY36" fmla="*/ 5841953 h 6858000"/>
              <a:gd name="connsiteX37" fmla="*/ 203216 w 6572708"/>
              <a:gd name="connsiteY37" fmla="*/ 5777927 h 6858000"/>
              <a:gd name="connsiteX38" fmla="*/ 202536 w 6572708"/>
              <a:gd name="connsiteY38" fmla="*/ 5728879 h 6858000"/>
              <a:gd name="connsiteX39" fmla="*/ 205380 w 6572708"/>
              <a:gd name="connsiteY39" fmla="*/ 5701696 h 6858000"/>
              <a:gd name="connsiteX40" fmla="*/ 203870 w 6572708"/>
              <a:gd name="connsiteY40" fmla="*/ 5681563 h 6858000"/>
              <a:gd name="connsiteX41" fmla="*/ 219294 w 6572708"/>
              <a:gd name="connsiteY41" fmla="*/ 5632219 h 6858000"/>
              <a:gd name="connsiteX42" fmla="*/ 252910 w 6572708"/>
              <a:gd name="connsiteY42" fmla="*/ 5551224 h 6858000"/>
              <a:gd name="connsiteX43" fmla="*/ 258253 w 6572708"/>
              <a:gd name="connsiteY43" fmla="*/ 5533854 h 6858000"/>
              <a:gd name="connsiteX44" fmla="*/ 255640 w 6572708"/>
              <a:gd name="connsiteY44" fmla="*/ 5518422 h 6858000"/>
              <a:gd name="connsiteX45" fmla="*/ 248756 w 6572708"/>
              <a:gd name="connsiteY45" fmla="*/ 5514403 h 6858000"/>
              <a:gd name="connsiteX46" fmla="*/ 250538 w 6572708"/>
              <a:gd name="connsiteY46" fmla="*/ 5504771 h 6858000"/>
              <a:gd name="connsiteX47" fmla="*/ 249507 w 6572708"/>
              <a:gd name="connsiteY47" fmla="*/ 5502102 h 6858000"/>
              <a:gd name="connsiteX48" fmla="*/ 245101 w 6572708"/>
              <a:gd name="connsiteY48" fmla="*/ 5486913 h 6858000"/>
              <a:gd name="connsiteX49" fmla="*/ 273088 w 6572708"/>
              <a:gd name="connsiteY49" fmla="*/ 5457083 h 6858000"/>
              <a:gd name="connsiteX50" fmla="*/ 276759 w 6572708"/>
              <a:gd name="connsiteY50" fmla="*/ 5418245 h 6858000"/>
              <a:gd name="connsiteX51" fmla="*/ 314712 w 6572708"/>
              <a:gd name="connsiteY51" fmla="*/ 5305770 h 6858000"/>
              <a:gd name="connsiteX52" fmla="*/ 320056 w 6572708"/>
              <a:gd name="connsiteY52" fmla="*/ 5298784 h 6858000"/>
              <a:gd name="connsiteX53" fmla="*/ 320763 w 6572708"/>
              <a:gd name="connsiteY53" fmla="*/ 5282149 h 6858000"/>
              <a:gd name="connsiteX54" fmla="*/ 325879 w 6572708"/>
              <a:gd name="connsiteY54" fmla="*/ 5270957 h 6858000"/>
              <a:gd name="connsiteX55" fmla="*/ 318913 w 6572708"/>
              <a:gd name="connsiteY55" fmla="*/ 5268991 h 6858000"/>
              <a:gd name="connsiteX56" fmla="*/ 317758 w 6572708"/>
              <a:gd name="connsiteY56" fmla="*/ 5250149 h 6858000"/>
              <a:gd name="connsiteX57" fmla="*/ 317275 w 6572708"/>
              <a:gd name="connsiteY57" fmla="*/ 5230130 h 6858000"/>
              <a:gd name="connsiteX58" fmla="*/ 329641 w 6572708"/>
              <a:gd name="connsiteY58" fmla="*/ 5216534 h 6858000"/>
              <a:gd name="connsiteX59" fmla="*/ 329088 w 6572708"/>
              <a:gd name="connsiteY59" fmla="*/ 5211732 h 6858000"/>
              <a:gd name="connsiteX60" fmla="*/ 291324 w 6572708"/>
              <a:gd name="connsiteY60" fmla="*/ 5147635 h 6858000"/>
              <a:gd name="connsiteX61" fmla="*/ 299864 w 6572708"/>
              <a:gd name="connsiteY61" fmla="*/ 5063838 h 6858000"/>
              <a:gd name="connsiteX62" fmla="*/ 323140 w 6572708"/>
              <a:gd name="connsiteY62" fmla="*/ 5036513 h 6858000"/>
              <a:gd name="connsiteX63" fmla="*/ 323855 w 6572708"/>
              <a:gd name="connsiteY63" fmla="*/ 4827737 h 6858000"/>
              <a:gd name="connsiteX64" fmla="*/ 333687 w 6572708"/>
              <a:gd name="connsiteY64" fmla="*/ 4774692 h 6858000"/>
              <a:gd name="connsiteX65" fmla="*/ 322637 w 6572708"/>
              <a:gd name="connsiteY65" fmla="*/ 4727427 h 6858000"/>
              <a:gd name="connsiteX66" fmla="*/ 330798 w 6572708"/>
              <a:gd name="connsiteY66" fmla="*/ 4708193 h 6858000"/>
              <a:gd name="connsiteX67" fmla="*/ 332420 w 6572708"/>
              <a:gd name="connsiteY67" fmla="*/ 4704882 h 6858000"/>
              <a:gd name="connsiteX68" fmla="*/ 334216 w 6572708"/>
              <a:gd name="connsiteY68" fmla="*/ 4691500 h 6858000"/>
              <a:gd name="connsiteX69" fmla="*/ 340601 w 6572708"/>
              <a:gd name="connsiteY69" fmla="*/ 4687895 h 6858000"/>
              <a:gd name="connsiteX70" fmla="*/ 347516 w 6572708"/>
              <a:gd name="connsiteY70" fmla="*/ 4667873 h 6858000"/>
              <a:gd name="connsiteX71" fmla="*/ 349175 w 6572708"/>
              <a:gd name="connsiteY71" fmla="*/ 4643189 h 6858000"/>
              <a:gd name="connsiteX72" fmla="*/ 350492 w 6572708"/>
              <a:gd name="connsiteY72" fmla="*/ 4525833 h 6858000"/>
              <a:gd name="connsiteX73" fmla="*/ 355031 w 6572708"/>
              <a:gd name="connsiteY73" fmla="*/ 4455649 h 6858000"/>
              <a:gd name="connsiteX74" fmla="*/ 362651 w 6572708"/>
              <a:gd name="connsiteY74" fmla="*/ 4429036 h 6858000"/>
              <a:gd name="connsiteX75" fmla="*/ 369327 w 6572708"/>
              <a:gd name="connsiteY75" fmla="*/ 4391840 h 6858000"/>
              <a:gd name="connsiteX76" fmla="*/ 371272 w 6572708"/>
              <a:gd name="connsiteY76" fmla="*/ 4358845 h 6858000"/>
              <a:gd name="connsiteX77" fmla="*/ 382342 w 6572708"/>
              <a:gd name="connsiteY77" fmla="*/ 4333764 h 6858000"/>
              <a:gd name="connsiteX78" fmla="*/ 381365 w 6572708"/>
              <a:gd name="connsiteY78" fmla="*/ 4331730 h 6858000"/>
              <a:gd name="connsiteX79" fmla="*/ 364244 w 6572708"/>
              <a:gd name="connsiteY79" fmla="*/ 4309700 h 6858000"/>
              <a:gd name="connsiteX80" fmla="*/ 363377 w 6572708"/>
              <a:gd name="connsiteY80" fmla="*/ 4285388 h 6858000"/>
              <a:gd name="connsiteX81" fmla="*/ 356642 w 6572708"/>
              <a:gd name="connsiteY81" fmla="*/ 4271714 h 6858000"/>
              <a:gd name="connsiteX82" fmla="*/ 357697 w 6572708"/>
              <a:gd name="connsiteY82" fmla="*/ 4266169 h 6858000"/>
              <a:gd name="connsiteX83" fmla="*/ 356998 w 6572708"/>
              <a:gd name="connsiteY83" fmla="*/ 4247672 h 6858000"/>
              <a:gd name="connsiteX84" fmla="*/ 357549 w 6572708"/>
              <a:gd name="connsiteY84" fmla="*/ 4237120 h 6858000"/>
              <a:gd name="connsiteX85" fmla="*/ 358116 w 6572708"/>
              <a:gd name="connsiteY85" fmla="*/ 4232936 h 6858000"/>
              <a:gd name="connsiteX86" fmla="*/ 366243 w 6572708"/>
              <a:gd name="connsiteY86" fmla="*/ 4224051 h 6858000"/>
              <a:gd name="connsiteX87" fmla="*/ 363841 w 6572708"/>
              <a:gd name="connsiteY87" fmla="*/ 4211782 h 6858000"/>
              <a:gd name="connsiteX88" fmla="*/ 372159 w 6572708"/>
              <a:gd name="connsiteY88" fmla="*/ 4198810 h 6858000"/>
              <a:gd name="connsiteX89" fmla="*/ 366211 w 6572708"/>
              <a:gd name="connsiteY89" fmla="*/ 4195262 h 6858000"/>
              <a:gd name="connsiteX90" fmla="*/ 360561 w 6572708"/>
              <a:gd name="connsiteY90" fmla="*/ 4184054 h 6858000"/>
              <a:gd name="connsiteX91" fmla="*/ 368375 w 6572708"/>
              <a:gd name="connsiteY91" fmla="*/ 4175099 h 6858000"/>
              <a:gd name="connsiteX92" fmla="*/ 373972 w 6572708"/>
              <a:gd name="connsiteY92" fmla="*/ 4155792 h 6858000"/>
              <a:gd name="connsiteX93" fmla="*/ 373150 w 6572708"/>
              <a:gd name="connsiteY93" fmla="*/ 4150364 h 6858000"/>
              <a:gd name="connsiteX94" fmla="*/ 383773 w 6572708"/>
              <a:gd name="connsiteY94" fmla="*/ 4132084 h 6858000"/>
              <a:gd name="connsiteX95" fmla="*/ 389140 w 6572708"/>
              <a:gd name="connsiteY95" fmla="*/ 4115873 h 6858000"/>
              <a:gd name="connsiteX96" fmla="*/ 378846 w 6572708"/>
              <a:gd name="connsiteY96" fmla="*/ 4082551 h 6858000"/>
              <a:gd name="connsiteX97" fmla="*/ 368001 w 6572708"/>
              <a:gd name="connsiteY97" fmla="*/ 3968090 h 6858000"/>
              <a:gd name="connsiteX98" fmla="*/ 372661 w 6572708"/>
              <a:gd name="connsiteY98" fmla="*/ 3881355 h 6858000"/>
              <a:gd name="connsiteX99" fmla="*/ 379210 w 6572708"/>
              <a:gd name="connsiteY99" fmla="*/ 3850569 h 6858000"/>
              <a:gd name="connsiteX100" fmla="*/ 389880 w 6572708"/>
              <a:gd name="connsiteY100" fmla="*/ 3798988 h 6858000"/>
              <a:gd name="connsiteX101" fmla="*/ 409909 w 6572708"/>
              <a:gd name="connsiteY101" fmla="*/ 3760424 h 6858000"/>
              <a:gd name="connsiteX102" fmla="*/ 414051 w 6572708"/>
              <a:gd name="connsiteY102" fmla="*/ 3717298 h 6858000"/>
              <a:gd name="connsiteX103" fmla="*/ 399424 w 6572708"/>
              <a:gd name="connsiteY103" fmla="*/ 3707291 h 6858000"/>
              <a:gd name="connsiteX104" fmla="*/ 394460 w 6572708"/>
              <a:gd name="connsiteY104" fmla="*/ 3673415 h 6858000"/>
              <a:gd name="connsiteX105" fmla="*/ 408918 w 6572708"/>
              <a:gd name="connsiteY105" fmla="*/ 3661155 h 6858000"/>
              <a:gd name="connsiteX106" fmla="*/ 425028 w 6572708"/>
              <a:gd name="connsiteY106" fmla="*/ 3591166 h 6858000"/>
              <a:gd name="connsiteX107" fmla="*/ 430292 w 6572708"/>
              <a:gd name="connsiteY107" fmla="*/ 3550801 h 6858000"/>
              <a:gd name="connsiteX108" fmla="*/ 437149 w 6572708"/>
              <a:gd name="connsiteY108" fmla="*/ 3497399 h 6858000"/>
              <a:gd name="connsiteX109" fmla="*/ 442017 w 6572708"/>
              <a:gd name="connsiteY109" fmla="*/ 3474143 h 6858000"/>
              <a:gd name="connsiteX110" fmla="*/ 437175 w 6572708"/>
              <a:gd name="connsiteY110" fmla="*/ 3463057 h 6858000"/>
              <a:gd name="connsiteX111" fmla="*/ 438483 w 6572708"/>
              <a:gd name="connsiteY111" fmla="*/ 3457563 h 6858000"/>
              <a:gd name="connsiteX112" fmla="*/ 438642 w 6572708"/>
              <a:gd name="connsiteY112" fmla="*/ 3439053 h 6858000"/>
              <a:gd name="connsiteX113" fmla="*/ 439678 w 6572708"/>
              <a:gd name="connsiteY113" fmla="*/ 3428537 h 6858000"/>
              <a:gd name="connsiteX114" fmla="*/ 440437 w 6572708"/>
              <a:gd name="connsiteY114" fmla="*/ 3424381 h 6858000"/>
              <a:gd name="connsiteX115" fmla="*/ 448781 w 6572708"/>
              <a:gd name="connsiteY115" fmla="*/ 3416042 h 6858000"/>
              <a:gd name="connsiteX116" fmla="*/ 448765 w 6572708"/>
              <a:gd name="connsiteY116" fmla="*/ 3414504 h 6858000"/>
              <a:gd name="connsiteX117" fmla="*/ 447134 w 6572708"/>
              <a:gd name="connsiteY117" fmla="*/ 3403498 h 6858000"/>
              <a:gd name="connsiteX118" fmla="*/ 452387 w 6572708"/>
              <a:gd name="connsiteY118" fmla="*/ 3396070 h 6858000"/>
              <a:gd name="connsiteX119" fmla="*/ 453996 w 6572708"/>
              <a:gd name="connsiteY119" fmla="*/ 3389553 h 6858000"/>
              <a:gd name="connsiteX120" fmla="*/ 450265 w 6572708"/>
              <a:gd name="connsiteY120" fmla="*/ 3387098 h 6858000"/>
              <a:gd name="connsiteX121" fmla="*/ 445137 w 6572708"/>
              <a:gd name="connsiteY121" fmla="*/ 3375655 h 6858000"/>
              <a:gd name="connsiteX122" fmla="*/ 453359 w 6572708"/>
              <a:gd name="connsiteY122" fmla="*/ 3367050 h 6858000"/>
              <a:gd name="connsiteX123" fmla="*/ 459842 w 6572708"/>
              <a:gd name="connsiteY123" fmla="*/ 3348005 h 6858000"/>
              <a:gd name="connsiteX124" fmla="*/ 459268 w 6572708"/>
              <a:gd name="connsiteY124" fmla="*/ 3342546 h 6858000"/>
              <a:gd name="connsiteX125" fmla="*/ 470590 w 6572708"/>
              <a:gd name="connsiteY125" fmla="*/ 3324958 h 6858000"/>
              <a:gd name="connsiteX126" fmla="*/ 468579 w 6572708"/>
              <a:gd name="connsiteY126" fmla="*/ 3306990 h 6858000"/>
              <a:gd name="connsiteX127" fmla="*/ 480123 w 6572708"/>
              <a:gd name="connsiteY127" fmla="*/ 3295094 h 6858000"/>
              <a:gd name="connsiteX128" fmla="*/ 482298 w 6572708"/>
              <a:gd name="connsiteY128" fmla="*/ 3293541 h 6858000"/>
              <a:gd name="connsiteX129" fmla="*/ 489102 w 6572708"/>
              <a:gd name="connsiteY129" fmla="*/ 3262198 h 6858000"/>
              <a:gd name="connsiteX130" fmla="*/ 497561 w 6572708"/>
              <a:gd name="connsiteY130" fmla="*/ 3253284 h 6858000"/>
              <a:gd name="connsiteX131" fmla="*/ 522157 w 6572708"/>
              <a:gd name="connsiteY131" fmla="*/ 3192563 h 6858000"/>
              <a:gd name="connsiteX132" fmla="*/ 529302 w 6572708"/>
              <a:gd name="connsiteY132" fmla="*/ 3175520 h 6858000"/>
              <a:gd name="connsiteX133" fmla="*/ 528284 w 6572708"/>
              <a:gd name="connsiteY133" fmla="*/ 3160058 h 6858000"/>
              <a:gd name="connsiteX134" fmla="*/ 521806 w 6572708"/>
              <a:gd name="connsiteY134" fmla="*/ 3155764 h 6858000"/>
              <a:gd name="connsiteX135" fmla="*/ 524589 w 6572708"/>
              <a:gd name="connsiteY135" fmla="*/ 3146261 h 6858000"/>
              <a:gd name="connsiteX136" fmla="*/ 523832 w 6572708"/>
              <a:gd name="connsiteY136" fmla="*/ 3143561 h 6858000"/>
              <a:gd name="connsiteX137" fmla="*/ 520994 w 6572708"/>
              <a:gd name="connsiteY137" fmla="*/ 3128263 h 6858000"/>
              <a:gd name="connsiteX138" fmla="*/ 552091 w 6572708"/>
              <a:gd name="connsiteY138" fmla="*/ 3099818 h 6858000"/>
              <a:gd name="connsiteX139" fmla="*/ 559786 w 6572708"/>
              <a:gd name="connsiteY139" fmla="*/ 3061351 h 6858000"/>
              <a:gd name="connsiteX140" fmla="*/ 636543 w 6572708"/>
              <a:gd name="connsiteY140" fmla="*/ 2921137 h 6858000"/>
              <a:gd name="connsiteX141" fmla="*/ 618216 w 6572708"/>
              <a:gd name="connsiteY141" fmla="*/ 2895965 h 6858000"/>
              <a:gd name="connsiteX142" fmla="*/ 724973 w 6572708"/>
              <a:gd name="connsiteY142" fmla="*/ 2755713 h 6858000"/>
              <a:gd name="connsiteX143" fmla="*/ 765538 w 6572708"/>
              <a:gd name="connsiteY143" fmla="*/ 2648081 h 6858000"/>
              <a:gd name="connsiteX144" fmla="*/ 780267 w 6572708"/>
              <a:gd name="connsiteY144" fmla="*/ 2641879 h 6858000"/>
              <a:gd name="connsiteX145" fmla="*/ 790836 w 6572708"/>
              <a:gd name="connsiteY145" fmla="*/ 2632919 h 6858000"/>
              <a:gd name="connsiteX146" fmla="*/ 790328 w 6572708"/>
              <a:gd name="connsiteY146" fmla="*/ 2631229 h 6858000"/>
              <a:gd name="connsiteX147" fmla="*/ 797257 w 6572708"/>
              <a:gd name="connsiteY147" fmla="*/ 2619054 h 6858000"/>
              <a:gd name="connsiteX148" fmla="*/ 802383 w 6572708"/>
              <a:gd name="connsiteY148" fmla="*/ 2617568 h 6858000"/>
              <a:gd name="connsiteX149" fmla="*/ 808267 w 6572708"/>
              <a:gd name="connsiteY149" fmla="*/ 2609586 h 6858000"/>
              <a:gd name="connsiteX150" fmla="*/ 822908 w 6572708"/>
              <a:gd name="connsiteY150" fmla="*/ 2594856 h 6858000"/>
              <a:gd name="connsiteX151" fmla="*/ 822791 w 6572708"/>
              <a:gd name="connsiteY151" fmla="*/ 2591164 h 6858000"/>
              <a:gd name="connsiteX152" fmla="*/ 840423 w 6572708"/>
              <a:gd name="connsiteY152" fmla="*/ 2567492 h 6858000"/>
              <a:gd name="connsiteX153" fmla="*/ 839313 w 6572708"/>
              <a:gd name="connsiteY153" fmla="*/ 2566722 h 6858000"/>
              <a:gd name="connsiteX154" fmla="*/ 838361 w 6572708"/>
              <a:gd name="connsiteY154" fmla="*/ 2558109 h 6858000"/>
              <a:gd name="connsiteX155" fmla="*/ 839637 w 6572708"/>
              <a:gd name="connsiteY155" fmla="*/ 2542662 h 6858000"/>
              <a:gd name="connsiteX156" fmla="*/ 825800 w 6572708"/>
              <a:gd name="connsiteY156" fmla="*/ 2501548 h 6858000"/>
              <a:gd name="connsiteX157" fmla="*/ 844035 w 6572708"/>
              <a:gd name="connsiteY157" fmla="*/ 2476819 h 6858000"/>
              <a:gd name="connsiteX158" fmla="*/ 846972 w 6572708"/>
              <a:gd name="connsiteY158" fmla="*/ 2471590 h 6858000"/>
              <a:gd name="connsiteX159" fmla="*/ 846730 w 6572708"/>
              <a:gd name="connsiteY159" fmla="*/ 2471378 h 6858000"/>
              <a:gd name="connsiteX160" fmla="*/ 849228 w 6572708"/>
              <a:gd name="connsiteY160" fmla="*/ 2465654 h 6858000"/>
              <a:gd name="connsiteX161" fmla="*/ 852330 w 6572708"/>
              <a:gd name="connsiteY161" fmla="*/ 2462052 h 6858000"/>
              <a:gd name="connsiteX162" fmla="*/ 858029 w 6572708"/>
              <a:gd name="connsiteY162" fmla="*/ 2451906 h 6858000"/>
              <a:gd name="connsiteX163" fmla="*/ 857986 w 6572708"/>
              <a:gd name="connsiteY163" fmla="*/ 2447716 h 6858000"/>
              <a:gd name="connsiteX164" fmla="*/ 855075 w 6572708"/>
              <a:gd name="connsiteY164" fmla="*/ 2445047 h 6858000"/>
              <a:gd name="connsiteX165" fmla="*/ 856006 w 6572708"/>
              <a:gd name="connsiteY165" fmla="*/ 2444265 h 6858000"/>
              <a:gd name="connsiteX166" fmla="*/ 856444 w 6572708"/>
              <a:gd name="connsiteY166" fmla="*/ 2421759 h 6858000"/>
              <a:gd name="connsiteX167" fmla="*/ 868981 w 6572708"/>
              <a:gd name="connsiteY167" fmla="*/ 2375200 h 6858000"/>
              <a:gd name="connsiteX168" fmla="*/ 880811 w 6572708"/>
              <a:gd name="connsiteY168" fmla="*/ 2350147 h 6858000"/>
              <a:gd name="connsiteX169" fmla="*/ 908124 w 6572708"/>
              <a:gd name="connsiteY169" fmla="*/ 2279761 h 6858000"/>
              <a:gd name="connsiteX170" fmla="*/ 931678 w 6572708"/>
              <a:gd name="connsiteY170" fmla="*/ 2207772 h 6858000"/>
              <a:gd name="connsiteX171" fmla="*/ 921761 w 6572708"/>
              <a:gd name="connsiteY171" fmla="*/ 2164302 h 6858000"/>
              <a:gd name="connsiteX172" fmla="*/ 923058 w 6572708"/>
              <a:gd name="connsiteY172" fmla="*/ 2160162 h 6858000"/>
              <a:gd name="connsiteX173" fmla="*/ 931663 w 6572708"/>
              <a:gd name="connsiteY173" fmla="*/ 2151458 h 6858000"/>
              <a:gd name="connsiteX174" fmla="*/ 935730 w 6572708"/>
              <a:gd name="connsiteY174" fmla="*/ 2148616 h 6858000"/>
              <a:gd name="connsiteX175" fmla="*/ 939910 w 6572708"/>
              <a:gd name="connsiteY175" fmla="*/ 2143540 h 6858000"/>
              <a:gd name="connsiteX176" fmla="*/ 939746 w 6572708"/>
              <a:gd name="connsiteY176" fmla="*/ 2143278 h 6858000"/>
              <a:gd name="connsiteX177" fmla="*/ 944182 w 6572708"/>
              <a:gd name="connsiteY177" fmla="*/ 2138791 h 6858000"/>
              <a:gd name="connsiteX178" fmla="*/ 969240 w 6572708"/>
              <a:gd name="connsiteY178" fmla="*/ 2118565 h 6858000"/>
              <a:gd name="connsiteX179" fmla="*/ 969333 w 6572708"/>
              <a:gd name="connsiteY179" fmla="*/ 2074914 h 6858000"/>
              <a:gd name="connsiteX180" fmla="*/ 975462 w 6572708"/>
              <a:gd name="connsiteY180" fmla="*/ 2059981 h 6858000"/>
              <a:gd name="connsiteX181" fmla="*/ 977313 w 6572708"/>
              <a:gd name="connsiteY181" fmla="*/ 2051279 h 6858000"/>
              <a:gd name="connsiteX182" fmla="*/ 976512 w 6572708"/>
              <a:gd name="connsiteY182" fmla="*/ 2050269 h 6858000"/>
              <a:gd name="connsiteX183" fmla="*/ 1000665 w 6572708"/>
              <a:gd name="connsiteY183" fmla="*/ 2030946 h 6858000"/>
              <a:gd name="connsiteX184" fmla="*/ 1001735 w 6572708"/>
              <a:gd name="connsiteY184" fmla="*/ 2027284 h 6858000"/>
              <a:gd name="connsiteX185" fmla="*/ 1020214 w 6572708"/>
              <a:gd name="connsiteY185" fmla="*/ 2016095 h 6858000"/>
              <a:gd name="connsiteX186" fmla="*/ 1028302 w 6572708"/>
              <a:gd name="connsiteY186" fmla="*/ 2009567 h 6858000"/>
              <a:gd name="connsiteX187" fmla="*/ 1033598 w 6572708"/>
              <a:gd name="connsiteY187" fmla="*/ 2009267 h 6858000"/>
              <a:gd name="connsiteX188" fmla="*/ 1044008 w 6572708"/>
              <a:gd name="connsiteY188" fmla="*/ 1998844 h 6858000"/>
              <a:gd name="connsiteX189" fmla="*/ 1044069 w 6572708"/>
              <a:gd name="connsiteY189" fmla="*/ 1997063 h 6858000"/>
              <a:gd name="connsiteX190" fmla="*/ 1056878 w 6572708"/>
              <a:gd name="connsiteY190" fmla="*/ 1990634 h 6858000"/>
              <a:gd name="connsiteX191" fmla="*/ 1072722 w 6572708"/>
              <a:gd name="connsiteY191" fmla="*/ 1987868 h 6858000"/>
              <a:gd name="connsiteX192" fmla="*/ 1145252 w 6572708"/>
              <a:gd name="connsiteY192" fmla="*/ 1891028 h 6858000"/>
              <a:gd name="connsiteX193" fmla="*/ 1226890 w 6572708"/>
              <a:gd name="connsiteY193" fmla="*/ 1845992 h 6858000"/>
              <a:gd name="connsiteX194" fmla="*/ 1323685 w 6572708"/>
              <a:gd name="connsiteY194" fmla="*/ 1758717 h 6858000"/>
              <a:gd name="connsiteX195" fmla="*/ 1398273 w 6572708"/>
              <a:gd name="connsiteY195" fmla="*/ 1627389 h 6858000"/>
              <a:gd name="connsiteX196" fmla="*/ 1417786 w 6572708"/>
              <a:gd name="connsiteY196" fmla="*/ 1591233 h 6858000"/>
              <a:gd name="connsiteX197" fmla="*/ 1456144 w 6572708"/>
              <a:gd name="connsiteY197" fmla="*/ 1570271 h 6858000"/>
              <a:gd name="connsiteX198" fmla="*/ 1458351 w 6572708"/>
              <a:gd name="connsiteY198" fmla="*/ 1554550 h 6858000"/>
              <a:gd name="connsiteX199" fmla="*/ 1458500 w 6572708"/>
              <a:gd name="connsiteY199" fmla="*/ 1551719 h 6858000"/>
              <a:gd name="connsiteX200" fmla="*/ 1464150 w 6572708"/>
              <a:gd name="connsiteY200" fmla="*/ 1542986 h 6858000"/>
              <a:gd name="connsiteX201" fmla="*/ 1459426 w 6572708"/>
              <a:gd name="connsiteY201" fmla="*/ 1537283 h 6858000"/>
              <a:gd name="connsiteX202" fmla="*/ 1463401 w 6572708"/>
              <a:gd name="connsiteY202" fmla="*/ 1521818 h 6858000"/>
              <a:gd name="connsiteX203" fmla="*/ 1475565 w 6572708"/>
              <a:gd name="connsiteY203" fmla="*/ 1506648 h 6858000"/>
              <a:gd name="connsiteX204" fmla="*/ 1540362 w 6572708"/>
              <a:gd name="connsiteY204" fmla="*/ 1438265 h 6858000"/>
              <a:gd name="connsiteX205" fmla="*/ 1575141 w 6572708"/>
              <a:gd name="connsiteY205" fmla="*/ 1395238 h 6858000"/>
              <a:gd name="connsiteX206" fmla="*/ 1582090 w 6572708"/>
              <a:gd name="connsiteY206" fmla="*/ 1375575 h 6858000"/>
              <a:gd name="connsiteX207" fmla="*/ 1596005 w 6572708"/>
              <a:gd name="connsiteY207" fmla="*/ 1350347 h 6858000"/>
              <a:gd name="connsiteX208" fmla="*/ 1615711 w 6572708"/>
              <a:gd name="connsiteY208" fmla="*/ 1303251 h 6858000"/>
              <a:gd name="connsiteX209" fmla="*/ 1650622 w 6572708"/>
              <a:gd name="connsiteY209" fmla="*/ 1244447 h 6858000"/>
              <a:gd name="connsiteX210" fmla="*/ 1702792 w 6572708"/>
              <a:gd name="connsiteY210" fmla="*/ 1215797 h 6858000"/>
              <a:gd name="connsiteX211" fmla="*/ 1700885 w 6572708"/>
              <a:gd name="connsiteY211" fmla="*/ 1209814 h 6858000"/>
              <a:gd name="connsiteX212" fmla="*/ 1723848 w 6572708"/>
              <a:gd name="connsiteY212" fmla="*/ 1183123 h 6858000"/>
              <a:gd name="connsiteX213" fmla="*/ 1759968 w 6572708"/>
              <a:gd name="connsiteY213" fmla="*/ 1166871 h 6858000"/>
              <a:gd name="connsiteX214" fmla="*/ 1767742 w 6572708"/>
              <a:gd name="connsiteY214" fmla="*/ 1158484 h 6858000"/>
              <a:gd name="connsiteX215" fmla="*/ 1774888 w 6572708"/>
              <a:gd name="connsiteY215" fmla="*/ 1141442 h 6858000"/>
              <a:gd name="connsiteX216" fmla="*/ 1773870 w 6572708"/>
              <a:gd name="connsiteY216" fmla="*/ 1125979 h 6858000"/>
              <a:gd name="connsiteX217" fmla="*/ 1767392 w 6572708"/>
              <a:gd name="connsiteY217" fmla="*/ 1121685 h 6858000"/>
              <a:gd name="connsiteX218" fmla="*/ 1770175 w 6572708"/>
              <a:gd name="connsiteY218" fmla="*/ 1112182 h 6858000"/>
              <a:gd name="connsiteX219" fmla="*/ 1769418 w 6572708"/>
              <a:gd name="connsiteY219" fmla="*/ 1109483 h 6858000"/>
              <a:gd name="connsiteX220" fmla="*/ 1766580 w 6572708"/>
              <a:gd name="connsiteY220" fmla="*/ 1094184 h 6858000"/>
              <a:gd name="connsiteX221" fmla="*/ 1797677 w 6572708"/>
              <a:gd name="connsiteY221" fmla="*/ 1065740 h 6858000"/>
              <a:gd name="connsiteX222" fmla="*/ 1805371 w 6572708"/>
              <a:gd name="connsiteY222" fmla="*/ 1027273 h 6858000"/>
              <a:gd name="connsiteX223" fmla="*/ 1882128 w 6572708"/>
              <a:gd name="connsiteY223" fmla="*/ 887059 h 6858000"/>
              <a:gd name="connsiteX224" fmla="*/ 1863801 w 6572708"/>
              <a:gd name="connsiteY224" fmla="*/ 861887 h 6858000"/>
              <a:gd name="connsiteX225" fmla="*/ 1970558 w 6572708"/>
              <a:gd name="connsiteY225" fmla="*/ 721635 h 6858000"/>
              <a:gd name="connsiteX226" fmla="*/ 1974257 w 6572708"/>
              <a:gd name="connsiteY226" fmla="*/ 713733 h 6858000"/>
              <a:gd name="connsiteX227" fmla="*/ 1971701 w 6572708"/>
              <a:gd name="connsiteY227" fmla="*/ 704563 h 6858000"/>
              <a:gd name="connsiteX228" fmla="*/ 1966819 w 6572708"/>
              <a:gd name="connsiteY228" fmla="*/ 628924 h 6858000"/>
              <a:gd name="connsiteX229" fmla="*/ 1956004 w 6572708"/>
              <a:gd name="connsiteY229" fmla="*/ 621102 h 6858000"/>
              <a:gd name="connsiteX230" fmla="*/ 1948613 w 6572708"/>
              <a:gd name="connsiteY230" fmla="*/ 609156 h 6858000"/>
              <a:gd name="connsiteX231" fmla="*/ 1949145 w 6572708"/>
              <a:gd name="connsiteY231" fmla="*/ 606753 h 6858000"/>
              <a:gd name="connsiteX232" fmla="*/ 1944819 w 6572708"/>
              <a:gd name="connsiteY232" fmla="*/ 590072 h 6858000"/>
              <a:gd name="connsiteX233" fmla="*/ 1941001 w 6572708"/>
              <a:gd name="connsiteY233" fmla="*/ 588296 h 6858000"/>
              <a:gd name="connsiteX234" fmla="*/ 1937134 w 6572708"/>
              <a:gd name="connsiteY234" fmla="*/ 577443 h 6858000"/>
              <a:gd name="connsiteX235" fmla="*/ 1927092 w 6572708"/>
              <a:gd name="connsiteY235" fmla="*/ 557642 h 6858000"/>
              <a:gd name="connsiteX236" fmla="*/ 1927484 w 6572708"/>
              <a:gd name="connsiteY236" fmla="*/ 552451 h 6858000"/>
              <a:gd name="connsiteX237" fmla="*/ 1915874 w 6572708"/>
              <a:gd name="connsiteY237" fmla="*/ 520271 h 6858000"/>
              <a:gd name="connsiteX238" fmla="*/ 1916793 w 6572708"/>
              <a:gd name="connsiteY238" fmla="*/ 519123 h 6858000"/>
              <a:gd name="connsiteX239" fmla="*/ 1918236 w 6572708"/>
              <a:gd name="connsiteY239" fmla="*/ 506970 h 6858000"/>
              <a:gd name="connsiteX240" fmla="*/ 1918529 w 6572708"/>
              <a:gd name="connsiteY240" fmla="*/ 485354 h 6858000"/>
              <a:gd name="connsiteX241" fmla="*/ 1932556 w 6572708"/>
              <a:gd name="connsiteY241" fmla="*/ 426779 h 6858000"/>
              <a:gd name="connsiteX242" fmla="*/ 1920572 w 6572708"/>
              <a:gd name="connsiteY242" fmla="*/ 393150 h 6858000"/>
              <a:gd name="connsiteX243" fmla="*/ 1918744 w 6572708"/>
              <a:gd name="connsiteY243" fmla="*/ 385981 h 6858000"/>
              <a:gd name="connsiteX244" fmla="*/ 1918949 w 6572708"/>
              <a:gd name="connsiteY244" fmla="*/ 385674 h 6858000"/>
              <a:gd name="connsiteX245" fmla="*/ 1917499 w 6572708"/>
              <a:gd name="connsiteY245" fmla="*/ 377782 h 6858000"/>
              <a:gd name="connsiteX246" fmla="*/ 1915412 w 6572708"/>
              <a:gd name="connsiteY246" fmla="*/ 372914 h 6858000"/>
              <a:gd name="connsiteX247" fmla="*/ 1911865 w 6572708"/>
              <a:gd name="connsiteY247" fmla="*/ 359009 h 6858000"/>
              <a:gd name="connsiteX248" fmla="*/ 1912244 w 6572708"/>
              <a:gd name="connsiteY248" fmla="*/ 353121 h 6858000"/>
              <a:gd name="connsiteX249" fmla="*/ 1933610 w 6572708"/>
              <a:gd name="connsiteY249" fmla="*/ 297387 h 6858000"/>
              <a:gd name="connsiteX250" fmla="*/ 1939454 w 6572708"/>
              <a:gd name="connsiteY250" fmla="*/ 194719 h 6858000"/>
              <a:gd name="connsiteX251" fmla="*/ 1942001 w 6572708"/>
              <a:gd name="connsiteY251" fmla="*/ 93227 h 6858000"/>
              <a:gd name="connsiteX252" fmla="*/ 1941351 w 6572708"/>
              <a:gd name="connsiteY252" fmla="*/ 56555 h 6858000"/>
              <a:gd name="connsiteX253" fmla="*/ 1950955 w 6572708"/>
              <a:gd name="connsiteY253" fmla="*/ 5312 h 6858000"/>
              <a:gd name="connsiteX254" fmla="*/ 1949546 w 6572708"/>
              <a:gd name="connsiteY254"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4727719 w 6572708"/>
              <a:gd name="connsiteY8" fmla="*/ 6858000 h 6858000"/>
              <a:gd name="connsiteX9" fmla="*/ 3831783 w 6572708"/>
              <a:gd name="connsiteY9" fmla="*/ 6858000 h 6858000"/>
              <a:gd name="connsiteX10" fmla="*/ 1368280 w 6572708"/>
              <a:gd name="connsiteY10" fmla="*/ 6858000 h 6858000"/>
              <a:gd name="connsiteX11" fmla="*/ 0 w 6572708"/>
              <a:gd name="connsiteY11" fmla="*/ 6858000 h 6858000"/>
              <a:gd name="connsiteX12" fmla="*/ 9990 w 6572708"/>
              <a:gd name="connsiteY12" fmla="*/ 6815347 h 6858000"/>
              <a:gd name="connsiteX13" fmla="*/ 11375 w 6572708"/>
              <a:gd name="connsiteY13" fmla="*/ 6764639 h 6858000"/>
              <a:gd name="connsiteX14" fmla="*/ 37994 w 6572708"/>
              <a:gd name="connsiteY14" fmla="*/ 6747193 h 6858000"/>
              <a:gd name="connsiteX15" fmla="*/ 60759 w 6572708"/>
              <a:gd name="connsiteY15" fmla="*/ 6667761 h 6858000"/>
              <a:gd name="connsiteX16" fmla="*/ 44882 w 6572708"/>
              <a:gd name="connsiteY16" fmla="*/ 6635203 h 6858000"/>
              <a:gd name="connsiteX17" fmla="*/ 38884 w 6572708"/>
              <a:gd name="connsiteY17" fmla="*/ 6601215 h 6858000"/>
              <a:gd name="connsiteX18" fmla="*/ 24537 w 6572708"/>
              <a:gd name="connsiteY18" fmla="*/ 6599857 h 6858000"/>
              <a:gd name="connsiteX19" fmla="*/ 30487 w 6572708"/>
              <a:gd name="connsiteY19" fmla="*/ 6582849 h 6858000"/>
              <a:gd name="connsiteX20" fmla="*/ 30797 w 6572708"/>
              <a:gd name="connsiteY20" fmla="*/ 6536021 h 6858000"/>
              <a:gd name="connsiteX21" fmla="*/ 10629 w 6572708"/>
              <a:gd name="connsiteY21" fmla="*/ 6483343 h 6858000"/>
              <a:gd name="connsiteX22" fmla="*/ 16211 w 6572708"/>
              <a:gd name="connsiteY22" fmla="*/ 6402087 h 6858000"/>
              <a:gd name="connsiteX23" fmla="*/ 25932 w 6572708"/>
              <a:gd name="connsiteY23" fmla="*/ 6321765 h 6858000"/>
              <a:gd name="connsiteX24" fmla="*/ 31488 w 6572708"/>
              <a:gd name="connsiteY24" fmla="*/ 6292746 h 6858000"/>
              <a:gd name="connsiteX25" fmla="*/ 32413 w 6572708"/>
              <a:gd name="connsiteY25" fmla="*/ 6240744 h 6858000"/>
              <a:gd name="connsiteX26" fmla="*/ 34430 w 6572708"/>
              <a:gd name="connsiteY26" fmla="*/ 6206738 h 6858000"/>
              <a:gd name="connsiteX27" fmla="*/ 55689 w 6572708"/>
              <a:gd name="connsiteY27" fmla="*/ 6203389 h 6858000"/>
              <a:gd name="connsiteX28" fmla="*/ 63475 w 6572708"/>
              <a:gd name="connsiteY28" fmla="*/ 6172740 h 6858000"/>
              <a:gd name="connsiteX29" fmla="*/ 50070 w 6572708"/>
              <a:gd name="connsiteY29" fmla="*/ 6141398 h 6858000"/>
              <a:gd name="connsiteX30" fmla="*/ 52252 w 6572708"/>
              <a:gd name="connsiteY30" fmla="*/ 6103364 h 6858000"/>
              <a:gd name="connsiteX31" fmla="*/ 53329 w 6572708"/>
              <a:gd name="connsiteY31" fmla="*/ 6080619 h 6858000"/>
              <a:gd name="connsiteX32" fmla="*/ 73573 w 6572708"/>
              <a:gd name="connsiteY32" fmla="*/ 6019868 h 6858000"/>
              <a:gd name="connsiteX33" fmla="*/ 149610 w 6572708"/>
              <a:gd name="connsiteY33" fmla="*/ 5918672 h 6858000"/>
              <a:gd name="connsiteX34" fmla="*/ 160505 w 6572708"/>
              <a:gd name="connsiteY34" fmla="*/ 5887690 h 6858000"/>
              <a:gd name="connsiteX35" fmla="*/ 156200 w 6572708"/>
              <a:gd name="connsiteY35" fmla="*/ 5882649 h 6858000"/>
              <a:gd name="connsiteX36" fmla="*/ 194213 w 6572708"/>
              <a:gd name="connsiteY36" fmla="*/ 5841953 h 6858000"/>
              <a:gd name="connsiteX37" fmla="*/ 203216 w 6572708"/>
              <a:gd name="connsiteY37" fmla="*/ 5777927 h 6858000"/>
              <a:gd name="connsiteX38" fmla="*/ 202536 w 6572708"/>
              <a:gd name="connsiteY38" fmla="*/ 5728879 h 6858000"/>
              <a:gd name="connsiteX39" fmla="*/ 205380 w 6572708"/>
              <a:gd name="connsiteY39" fmla="*/ 5701696 h 6858000"/>
              <a:gd name="connsiteX40" fmla="*/ 203870 w 6572708"/>
              <a:gd name="connsiteY40" fmla="*/ 5681563 h 6858000"/>
              <a:gd name="connsiteX41" fmla="*/ 219294 w 6572708"/>
              <a:gd name="connsiteY41" fmla="*/ 5632219 h 6858000"/>
              <a:gd name="connsiteX42" fmla="*/ 252910 w 6572708"/>
              <a:gd name="connsiteY42" fmla="*/ 5551224 h 6858000"/>
              <a:gd name="connsiteX43" fmla="*/ 258253 w 6572708"/>
              <a:gd name="connsiteY43" fmla="*/ 5533854 h 6858000"/>
              <a:gd name="connsiteX44" fmla="*/ 255640 w 6572708"/>
              <a:gd name="connsiteY44" fmla="*/ 5518422 h 6858000"/>
              <a:gd name="connsiteX45" fmla="*/ 248756 w 6572708"/>
              <a:gd name="connsiteY45" fmla="*/ 5514403 h 6858000"/>
              <a:gd name="connsiteX46" fmla="*/ 250538 w 6572708"/>
              <a:gd name="connsiteY46" fmla="*/ 5504771 h 6858000"/>
              <a:gd name="connsiteX47" fmla="*/ 249507 w 6572708"/>
              <a:gd name="connsiteY47" fmla="*/ 5502102 h 6858000"/>
              <a:gd name="connsiteX48" fmla="*/ 245101 w 6572708"/>
              <a:gd name="connsiteY48" fmla="*/ 5486913 h 6858000"/>
              <a:gd name="connsiteX49" fmla="*/ 273088 w 6572708"/>
              <a:gd name="connsiteY49" fmla="*/ 5457083 h 6858000"/>
              <a:gd name="connsiteX50" fmla="*/ 276759 w 6572708"/>
              <a:gd name="connsiteY50" fmla="*/ 5418245 h 6858000"/>
              <a:gd name="connsiteX51" fmla="*/ 314712 w 6572708"/>
              <a:gd name="connsiteY51" fmla="*/ 5305770 h 6858000"/>
              <a:gd name="connsiteX52" fmla="*/ 320056 w 6572708"/>
              <a:gd name="connsiteY52" fmla="*/ 5298784 h 6858000"/>
              <a:gd name="connsiteX53" fmla="*/ 320763 w 6572708"/>
              <a:gd name="connsiteY53" fmla="*/ 5282149 h 6858000"/>
              <a:gd name="connsiteX54" fmla="*/ 325879 w 6572708"/>
              <a:gd name="connsiteY54" fmla="*/ 5270957 h 6858000"/>
              <a:gd name="connsiteX55" fmla="*/ 318913 w 6572708"/>
              <a:gd name="connsiteY55" fmla="*/ 5268991 h 6858000"/>
              <a:gd name="connsiteX56" fmla="*/ 317758 w 6572708"/>
              <a:gd name="connsiteY56" fmla="*/ 5250149 h 6858000"/>
              <a:gd name="connsiteX57" fmla="*/ 317275 w 6572708"/>
              <a:gd name="connsiteY57" fmla="*/ 5230130 h 6858000"/>
              <a:gd name="connsiteX58" fmla="*/ 329641 w 6572708"/>
              <a:gd name="connsiteY58" fmla="*/ 5216534 h 6858000"/>
              <a:gd name="connsiteX59" fmla="*/ 329088 w 6572708"/>
              <a:gd name="connsiteY59" fmla="*/ 5211732 h 6858000"/>
              <a:gd name="connsiteX60" fmla="*/ 291324 w 6572708"/>
              <a:gd name="connsiteY60" fmla="*/ 5147635 h 6858000"/>
              <a:gd name="connsiteX61" fmla="*/ 299864 w 6572708"/>
              <a:gd name="connsiteY61" fmla="*/ 5063838 h 6858000"/>
              <a:gd name="connsiteX62" fmla="*/ 323140 w 6572708"/>
              <a:gd name="connsiteY62" fmla="*/ 5036513 h 6858000"/>
              <a:gd name="connsiteX63" fmla="*/ 323855 w 6572708"/>
              <a:gd name="connsiteY63" fmla="*/ 4827737 h 6858000"/>
              <a:gd name="connsiteX64" fmla="*/ 333687 w 6572708"/>
              <a:gd name="connsiteY64" fmla="*/ 4774692 h 6858000"/>
              <a:gd name="connsiteX65" fmla="*/ 322637 w 6572708"/>
              <a:gd name="connsiteY65" fmla="*/ 4727427 h 6858000"/>
              <a:gd name="connsiteX66" fmla="*/ 330798 w 6572708"/>
              <a:gd name="connsiteY66" fmla="*/ 4708193 h 6858000"/>
              <a:gd name="connsiteX67" fmla="*/ 332420 w 6572708"/>
              <a:gd name="connsiteY67" fmla="*/ 4704882 h 6858000"/>
              <a:gd name="connsiteX68" fmla="*/ 334216 w 6572708"/>
              <a:gd name="connsiteY68" fmla="*/ 4691500 h 6858000"/>
              <a:gd name="connsiteX69" fmla="*/ 340601 w 6572708"/>
              <a:gd name="connsiteY69" fmla="*/ 4687895 h 6858000"/>
              <a:gd name="connsiteX70" fmla="*/ 347516 w 6572708"/>
              <a:gd name="connsiteY70" fmla="*/ 4667873 h 6858000"/>
              <a:gd name="connsiteX71" fmla="*/ 349175 w 6572708"/>
              <a:gd name="connsiteY71" fmla="*/ 4643189 h 6858000"/>
              <a:gd name="connsiteX72" fmla="*/ 350492 w 6572708"/>
              <a:gd name="connsiteY72" fmla="*/ 4525833 h 6858000"/>
              <a:gd name="connsiteX73" fmla="*/ 355031 w 6572708"/>
              <a:gd name="connsiteY73" fmla="*/ 4455649 h 6858000"/>
              <a:gd name="connsiteX74" fmla="*/ 362651 w 6572708"/>
              <a:gd name="connsiteY74" fmla="*/ 4429036 h 6858000"/>
              <a:gd name="connsiteX75" fmla="*/ 369327 w 6572708"/>
              <a:gd name="connsiteY75" fmla="*/ 4391840 h 6858000"/>
              <a:gd name="connsiteX76" fmla="*/ 371272 w 6572708"/>
              <a:gd name="connsiteY76" fmla="*/ 4358845 h 6858000"/>
              <a:gd name="connsiteX77" fmla="*/ 382342 w 6572708"/>
              <a:gd name="connsiteY77" fmla="*/ 4333764 h 6858000"/>
              <a:gd name="connsiteX78" fmla="*/ 381365 w 6572708"/>
              <a:gd name="connsiteY78" fmla="*/ 4331730 h 6858000"/>
              <a:gd name="connsiteX79" fmla="*/ 364244 w 6572708"/>
              <a:gd name="connsiteY79" fmla="*/ 4309700 h 6858000"/>
              <a:gd name="connsiteX80" fmla="*/ 363377 w 6572708"/>
              <a:gd name="connsiteY80" fmla="*/ 4285388 h 6858000"/>
              <a:gd name="connsiteX81" fmla="*/ 356642 w 6572708"/>
              <a:gd name="connsiteY81" fmla="*/ 4271714 h 6858000"/>
              <a:gd name="connsiteX82" fmla="*/ 357697 w 6572708"/>
              <a:gd name="connsiteY82" fmla="*/ 4266169 h 6858000"/>
              <a:gd name="connsiteX83" fmla="*/ 356998 w 6572708"/>
              <a:gd name="connsiteY83" fmla="*/ 4247672 h 6858000"/>
              <a:gd name="connsiteX84" fmla="*/ 357549 w 6572708"/>
              <a:gd name="connsiteY84" fmla="*/ 4237120 h 6858000"/>
              <a:gd name="connsiteX85" fmla="*/ 358116 w 6572708"/>
              <a:gd name="connsiteY85" fmla="*/ 4232936 h 6858000"/>
              <a:gd name="connsiteX86" fmla="*/ 366243 w 6572708"/>
              <a:gd name="connsiteY86" fmla="*/ 4224051 h 6858000"/>
              <a:gd name="connsiteX87" fmla="*/ 363841 w 6572708"/>
              <a:gd name="connsiteY87" fmla="*/ 4211782 h 6858000"/>
              <a:gd name="connsiteX88" fmla="*/ 372159 w 6572708"/>
              <a:gd name="connsiteY88" fmla="*/ 4198810 h 6858000"/>
              <a:gd name="connsiteX89" fmla="*/ 366211 w 6572708"/>
              <a:gd name="connsiteY89" fmla="*/ 4195262 h 6858000"/>
              <a:gd name="connsiteX90" fmla="*/ 360561 w 6572708"/>
              <a:gd name="connsiteY90" fmla="*/ 4184054 h 6858000"/>
              <a:gd name="connsiteX91" fmla="*/ 368375 w 6572708"/>
              <a:gd name="connsiteY91" fmla="*/ 4175099 h 6858000"/>
              <a:gd name="connsiteX92" fmla="*/ 373972 w 6572708"/>
              <a:gd name="connsiteY92" fmla="*/ 4155792 h 6858000"/>
              <a:gd name="connsiteX93" fmla="*/ 373150 w 6572708"/>
              <a:gd name="connsiteY93" fmla="*/ 4150364 h 6858000"/>
              <a:gd name="connsiteX94" fmla="*/ 383773 w 6572708"/>
              <a:gd name="connsiteY94" fmla="*/ 4132084 h 6858000"/>
              <a:gd name="connsiteX95" fmla="*/ 389140 w 6572708"/>
              <a:gd name="connsiteY95" fmla="*/ 4115873 h 6858000"/>
              <a:gd name="connsiteX96" fmla="*/ 378846 w 6572708"/>
              <a:gd name="connsiteY96" fmla="*/ 4082551 h 6858000"/>
              <a:gd name="connsiteX97" fmla="*/ 368001 w 6572708"/>
              <a:gd name="connsiteY97" fmla="*/ 3968090 h 6858000"/>
              <a:gd name="connsiteX98" fmla="*/ 372661 w 6572708"/>
              <a:gd name="connsiteY98" fmla="*/ 3881355 h 6858000"/>
              <a:gd name="connsiteX99" fmla="*/ 379210 w 6572708"/>
              <a:gd name="connsiteY99" fmla="*/ 3850569 h 6858000"/>
              <a:gd name="connsiteX100" fmla="*/ 389880 w 6572708"/>
              <a:gd name="connsiteY100" fmla="*/ 3798988 h 6858000"/>
              <a:gd name="connsiteX101" fmla="*/ 409909 w 6572708"/>
              <a:gd name="connsiteY101" fmla="*/ 3760424 h 6858000"/>
              <a:gd name="connsiteX102" fmla="*/ 414051 w 6572708"/>
              <a:gd name="connsiteY102" fmla="*/ 3717298 h 6858000"/>
              <a:gd name="connsiteX103" fmla="*/ 399424 w 6572708"/>
              <a:gd name="connsiteY103" fmla="*/ 3707291 h 6858000"/>
              <a:gd name="connsiteX104" fmla="*/ 394460 w 6572708"/>
              <a:gd name="connsiteY104" fmla="*/ 3673415 h 6858000"/>
              <a:gd name="connsiteX105" fmla="*/ 408918 w 6572708"/>
              <a:gd name="connsiteY105" fmla="*/ 3661155 h 6858000"/>
              <a:gd name="connsiteX106" fmla="*/ 425028 w 6572708"/>
              <a:gd name="connsiteY106" fmla="*/ 3591166 h 6858000"/>
              <a:gd name="connsiteX107" fmla="*/ 430292 w 6572708"/>
              <a:gd name="connsiteY107" fmla="*/ 3550801 h 6858000"/>
              <a:gd name="connsiteX108" fmla="*/ 437149 w 6572708"/>
              <a:gd name="connsiteY108" fmla="*/ 3497399 h 6858000"/>
              <a:gd name="connsiteX109" fmla="*/ 442017 w 6572708"/>
              <a:gd name="connsiteY109" fmla="*/ 3474143 h 6858000"/>
              <a:gd name="connsiteX110" fmla="*/ 437175 w 6572708"/>
              <a:gd name="connsiteY110" fmla="*/ 3463057 h 6858000"/>
              <a:gd name="connsiteX111" fmla="*/ 438483 w 6572708"/>
              <a:gd name="connsiteY111" fmla="*/ 3457563 h 6858000"/>
              <a:gd name="connsiteX112" fmla="*/ 438642 w 6572708"/>
              <a:gd name="connsiteY112" fmla="*/ 3439053 h 6858000"/>
              <a:gd name="connsiteX113" fmla="*/ 439678 w 6572708"/>
              <a:gd name="connsiteY113" fmla="*/ 3428537 h 6858000"/>
              <a:gd name="connsiteX114" fmla="*/ 440437 w 6572708"/>
              <a:gd name="connsiteY114" fmla="*/ 3424381 h 6858000"/>
              <a:gd name="connsiteX115" fmla="*/ 448781 w 6572708"/>
              <a:gd name="connsiteY115" fmla="*/ 3416042 h 6858000"/>
              <a:gd name="connsiteX116" fmla="*/ 448765 w 6572708"/>
              <a:gd name="connsiteY116" fmla="*/ 3414504 h 6858000"/>
              <a:gd name="connsiteX117" fmla="*/ 447134 w 6572708"/>
              <a:gd name="connsiteY117" fmla="*/ 3403498 h 6858000"/>
              <a:gd name="connsiteX118" fmla="*/ 452387 w 6572708"/>
              <a:gd name="connsiteY118" fmla="*/ 3396070 h 6858000"/>
              <a:gd name="connsiteX119" fmla="*/ 453996 w 6572708"/>
              <a:gd name="connsiteY119" fmla="*/ 3389553 h 6858000"/>
              <a:gd name="connsiteX120" fmla="*/ 450265 w 6572708"/>
              <a:gd name="connsiteY120" fmla="*/ 3387098 h 6858000"/>
              <a:gd name="connsiteX121" fmla="*/ 445137 w 6572708"/>
              <a:gd name="connsiteY121" fmla="*/ 3375655 h 6858000"/>
              <a:gd name="connsiteX122" fmla="*/ 453359 w 6572708"/>
              <a:gd name="connsiteY122" fmla="*/ 3367050 h 6858000"/>
              <a:gd name="connsiteX123" fmla="*/ 459842 w 6572708"/>
              <a:gd name="connsiteY123" fmla="*/ 3348005 h 6858000"/>
              <a:gd name="connsiteX124" fmla="*/ 459268 w 6572708"/>
              <a:gd name="connsiteY124" fmla="*/ 3342546 h 6858000"/>
              <a:gd name="connsiteX125" fmla="*/ 470590 w 6572708"/>
              <a:gd name="connsiteY125" fmla="*/ 3324958 h 6858000"/>
              <a:gd name="connsiteX126" fmla="*/ 468579 w 6572708"/>
              <a:gd name="connsiteY126" fmla="*/ 3306990 h 6858000"/>
              <a:gd name="connsiteX127" fmla="*/ 480123 w 6572708"/>
              <a:gd name="connsiteY127" fmla="*/ 3295094 h 6858000"/>
              <a:gd name="connsiteX128" fmla="*/ 482298 w 6572708"/>
              <a:gd name="connsiteY128" fmla="*/ 3293541 h 6858000"/>
              <a:gd name="connsiteX129" fmla="*/ 489102 w 6572708"/>
              <a:gd name="connsiteY129" fmla="*/ 3262198 h 6858000"/>
              <a:gd name="connsiteX130" fmla="*/ 497561 w 6572708"/>
              <a:gd name="connsiteY130" fmla="*/ 3253284 h 6858000"/>
              <a:gd name="connsiteX131" fmla="*/ 522157 w 6572708"/>
              <a:gd name="connsiteY131" fmla="*/ 3192563 h 6858000"/>
              <a:gd name="connsiteX132" fmla="*/ 529302 w 6572708"/>
              <a:gd name="connsiteY132" fmla="*/ 3175520 h 6858000"/>
              <a:gd name="connsiteX133" fmla="*/ 528284 w 6572708"/>
              <a:gd name="connsiteY133" fmla="*/ 3160058 h 6858000"/>
              <a:gd name="connsiteX134" fmla="*/ 521806 w 6572708"/>
              <a:gd name="connsiteY134" fmla="*/ 3155764 h 6858000"/>
              <a:gd name="connsiteX135" fmla="*/ 524589 w 6572708"/>
              <a:gd name="connsiteY135" fmla="*/ 3146261 h 6858000"/>
              <a:gd name="connsiteX136" fmla="*/ 523832 w 6572708"/>
              <a:gd name="connsiteY136" fmla="*/ 3143561 h 6858000"/>
              <a:gd name="connsiteX137" fmla="*/ 520994 w 6572708"/>
              <a:gd name="connsiteY137" fmla="*/ 3128263 h 6858000"/>
              <a:gd name="connsiteX138" fmla="*/ 552091 w 6572708"/>
              <a:gd name="connsiteY138" fmla="*/ 3099818 h 6858000"/>
              <a:gd name="connsiteX139" fmla="*/ 559786 w 6572708"/>
              <a:gd name="connsiteY139" fmla="*/ 3061351 h 6858000"/>
              <a:gd name="connsiteX140" fmla="*/ 636543 w 6572708"/>
              <a:gd name="connsiteY140" fmla="*/ 2921137 h 6858000"/>
              <a:gd name="connsiteX141" fmla="*/ 618216 w 6572708"/>
              <a:gd name="connsiteY141" fmla="*/ 2895965 h 6858000"/>
              <a:gd name="connsiteX142" fmla="*/ 724973 w 6572708"/>
              <a:gd name="connsiteY142" fmla="*/ 2755713 h 6858000"/>
              <a:gd name="connsiteX143" fmla="*/ 765538 w 6572708"/>
              <a:gd name="connsiteY143" fmla="*/ 2648081 h 6858000"/>
              <a:gd name="connsiteX144" fmla="*/ 780267 w 6572708"/>
              <a:gd name="connsiteY144" fmla="*/ 2641879 h 6858000"/>
              <a:gd name="connsiteX145" fmla="*/ 790836 w 6572708"/>
              <a:gd name="connsiteY145" fmla="*/ 2632919 h 6858000"/>
              <a:gd name="connsiteX146" fmla="*/ 790328 w 6572708"/>
              <a:gd name="connsiteY146" fmla="*/ 2631229 h 6858000"/>
              <a:gd name="connsiteX147" fmla="*/ 797257 w 6572708"/>
              <a:gd name="connsiteY147" fmla="*/ 2619054 h 6858000"/>
              <a:gd name="connsiteX148" fmla="*/ 802383 w 6572708"/>
              <a:gd name="connsiteY148" fmla="*/ 2617568 h 6858000"/>
              <a:gd name="connsiteX149" fmla="*/ 808267 w 6572708"/>
              <a:gd name="connsiteY149" fmla="*/ 2609586 h 6858000"/>
              <a:gd name="connsiteX150" fmla="*/ 822908 w 6572708"/>
              <a:gd name="connsiteY150" fmla="*/ 2594856 h 6858000"/>
              <a:gd name="connsiteX151" fmla="*/ 822791 w 6572708"/>
              <a:gd name="connsiteY151" fmla="*/ 2591164 h 6858000"/>
              <a:gd name="connsiteX152" fmla="*/ 840423 w 6572708"/>
              <a:gd name="connsiteY152" fmla="*/ 2567492 h 6858000"/>
              <a:gd name="connsiteX153" fmla="*/ 839313 w 6572708"/>
              <a:gd name="connsiteY153" fmla="*/ 2566722 h 6858000"/>
              <a:gd name="connsiteX154" fmla="*/ 838361 w 6572708"/>
              <a:gd name="connsiteY154" fmla="*/ 2558109 h 6858000"/>
              <a:gd name="connsiteX155" fmla="*/ 839637 w 6572708"/>
              <a:gd name="connsiteY155" fmla="*/ 2542662 h 6858000"/>
              <a:gd name="connsiteX156" fmla="*/ 825800 w 6572708"/>
              <a:gd name="connsiteY156" fmla="*/ 2501548 h 6858000"/>
              <a:gd name="connsiteX157" fmla="*/ 844035 w 6572708"/>
              <a:gd name="connsiteY157" fmla="*/ 2476819 h 6858000"/>
              <a:gd name="connsiteX158" fmla="*/ 846972 w 6572708"/>
              <a:gd name="connsiteY158" fmla="*/ 2471590 h 6858000"/>
              <a:gd name="connsiteX159" fmla="*/ 846730 w 6572708"/>
              <a:gd name="connsiteY159" fmla="*/ 2471378 h 6858000"/>
              <a:gd name="connsiteX160" fmla="*/ 849228 w 6572708"/>
              <a:gd name="connsiteY160" fmla="*/ 2465654 h 6858000"/>
              <a:gd name="connsiteX161" fmla="*/ 852330 w 6572708"/>
              <a:gd name="connsiteY161" fmla="*/ 2462052 h 6858000"/>
              <a:gd name="connsiteX162" fmla="*/ 858029 w 6572708"/>
              <a:gd name="connsiteY162" fmla="*/ 2451906 h 6858000"/>
              <a:gd name="connsiteX163" fmla="*/ 857986 w 6572708"/>
              <a:gd name="connsiteY163" fmla="*/ 2447716 h 6858000"/>
              <a:gd name="connsiteX164" fmla="*/ 855075 w 6572708"/>
              <a:gd name="connsiteY164" fmla="*/ 2445047 h 6858000"/>
              <a:gd name="connsiteX165" fmla="*/ 856006 w 6572708"/>
              <a:gd name="connsiteY165" fmla="*/ 2444265 h 6858000"/>
              <a:gd name="connsiteX166" fmla="*/ 856444 w 6572708"/>
              <a:gd name="connsiteY166" fmla="*/ 2421759 h 6858000"/>
              <a:gd name="connsiteX167" fmla="*/ 868981 w 6572708"/>
              <a:gd name="connsiteY167" fmla="*/ 2375200 h 6858000"/>
              <a:gd name="connsiteX168" fmla="*/ 880811 w 6572708"/>
              <a:gd name="connsiteY168" fmla="*/ 2350147 h 6858000"/>
              <a:gd name="connsiteX169" fmla="*/ 908124 w 6572708"/>
              <a:gd name="connsiteY169" fmla="*/ 2279761 h 6858000"/>
              <a:gd name="connsiteX170" fmla="*/ 931678 w 6572708"/>
              <a:gd name="connsiteY170" fmla="*/ 2207772 h 6858000"/>
              <a:gd name="connsiteX171" fmla="*/ 921761 w 6572708"/>
              <a:gd name="connsiteY171" fmla="*/ 2164302 h 6858000"/>
              <a:gd name="connsiteX172" fmla="*/ 923058 w 6572708"/>
              <a:gd name="connsiteY172" fmla="*/ 2160162 h 6858000"/>
              <a:gd name="connsiteX173" fmla="*/ 931663 w 6572708"/>
              <a:gd name="connsiteY173" fmla="*/ 2151458 h 6858000"/>
              <a:gd name="connsiteX174" fmla="*/ 935730 w 6572708"/>
              <a:gd name="connsiteY174" fmla="*/ 2148616 h 6858000"/>
              <a:gd name="connsiteX175" fmla="*/ 939910 w 6572708"/>
              <a:gd name="connsiteY175" fmla="*/ 2143540 h 6858000"/>
              <a:gd name="connsiteX176" fmla="*/ 939746 w 6572708"/>
              <a:gd name="connsiteY176" fmla="*/ 2143278 h 6858000"/>
              <a:gd name="connsiteX177" fmla="*/ 944182 w 6572708"/>
              <a:gd name="connsiteY177" fmla="*/ 2138791 h 6858000"/>
              <a:gd name="connsiteX178" fmla="*/ 969240 w 6572708"/>
              <a:gd name="connsiteY178" fmla="*/ 2118565 h 6858000"/>
              <a:gd name="connsiteX179" fmla="*/ 969333 w 6572708"/>
              <a:gd name="connsiteY179" fmla="*/ 2074914 h 6858000"/>
              <a:gd name="connsiteX180" fmla="*/ 975462 w 6572708"/>
              <a:gd name="connsiteY180" fmla="*/ 2059981 h 6858000"/>
              <a:gd name="connsiteX181" fmla="*/ 977313 w 6572708"/>
              <a:gd name="connsiteY181" fmla="*/ 2051279 h 6858000"/>
              <a:gd name="connsiteX182" fmla="*/ 976512 w 6572708"/>
              <a:gd name="connsiteY182" fmla="*/ 2050269 h 6858000"/>
              <a:gd name="connsiteX183" fmla="*/ 1000665 w 6572708"/>
              <a:gd name="connsiteY183" fmla="*/ 2030946 h 6858000"/>
              <a:gd name="connsiteX184" fmla="*/ 1001735 w 6572708"/>
              <a:gd name="connsiteY184" fmla="*/ 2027284 h 6858000"/>
              <a:gd name="connsiteX185" fmla="*/ 1020214 w 6572708"/>
              <a:gd name="connsiteY185" fmla="*/ 2016095 h 6858000"/>
              <a:gd name="connsiteX186" fmla="*/ 1028302 w 6572708"/>
              <a:gd name="connsiteY186" fmla="*/ 2009567 h 6858000"/>
              <a:gd name="connsiteX187" fmla="*/ 1033598 w 6572708"/>
              <a:gd name="connsiteY187" fmla="*/ 2009267 h 6858000"/>
              <a:gd name="connsiteX188" fmla="*/ 1044008 w 6572708"/>
              <a:gd name="connsiteY188" fmla="*/ 1998844 h 6858000"/>
              <a:gd name="connsiteX189" fmla="*/ 1044069 w 6572708"/>
              <a:gd name="connsiteY189" fmla="*/ 1997063 h 6858000"/>
              <a:gd name="connsiteX190" fmla="*/ 1056878 w 6572708"/>
              <a:gd name="connsiteY190" fmla="*/ 1990634 h 6858000"/>
              <a:gd name="connsiteX191" fmla="*/ 1072722 w 6572708"/>
              <a:gd name="connsiteY191" fmla="*/ 1987868 h 6858000"/>
              <a:gd name="connsiteX192" fmla="*/ 1145252 w 6572708"/>
              <a:gd name="connsiteY192" fmla="*/ 1891028 h 6858000"/>
              <a:gd name="connsiteX193" fmla="*/ 1226890 w 6572708"/>
              <a:gd name="connsiteY193" fmla="*/ 1845992 h 6858000"/>
              <a:gd name="connsiteX194" fmla="*/ 1323685 w 6572708"/>
              <a:gd name="connsiteY194" fmla="*/ 1758717 h 6858000"/>
              <a:gd name="connsiteX195" fmla="*/ 1398273 w 6572708"/>
              <a:gd name="connsiteY195" fmla="*/ 1627389 h 6858000"/>
              <a:gd name="connsiteX196" fmla="*/ 1417786 w 6572708"/>
              <a:gd name="connsiteY196" fmla="*/ 1591233 h 6858000"/>
              <a:gd name="connsiteX197" fmla="*/ 1456144 w 6572708"/>
              <a:gd name="connsiteY197" fmla="*/ 1570271 h 6858000"/>
              <a:gd name="connsiteX198" fmla="*/ 1458351 w 6572708"/>
              <a:gd name="connsiteY198" fmla="*/ 1554550 h 6858000"/>
              <a:gd name="connsiteX199" fmla="*/ 1458500 w 6572708"/>
              <a:gd name="connsiteY199" fmla="*/ 1551719 h 6858000"/>
              <a:gd name="connsiteX200" fmla="*/ 1464150 w 6572708"/>
              <a:gd name="connsiteY200" fmla="*/ 1542986 h 6858000"/>
              <a:gd name="connsiteX201" fmla="*/ 1459426 w 6572708"/>
              <a:gd name="connsiteY201" fmla="*/ 1537283 h 6858000"/>
              <a:gd name="connsiteX202" fmla="*/ 1463401 w 6572708"/>
              <a:gd name="connsiteY202" fmla="*/ 1521818 h 6858000"/>
              <a:gd name="connsiteX203" fmla="*/ 1475565 w 6572708"/>
              <a:gd name="connsiteY203" fmla="*/ 1506648 h 6858000"/>
              <a:gd name="connsiteX204" fmla="*/ 1540362 w 6572708"/>
              <a:gd name="connsiteY204" fmla="*/ 1438265 h 6858000"/>
              <a:gd name="connsiteX205" fmla="*/ 1575141 w 6572708"/>
              <a:gd name="connsiteY205" fmla="*/ 1395238 h 6858000"/>
              <a:gd name="connsiteX206" fmla="*/ 1582090 w 6572708"/>
              <a:gd name="connsiteY206" fmla="*/ 1375575 h 6858000"/>
              <a:gd name="connsiteX207" fmla="*/ 1596005 w 6572708"/>
              <a:gd name="connsiteY207" fmla="*/ 1350347 h 6858000"/>
              <a:gd name="connsiteX208" fmla="*/ 1615711 w 6572708"/>
              <a:gd name="connsiteY208" fmla="*/ 1303251 h 6858000"/>
              <a:gd name="connsiteX209" fmla="*/ 1650622 w 6572708"/>
              <a:gd name="connsiteY209" fmla="*/ 1244447 h 6858000"/>
              <a:gd name="connsiteX210" fmla="*/ 1702792 w 6572708"/>
              <a:gd name="connsiteY210" fmla="*/ 1215797 h 6858000"/>
              <a:gd name="connsiteX211" fmla="*/ 1700885 w 6572708"/>
              <a:gd name="connsiteY211" fmla="*/ 1209814 h 6858000"/>
              <a:gd name="connsiteX212" fmla="*/ 1723848 w 6572708"/>
              <a:gd name="connsiteY212" fmla="*/ 1183123 h 6858000"/>
              <a:gd name="connsiteX213" fmla="*/ 1759968 w 6572708"/>
              <a:gd name="connsiteY213" fmla="*/ 1166871 h 6858000"/>
              <a:gd name="connsiteX214" fmla="*/ 1767742 w 6572708"/>
              <a:gd name="connsiteY214" fmla="*/ 1158484 h 6858000"/>
              <a:gd name="connsiteX215" fmla="*/ 1774888 w 6572708"/>
              <a:gd name="connsiteY215" fmla="*/ 1141442 h 6858000"/>
              <a:gd name="connsiteX216" fmla="*/ 1773870 w 6572708"/>
              <a:gd name="connsiteY216" fmla="*/ 1125979 h 6858000"/>
              <a:gd name="connsiteX217" fmla="*/ 1767392 w 6572708"/>
              <a:gd name="connsiteY217" fmla="*/ 1121685 h 6858000"/>
              <a:gd name="connsiteX218" fmla="*/ 1770175 w 6572708"/>
              <a:gd name="connsiteY218" fmla="*/ 1112182 h 6858000"/>
              <a:gd name="connsiteX219" fmla="*/ 1769418 w 6572708"/>
              <a:gd name="connsiteY219" fmla="*/ 1109483 h 6858000"/>
              <a:gd name="connsiteX220" fmla="*/ 1766580 w 6572708"/>
              <a:gd name="connsiteY220" fmla="*/ 1094184 h 6858000"/>
              <a:gd name="connsiteX221" fmla="*/ 1797677 w 6572708"/>
              <a:gd name="connsiteY221" fmla="*/ 1065740 h 6858000"/>
              <a:gd name="connsiteX222" fmla="*/ 1805371 w 6572708"/>
              <a:gd name="connsiteY222" fmla="*/ 1027273 h 6858000"/>
              <a:gd name="connsiteX223" fmla="*/ 1882128 w 6572708"/>
              <a:gd name="connsiteY223" fmla="*/ 887059 h 6858000"/>
              <a:gd name="connsiteX224" fmla="*/ 1863801 w 6572708"/>
              <a:gd name="connsiteY224" fmla="*/ 861887 h 6858000"/>
              <a:gd name="connsiteX225" fmla="*/ 1970558 w 6572708"/>
              <a:gd name="connsiteY225" fmla="*/ 721635 h 6858000"/>
              <a:gd name="connsiteX226" fmla="*/ 1974257 w 6572708"/>
              <a:gd name="connsiteY226" fmla="*/ 713733 h 6858000"/>
              <a:gd name="connsiteX227" fmla="*/ 1971701 w 6572708"/>
              <a:gd name="connsiteY227" fmla="*/ 704563 h 6858000"/>
              <a:gd name="connsiteX228" fmla="*/ 1966819 w 6572708"/>
              <a:gd name="connsiteY228" fmla="*/ 628924 h 6858000"/>
              <a:gd name="connsiteX229" fmla="*/ 1956004 w 6572708"/>
              <a:gd name="connsiteY229" fmla="*/ 621102 h 6858000"/>
              <a:gd name="connsiteX230" fmla="*/ 1948613 w 6572708"/>
              <a:gd name="connsiteY230" fmla="*/ 609156 h 6858000"/>
              <a:gd name="connsiteX231" fmla="*/ 1949145 w 6572708"/>
              <a:gd name="connsiteY231" fmla="*/ 606753 h 6858000"/>
              <a:gd name="connsiteX232" fmla="*/ 1944819 w 6572708"/>
              <a:gd name="connsiteY232" fmla="*/ 590072 h 6858000"/>
              <a:gd name="connsiteX233" fmla="*/ 1941001 w 6572708"/>
              <a:gd name="connsiteY233" fmla="*/ 588296 h 6858000"/>
              <a:gd name="connsiteX234" fmla="*/ 1937134 w 6572708"/>
              <a:gd name="connsiteY234" fmla="*/ 577443 h 6858000"/>
              <a:gd name="connsiteX235" fmla="*/ 1927092 w 6572708"/>
              <a:gd name="connsiteY235" fmla="*/ 557642 h 6858000"/>
              <a:gd name="connsiteX236" fmla="*/ 1927484 w 6572708"/>
              <a:gd name="connsiteY236" fmla="*/ 552451 h 6858000"/>
              <a:gd name="connsiteX237" fmla="*/ 1915874 w 6572708"/>
              <a:gd name="connsiteY237" fmla="*/ 520271 h 6858000"/>
              <a:gd name="connsiteX238" fmla="*/ 1916793 w 6572708"/>
              <a:gd name="connsiteY238" fmla="*/ 519123 h 6858000"/>
              <a:gd name="connsiteX239" fmla="*/ 1918236 w 6572708"/>
              <a:gd name="connsiteY239" fmla="*/ 506970 h 6858000"/>
              <a:gd name="connsiteX240" fmla="*/ 1918529 w 6572708"/>
              <a:gd name="connsiteY240" fmla="*/ 485354 h 6858000"/>
              <a:gd name="connsiteX241" fmla="*/ 1932556 w 6572708"/>
              <a:gd name="connsiteY241" fmla="*/ 426779 h 6858000"/>
              <a:gd name="connsiteX242" fmla="*/ 1920572 w 6572708"/>
              <a:gd name="connsiteY242" fmla="*/ 393150 h 6858000"/>
              <a:gd name="connsiteX243" fmla="*/ 1918744 w 6572708"/>
              <a:gd name="connsiteY243" fmla="*/ 385981 h 6858000"/>
              <a:gd name="connsiteX244" fmla="*/ 1918949 w 6572708"/>
              <a:gd name="connsiteY244" fmla="*/ 385674 h 6858000"/>
              <a:gd name="connsiteX245" fmla="*/ 1917499 w 6572708"/>
              <a:gd name="connsiteY245" fmla="*/ 377782 h 6858000"/>
              <a:gd name="connsiteX246" fmla="*/ 1915412 w 6572708"/>
              <a:gd name="connsiteY246" fmla="*/ 372914 h 6858000"/>
              <a:gd name="connsiteX247" fmla="*/ 1911865 w 6572708"/>
              <a:gd name="connsiteY247" fmla="*/ 359009 h 6858000"/>
              <a:gd name="connsiteX248" fmla="*/ 1912244 w 6572708"/>
              <a:gd name="connsiteY248" fmla="*/ 353121 h 6858000"/>
              <a:gd name="connsiteX249" fmla="*/ 1933610 w 6572708"/>
              <a:gd name="connsiteY249" fmla="*/ 297387 h 6858000"/>
              <a:gd name="connsiteX250" fmla="*/ 1939454 w 6572708"/>
              <a:gd name="connsiteY250" fmla="*/ 194719 h 6858000"/>
              <a:gd name="connsiteX251" fmla="*/ 1942001 w 6572708"/>
              <a:gd name="connsiteY251" fmla="*/ 93227 h 6858000"/>
              <a:gd name="connsiteX252" fmla="*/ 1941351 w 6572708"/>
              <a:gd name="connsiteY252" fmla="*/ 56555 h 6858000"/>
              <a:gd name="connsiteX253" fmla="*/ 1950955 w 6572708"/>
              <a:gd name="connsiteY253" fmla="*/ 5312 h 6858000"/>
              <a:gd name="connsiteX254" fmla="*/ 1949546 w 6572708"/>
              <a:gd name="connsiteY254"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4727719 w 6572708"/>
              <a:gd name="connsiteY8" fmla="*/ 6858000 h 6858000"/>
              <a:gd name="connsiteX9" fmla="*/ 3831783 w 6572708"/>
              <a:gd name="connsiteY9" fmla="*/ 6858000 h 6858000"/>
              <a:gd name="connsiteX10" fmla="*/ 1368280 w 6572708"/>
              <a:gd name="connsiteY10" fmla="*/ 6858000 h 6858000"/>
              <a:gd name="connsiteX11" fmla="*/ 0 w 6572708"/>
              <a:gd name="connsiteY11" fmla="*/ 6858000 h 6858000"/>
              <a:gd name="connsiteX12" fmla="*/ 9990 w 6572708"/>
              <a:gd name="connsiteY12" fmla="*/ 6815347 h 6858000"/>
              <a:gd name="connsiteX13" fmla="*/ 11375 w 6572708"/>
              <a:gd name="connsiteY13" fmla="*/ 6764639 h 6858000"/>
              <a:gd name="connsiteX14" fmla="*/ 37994 w 6572708"/>
              <a:gd name="connsiteY14" fmla="*/ 6747193 h 6858000"/>
              <a:gd name="connsiteX15" fmla="*/ 60759 w 6572708"/>
              <a:gd name="connsiteY15" fmla="*/ 6667761 h 6858000"/>
              <a:gd name="connsiteX16" fmla="*/ 44882 w 6572708"/>
              <a:gd name="connsiteY16" fmla="*/ 6635203 h 6858000"/>
              <a:gd name="connsiteX17" fmla="*/ 38884 w 6572708"/>
              <a:gd name="connsiteY17" fmla="*/ 6601215 h 6858000"/>
              <a:gd name="connsiteX18" fmla="*/ 24537 w 6572708"/>
              <a:gd name="connsiteY18" fmla="*/ 6599857 h 6858000"/>
              <a:gd name="connsiteX19" fmla="*/ 30487 w 6572708"/>
              <a:gd name="connsiteY19" fmla="*/ 6582849 h 6858000"/>
              <a:gd name="connsiteX20" fmla="*/ 30797 w 6572708"/>
              <a:gd name="connsiteY20" fmla="*/ 6536021 h 6858000"/>
              <a:gd name="connsiteX21" fmla="*/ 10629 w 6572708"/>
              <a:gd name="connsiteY21" fmla="*/ 6483343 h 6858000"/>
              <a:gd name="connsiteX22" fmla="*/ 16211 w 6572708"/>
              <a:gd name="connsiteY22" fmla="*/ 6402087 h 6858000"/>
              <a:gd name="connsiteX23" fmla="*/ 25932 w 6572708"/>
              <a:gd name="connsiteY23" fmla="*/ 6321765 h 6858000"/>
              <a:gd name="connsiteX24" fmla="*/ 31488 w 6572708"/>
              <a:gd name="connsiteY24" fmla="*/ 6292746 h 6858000"/>
              <a:gd name="connsiteX25" fmla="*/ 32413 w 6572708"/>
              <a:gd name="connsiteY25" fmla="*/ 6240744 h 6858000"/>
              <a:gd name="connsiteX26" fmla="*/ 34430 w 6572708"/>
              <a:gd name="connsiteY26" fmla="*/ 6206738 h 6858000"/>
              <a:gd name="connsiteX27" fmla="*/ 55689 w 6572708"/>
              <a:gd name="connsiteY27" fmla="*/ 6203389 h 6858000"/>
              <a:gd name="connsiteX28" fmla="*/ 63475 w 6572708"/>
              <a:gd name="connsiteY28" fmla="*/ 6172740 h 6858000"/>
              <a:gd name="connsiteX29" fmla="*/ 50070 w 6572708"/>
              <a:gd name="connsiteY29" fmla="*/ 6141398 h 6858000"/>
              <a:gd name="connsiteX30" fmla="*/ 52252 w 6572708"/>
              <a:gd name="connsiteY30" fmla="*/ 6103364 h 6858000"/>
              <a:gd name="connsiteX31" fmla="*/ 53329 w 6572708"/>
              <a:gd name="connsiteY31" fmla="*/ 6080619 h 6858000"/>
              <a:gd name="connsiteX32" fmla="*/ 73573 w 6572708"/>
              <a:gd name="connsiteY32" fmla="*/ 6019868 h 6858000"/>
              <a:gd name="connsiteX33" fmla="*/ 149610 w 6572708"/>
              <a:gd name="connsiteY33" fmla="*/ 5918672 h 6858000"/>
              <a:gd name="connsiteX34" fmla="*/ 160505 w 6572708"/>
              <a:gd name="connsiteY34" fmla="*/ 5887690 h 6858000"/>
              <a:gd name="connsiteX35" fmla="*/ 156200 w 6572708"/>
              <a:gd name="connsiteY35" fmla="*/ 5882649 h 6858000"/>
              <a:gd name="connsiteX36" fmla="*/ 194213 w 6572708"/>
              <a:gd name="connsiteY36" fmla="*/ 5841953 h 6858000"/>
              <a:gd name="connsiteX37" fmla="*/ 203216 w 6572708"/>
              <a:gd name="connsiteY37" fmla="*/ 5777927 h 6858000"/>
              <a:gd name="connsiteX38" fmla="*/ 202536 w 6572708"/>
              <a:gd name="connsiteY38" fmla="*/ 5728879 h 6858000"/>
              <a:gd name="connsiteX39" fmla="*/ 205380 w 6572708"/>
              <a:gd name="connsiteY39" fmla="*/ 5701696 h 6858000"/>
              <a:gd name="connsiteX40" fmla="*/ 203870 w 6572708"/>
              <a:gd name="connsiteY40" fmla="*/ 5681563 h 6858000"/>
              <a:gd name="connsiteX41" fmla="*/ 219294 w 6572708"/>
              <a:gd name="connsiteY41" fmla="*/ 5632219 h 6858000"/>
              <a:gd name="connsiteX42" fmla="*/ 252910 w 6572708"/>
              <a:gd name="connsiteY42" fmla="*/ 5551224 h 6858000"/>
              <a:gd name="connsiteX43" fmla="*/ 258253 w 6572708"/>
              <a:gd name="connsiteY43" fmla="*/ 5533854 h 6858000"/>
              <a:gd name="connsiteX44" fmla="*/ 255640 w 6572708"/>
              <a:gd name="connsiteY44" fmla="*/ 5518422 h 6858000"/>
              <a:gd name="connsiteX45" fmla="*/ 248756 w 6572708"/>
              <a:gd name="connsiteY45" fmla="*/ 5514403 h 6858000"/>
              <a:gd name="connsiteX46" fmla="*/ 250538 w 6572708"/>
              <a:gd name="connsiteY46" fmla="*/ 5504771 h 6858000"/>
              <a:gd name="connsiteX47" fmla="*/ 249507 w 6572708"/>
              <a:gd name="connsiteY47" fmla="*/ 5502102 h 6858000"/>
              <a:gd name="connsiteX48" fmla="*/ 245101 w 6572708"/>
              <a:gd name="connsiteY48" fmla="*/ 5486913 h 6858000"/>
              <a:gd name="connsiteX49" fmla="*/ 273088 w 6572708"/>
              <a:gd name="connsiteY49" fmla="*/ 5457083 h 6858000"/>
              <a:gd name="connsiteX50" fmla="*/ 276759 w 6572708"/>
              <a:gd name="connsiteY50" fmla="*/ 5418245 h 6858000"/>
              <a:gd name="connsiteX51" fmla="*/ 314712 w 6572708"/>
              <a:gd name="connsiteY51" fmla="*/ 5305770 h 6858000"/>
              <a:gd name="connsiteX52" fmla="*/ 320056 w 6572708"/>
              <a:gd name="connsiteY52" fmla="*/ 5298784 h 6858000"/>
              <a:gd name="connsiteX53" fmla="*/ 320763 w 6572708"/>
              <a:gd name="connsiteY53" fmla="*/ 5282149 h 6858000"/>
              <a:gd name="connsiteX54" fmla="*/ 325879 w 6572708"/>
              <a:gd name="connsiteY54" fmla="*/ 5270957 h 6858000"/>
              <a:gd name="connsiteX55" fmla="*/ 318913 w 6572708"/>
              <a:gd name="connsiteY55" fmla="*/ 5268991 h 6858000"/>
              <a:gd name="connsiteX56" fmla="*/ 317758 w 6572708"/>
              <a:gd name="connsiteY56" fmla="*/ 5250149 h 6858000"/>
              <a:gd name="connsiteX57" fmla="*/ 317275 w 6572708"/>
              <a:gd name="connsiteY57" fmla="*/ 5230130 h 6858000"/>
              <a:gd name="connsiteX58" fmla="*/ 329641 w 6572708"/>
              <a:gd name="connsiteY58" fmla="*/ 5216534 h 6858000"/>
              <a:gd name="connsiteX59" fmla="*/ 329088 w 6572708"/>
              <a:gd name="connsiteY59" fmla="*/ 5211732 h 6858000"/>
              <a:gd name="connsiteX60" fmla="*/ 291324 w 6572708"/>
              <a:gd name="connsiteY60" fmla="*/ 5147635 h 6858000"/>
              <a:gd name="connsiteX61" fmla="*/ 299864 w 6572708"/>
              <a:gd name="connsiteY61" fmla="*/ 5063838 h 6858000"/>
              <a:gd name="connsiteX62" fmla="*/ 323140 w 6572708"/>
              <a:gd name="connsiteY62" fmla="*/ 5036513 h 6858000"/>
              <a:gd name="connsiteX63" fmla="*/ 323855 w 6572708"/>
              <a:gd name="connsiteY63" fmla="*/ 4827737 h 6858000"/>
              <a:gd name="connsiteX64" fmla="*/ 333687 w 6572708"/>
              <a:gd name="connsiteY64" fmla="*/ 4774692 h 6858000"/>
              <a:gd name="connsiteX65" fmla="*/ 322637 w 6572708"/>
              <a:gd name="connsiteY65" fmla="*/ 4727427 h 6858000"/>
              <a:gd name="connsiteX66" fmla="*/ 330798 w 6572708"/>
              <a:gd name="connsiteY66" fmla="*/ 4708193 h 6858000"/>
              <a:gd name="connsiteX67" fmla="*/ 332420 w 6572708"/>
              <a:gd name="connsiteY67" fmla="*/ 4704882 h 6858000"/>
              <a:gd name="connsiteX68" fmla="*/ 334216 w 6572708"/>
              <a:gd name="connsiteY68" fmla="*/ 4691500 h 6858000"/>
              <a:gd name="connsiteX69" fmla="*/ 340601 w 6572708"/>
              <a:gd name="connsiteY69" fmla="*/ 4687895 h 6858000"/>
              <a:gd name="connsiteX70" fmla="*/ 347516 w 6572708"/>
              <a:gd name="connsiteY70" fmla="*/ 4667873 h 6858000"/>
              <a:gd name="connsiteX71" fmla="*/ 349175 w 6572708"/>
              <a:gd name="connsiteY71" fmla="*/ 4643189 h 6858000"/>
              <a:gd name="connsiteX72" fmla="*/ 350492 w 6572708"/>
              <a:gd name="connsiteY72" fmla="*/ 4525833 h 6858000"/>
              <a:gd name="connsiteX73" fmla="*/ 355031 w 6572708"/>
              <a:gd name="connsiteY73" fmla="*/ 4455649 h 6858000"/>
              <a:gd name="connsiteX74" fmla="*/ 362651 w 6572708"/>
              <a:gd name="connsiteY74" fmla="*/ 4429036 h 6858000"/>
              <a:gd name="connsiteX75" fmla="*/ 369327 w 6572708"/>
              <a:gd name="connsiteY75" fmla="*/ 4391840 h 6858000"/>
              <a:gd name="connsiteX76" fmla="*/ 371272 w 6572708"/>
              <a:gd name="connsiteY76" fmla="*/ 4358845 h 6858000"/>
              <a:gd name="connsiteX77" fmla="*/ 382342 w 6572708"/>
              <a:gd name="connsiteY77" fmla="*/ 4333764 h 6858000"/>
              <a:gd name="connsiteX78" fmla="*/ 381365 w 6572708"/>
              <a:gd name="connsiteY78" fmla="*/ 4331730 h 6858000"/>
              <a:gd name="connsiteX79" fmla="*/ 364244 w 6572708"/>
              <a:gd name="connsiteY79" fmla="*/ 4309700 h 6858000"/>
              <a:gd name="connsiteX80" fmla="*/ 363377 w 6572708"/>
              <a:gd name="connsiteY80" fmla="*/ 4285388 h 6858000"/>
              <a:gd name="connsiteX81" fmla="*/ 356642 w 6572708"/>
              <a:gd name="connsiteY81" fmla="*/ 4271714 h 6858000"/>
              <a:gd name="connsiteX82" fmla="*/ 357697 w 6572708"/>
              <a:gd name="connsiteY82" fmla="*/ 4266169 h 6858000"/>
              <a:gd name="connsiteX83" fmla="*/ 356998 w 6572708"/>
              <a:gd name="connsiteY83" fmla="*/ 4247672 h 6858000"/>
              <a:gd name="connsiteX84" fmla="*/ 357549 w 6572708"/>
              <a:gd name="connsiteY84" fmla="*/ 4237120 h 6858000"/>
              <a:gd name="connsiteX85" fmla="*/ 358116 w 6572708"/>
              <a:gd name="connsiteY85" fmla="*/ 4232936 h 6858000"/>
              <a:gd name="connsiteX86" fmla="*/ 366243 w 6572708"/>
              <a:gd name="connsiteY86" fmla="*/ 4224051 h 6858000"/>
              <a:gd name="connsiteX87" fmla="*/ 363841 w 6572708"/>
              <a:gd name="connsiteY87" fmla="*/ 4211782 h 6858000"/>
              <a:gd name="connsiteX88" fmla="*/ 372159 w 6572708"/>
              <a:gd name="connsiteY88" fmla="*/ 4198810 h 6858000"/>
              <a:gd name="connsiteX89" fmla="*/ 366211 w 6572708"/>
              <a:gd name="connsiteY89" fmla="*/ 4195262 h 6858000"/>
              <a:gd name="connsiteX90" fmla="*/ 360561 w 6572708"/>
              <a:gd name="connsiteY90" fmla="*/ 4184054 h 6858000"/>
              <a:gd name="connsiteX91" fmla="*/ 368375 w 6572708"/>
              <a:gd name="connsiteY91" fmla="*/ 4175099 h 6858000"/>
              <a:gd name="connsiteX92" fmla="*/ 373972 w 6572708"/>
              <a:gd name="connsiteY92" fmla="*/ 4155792 h 6858000"/>
              <a:gd name="connsiteX93" fmla="*/ 373150 w 6572708"/>
              <a:gd name="connsiteY93" fmla="*/ 4150364 h 6858000"/>
              <a:gd name="connsiteX94" fmla="*/ 383773 w 6572708"/>
              <a:gd name="connsiteY94" fmla="*/ 4132084 h 6858000"/>
              <a:gd name="connsiteX95" fmla="*/ 389140 w 6572708"/>
              <a:gd name="connsiteY95" fmla="*/ 4115873 h 6858000"/>
              <a:gd name="connsiteX96" fmla="*/ 378846 w 6572708"/>
              <a:gd name="connsiteY96" fmla="*/ 4082551 h 6858000"/>
              <a:gd name="connsiteX97" fmla="*/ 368001 w 6572708"/>
              <a:gd name="connsiteY97" fmla="*/ 3968090 h 6858000"/>
              <a:gd name="connsiteX98" fmla="*/ 372661 w 6572708"/>
              <a:gd name="connsiteY98" fmla="*/ 3881355 h 6858000"/>
              <a:gd name="connsiteX99" fmla="*/ 379210 w 6572708"/>
              <a:gd name="connsiteY99" fmla="*/ 3850569 h 6858000"/>
              <a:gd name="connsiteX100" fmla="*/ 389880 w 6572708"/>
              <a:gd name="connsiteY100" fmla="*/ 3798988 h 6858000"/>
              <a:gd name="connsiteX101" fmla="*/ 409909 w 6572708"/>
              <a:gd name="connsiteY101" fmla="*/ 3760424 h 6858000"/>
              <a:gd name="connsiteX102" fmla="*/ 414051 w 6572708"/>
              <a:gd name="connsiteY102" fmla="*/ 3717298 h 6858000"/>
              <a:gd name="connsiteX103" fmla="*/ 399424 w 6572708"/>
              <a:gd name="connsiteY103" fmla="*/ 3707291 h 6858000"/>
              <a:gd name="connsiteX104" fmla="*/ 394460 w 6572708"/>
              <a:gd name="connsiteY104" fmla="*/ 3673415 h 6858000"/>
              <a:gd name="connsiteX105" fmla="*/ 408918 w 6572708"/>
              <a:gd name="connsiteY105" fmla="*/ 3661155 h 6858000"/>
              <a:gd name="connsiteX106" fmla="*/ 425028 w 6572708"/>
              <a:gd name="connsiteY106" fmla="*/ 3591166 h 6858000"/>
              <a:gd name="connsiteX107" fmla="*/ 430292 w 6572708"/>
              <a:gd name="connsiteY107" fmla="*/ 3550801 h 6858000"/>
              <a:gd name="connsiteX108" fmla="*/ 437149 w 6572708"/>
              <a:gd name="connsiteY108" fmla="*/ 3497399 h 6858000"/>
              <a:gd name="connsiteX109" fmla="*/ 442017 w 6572708"/>
              <a:gd name="connsiteY109" fmla="*/ 3474143 h 6858000"/>
              <a:gd name="connsiteX110" fmla="*/ 437175 w 6572708"/>
              <a:gd name="connsiteY110" fmla="*/ 3463057 h 6858000"/>
              <a:gd name="connsiteX111" fmla="*/ 438483 w 6572708"/>
              <a:gd name="connsiteY111" fmla="*/ 3457563 h 6858000"/>
              <a:gd name="connsiteX112" fmla="*/ 438642 w 6572708"/>
              <a:gd name="connsiteY112" fmla="*/ 3439053 h 6858000"/>
              <a:gd name="connsiteX113" fmla="*/ 439678 w 6572708"/>
              <a:gd name="connsiteY113" fmla="*/ 3428537 h 6858000"/>
              <a:gd name="connsiteX114" fmla="*/ 440437 w 6572708"/>
              <a:gd name="connsiteY114" fmla="*/ 3424381 h 6858000"/>
              <a:gd name="connsiteX115" fmla="*/ 448781 w 6572708"/>
              <a:gd name="connsiteY115" fmla="*/ 3416042 h 6858000"/>
              <a:gd name="connsiteX116" fmla="*/ 448765 w 6572708"/>
              <a:gd name="connsiteY116" fmla="*/ 3414504 h 6858000"/>
              <a:gd name="connsiteX117" fmla="*/ 447134 w 6572708"/>
              <a:gd name="connsiteY117" fmla="*/ 3403498 h 6858000"/>
              <a:gd name="connsiteX118" fmla="*/ 452387 w 6572708"/>
              <a:gd name="connsiteY118" fmla="*/ 3396070 h 6858000"/>
              <a:gd name="connsiteX119" fmla="*/ 453996 w 6572708"/>
              <a:gd name="connsiteY119" fmla="*/ 3389553 h 6858000"/>
              <a:gd name="connsiteX120" fmla="*/ 450265 w 6572708"/>
              <a:gd name="connsiteY120" fmla="*/ 3387098 h 6858000"/>
              <a:gd name="connsiteX121" fmla="*/ 445137 w 6572708"/>
              <a:gd name="connsiteY121" fmla="*/ 3375655 h 6858000"/>
              <a:gd name="connsiteX122" fmla="*/ 453359 w 6572708"/>
              <a:gd name="connsiteY122" fmla="*/ 3367050 h 6858000"/>
              <a:gd name="connsiteX123" fmla="*/ 459842 w 6572708"/>
              <a:gd name="connsiteY123" fmla="*/ 3348005 h 6858000"/>
              <a:gd name="connsiteX124" fmla="*/ 459268 w 6572708"/>
              <a:gd name="connsiteY124" fmla="*/ 3342546 h 6858000"/>
              <a:gd name="connsiteX125" fmla="*/ 470590 w 6572708"/>
              <a:gd name="connsiteY125" fmla="*/ 3324958 h 6858000"/>
              <a:gd name="connsiteX126" fmla="*/ 468579 w 6572708"/>
              <a:gd name="connsiteY126" fmla="*/ 3306990 h 6858000"/>
              <a:gd name="connsiteX127" fmla="*/ 480123 w 6572708"/>
              <a:gd name="connsiteY127" fmla="*/ 3295094 h 6858000"/>
              <a:gd name="connsiteX128" fmla="*/ 482298 w 6572708"/>
              <a:gd name="connsiteY128" fmla="*/ 3293541 h 6858000"/>
              <a:gd name="connsiteX129" fmla="*/ 489102 w 6572708"/>
              <a:gd name="connsiteY129" fmla="*/ 3262198 h 6858000"/>
              <a:gd name="connsiteX130" fmla="*/ 497561 w 6572708"/>
              <a:gd name="connsiteY130" fmla="*/ 3253284 h 6858000"/>
              <a:gd name="connsiteX131" fmla="*/ 522157 w 6572708"/>
              <a:gd name="connsiteY131" fmla="*/ 3192563 h 6858000"/>
              <a:gd name="connsiteX132" fmla="*/ 529302 w 6572708"/>
              <a:gd name="connsiteY132" fmla="*/ 3175520 h 6858000"/>
              <a:gd name="connsiteX133" fmla="*/ 528284 w 6572708"/>
              <a:gd name="connsiteY133" fmla="*/ 3160058 h 6858000"/>
              <a:gd name="connsiteX134" fmla="*/ 521806 w 6572708"/>
              <a:gd name="connsiteY134" fmla="*/ 3155764 h 6858000"/>
              <a:gd name="connsiteX135" fmla="*/ 524589 w 6572708"/>
              <a:gd name="connsiteY135" fmla="*/ 3146261 h 6858000"/>
              <a:gd name="connsiteX136" fmla="*/ 523832 w 6572708"/>
              <a:gd name="connsiteY136" fmla="*/ 3143561 h 6858000"/>
              <a:gd name="connsiteX137" fmla="*/ 520994 w 6572708"/>
              <a:gd name="connsiteY137" fmla="*/ 3128263 h 6858000"/>
              <a:gd name="connsiteX138" fmla="*/ 552091 w 6572708"/>
              <a:gd name="connsiteY138" fmla="*/ 3099818 h 6858000"/>
              <a:gd name="connsiteX139" fmla="*/ 559786 w 6572708"/>
              <a:gd name="connsiteY139" fmla="*/ 3061351 h 6858000"/>
              <a:gd name="connsiteX140" fmla="*/ 636543 w 6572708"/>
              <a:gd name="connsiteY140" fmla="*/ 2921137 h 6858000"/>
              <a:gd name="connsiteX141" fmla="*/ 618216 w 6572708"/>
              <a:gd name="connsiteY141" fmla="*/ 2895965 h 6858000"/>
              <a:gd name="connsiteX142" fmla="*/ 724973 w 6572708"/>
              <a:gd name="connsiteY142" fmla="*/ 2755713 h 6858000"/>
              <a:gd name="connsiteX143" fmla="*/ 765538 w 6572708"/>
              <a:gd name="connsiteY143" fmla="*/ 2648081 h 6858000"/>
              <a:gd name="connsiteX144" fmla="*/ 780267 w 6572708"/>
              <a:gd name="connsiteY144" fmla="*/ 2641879 h 6858000"/>
              <a:gd name="connsiteX145" fmla="*/ 790836 w 6572708"/>
              <a:gd name="connsiteY145" fmla="*/ 2632919 h 6858000"/>
              <a:gd name="connsiteX146" fmla="*/ 790328 w 6572708"/>
              <a:gd name="connsiteY146" fmla="*/ 2631229 h 6858000"/>
              <a:gd name="connsiteX147" fmla="*/ 797257 w 6572708"/>
              <a:gd name="connsiteY147" fmla="*/ 2619054 h 6858000"/>
              <a:gd name="connsiteX148" fmla="*/ 802383 w 6572708"/>
              <a:gd name="connsiteY148" fmla="*/ 2617568 h 6858000"/>
              <a:gd name="connsiteX149" fmla="*/ 808267 w 6572708"/>
              <a:gd name="connsiteY149" fmla="*/ 2609586 h 6858000"/>
              <a:gd name="connsiteX150" fmla="*/ 822908 w 6572708"/>
              <a:gd name="connsiteY150" fmla="*/ 2594856 h 6858000"/>
              <a:gd name="connsiteX151" fmla="*/ 822791 w 6572708"/>
              <a:gd name="connsiteY151" fmla="*/ 2591164 h 6858000"/>
              <a:gd name="connsiteX152" fmla="*/ 840423 w 6572708"/>
              <a:gd name="connsiteY152" fmla="*/ 2567492 h 6858000"/>
              <a:gd name="connsiteX153" fmla="*/ 839313 w 6572708"/>
              <a:gd name="connsiteY153" fmla="*/ 2566722 h 6858000"/>
              <a:gd name="connsiteX154" fmla="*/ 838361 w 6572708"/>
              <a:gd name="connsiteY154" fmla="*/ 2558109 h 6858000"/>
              <a:gd name="connsiteX155" fmla="*/ 839637 w 6572708"/>
              <a:gd name="connsiteY155" fmla="*/ 2542662 h 6858000"/>
              <a:gd name="connsiteX156" fmla="*/ 825800 w 6572708"/>
              <a:gd name="connsiteY156" fmla="*/ 2501548 h 6858000"/>
              <a:gd name="connsiteX157" fmla="*/ 844035 w 6572708"/>
              <a:gd name="connsiteY157" fmla="*/ 2476819 h 6858000"/>
              <a:gd name="connsiteX158" fmla="*/ 846972 w 6572708"/>
              <a:gd name="connsiteY158" fmla="*/ 2471590 h 6858000"/>
              <a:gd name="connsiteX159" fmla="*/ 846730 w 6572708"/>
              <a:gd name="connsiteY159" fmla="*/ 2471378 h 6858000"/>
              <a:gd name="connsiteX160" fmla="*/ 849228 w 6572708"/>
              <a:gd name="connsiteY160" fmla="*/ 2465654 h 6858000"/>
              <a:gd name="connsiteX161" fmla="*/ 852330 w 6572708"/>
              <a:gd name="connsiteY161" fmla="*/ 2462052 h 6858000"/>
              <a:gd name="connsiteX162" fmla="*/ 858029 w 6572708"/>
              <a:gd name="connsiteY162" fmla="*/ 2451906 h 6858000"/>
              <a:gd name="connsiteX163" fmla="*/ 857986 w 6572708"/>
              <a:gd name="connsiteY163" fmla="*/ 2447716 h 6858000"/>
              <a:gd name="connsiteX164" fmla="*/ 855075 w 6572708"/>
              <a:gd name="connsiteY164" fmla="*/ 2445047 h 6858000"/>
              <a:gd name="connsiteX165" fmla="*/ 856006 w 6572708"/>
              <a:gd name="connsiteY165" fmla="*/ 2444265 h 6858000"/>
              <a:gd name="connsiteX166" fmla="*/ 856444 w 6572708"/>
              <a:gd name="connsiteY166" fmla="*/ 2421759 h 6858000"/>
              <a:gd name="connsiteX167" fmla="*/ 868981 w 6572708"/>
              <a:gd name="connsiteY167" fmla="*/ 2375200 h 6858000"/>
              <a:gd name="connsiteX168" fmla="*/ 880811 w 6572708"/>
              <a:gd name="connsiteY168" fmla="*/ 2350147 h 6858000"/>
              <a:gd name="connsiteX169" fmla="*/ 908124 w 6572708"/>
              <a:gd name="connsiteY169" fmla="*/ 2279761 h 6858000"/>
              <a:gd name="connsiteX170" fmla="*/ 931678 w 6572708"/>
              <a:gd name="connsiteY170" fmla="*/ 2207772 h 6858000"/>
              <a:gd name="connsiteX171" fmla="*/ 921761 w 6572708"/>
              <a:gd name="connsiteY171" fmla="*/ 2164302 h 6858000"/>
              <a:gd name="connsiteX172" fmla="*/ 923058 w 6572708"/>
              <a:gd name="connsiteY172" fmla="*/ 2160162 h 6858000"/>
              <a:gd name="connsiteX173" fmla="*/ 931663 w 6572708"/>
              <a:gd name="connsiteY173" fmla="*/ 2151458 h 6858000"/>
              <a:gd name="connsiteX174" fmla="*/ 935730 w 6572708"/>
              <a:gd name="connsiteY174" fmla="*/ 2148616 h 6858000"/>
              <a:gd name="connsiteX175" fmla="*/ 939910 w 6572708"/>
              <a:gd name="connsiteY175" fmla="*/ 2143540 h 6858000"/>
              <a:gd name="connsiteX176" fmla="*/ 939746 w 6572708"/>
              <a:gd name="connsiteY176" fmla="*/ 2143278 h 6858000"/>
              <a:gd name="connsiteX177" fmla="*/ 944182 w 6572708"/>
              <a:gd name="connsiteY177" fmla="*/ 2138791 h 6858000"/>
              <a:gd name="connsiteX178" fmla="*/ 969240 w 6572708"/>
              <a:gd name="connsiteY178" fmla="*/ 2118565 h 6858000"/>
              <a:gd name="connsiteX179" fmla="*/ 969333 w 6572708"/>
              <a:gd name="connsiteY179" fmla="*/ 2074914 h 6858000"/>
              <a:gd name="connsiteX180" fmla="*/ 975462 w 6572708"/>
              <a:gd name="connsiteY180" fmla="*/ 2059981 h 6858000"/>
              <a:gd name="connsiteX181" fmla="*/ 977313 w 6572708"/>
              <a:gd name="connsiteY181" fmla="*/ 2051279 h 6858000"/>
              <a:gd name="connsiteX182" fmla="*/ 976512 w 6572708"/>
              <a:gd name="connsiteY182" fmla="*/ 2050269 h 6858000"/>
              <a:gd name="connsiteX183" fmla="*/ 1000665 w 6572708"/>
              <a:gd name="connsiteY183" fmla="*/ 2030946 h 6858000"/>
              <a:gd name="connsiteX184" fmla="*/ 1001735 w 6572708"/>
              <a:gd name="connsiteY184" fmla="*/ 2027284 h 6858000"/>
              <a:gd name="connsiteX185" fmla="*/ 1020214 w 6572708"/>
              <a:gd name="connsiteY185" fmla="*/ 2016095 h 6858000"/>
              <a:gd name="connsiteX186" fmla="*/ 1028302 w 6572708"/>
              <a:gd name="connsiteY186" fmla="*/ 2009567 h 6858000"/>
              <a:gd name="connsiteX187" fmla="*/ 1033598 w 6572708"/>
              <a:gd name="connsiteY187" fmla="*/ 2009267 h 6858000"/>
              <a:gd name="connsiteX188" fmla="*/ 1044008 w 6572708"/>
              <a:gd name="connsiteY188" fmla="*/ 1998844 h 6858000"/>
              <a:gd name="connsiteX189" fmla="*/ 1044069 w 6572708"/>
              <a:gd name="connsiteY189" fmla="*/ 1997063 h 6858000"/>
              <a:gd name="connsiteX190" fmla="*/ 1056878 w 6572708"/>
              <a:gd name="connsiteY190" fmla="*/ 1990634 h 6858000"/>
              <a:gd name="connsiteX191" fmla="*/ 1072722 w 6572708"/>
              <a:gd name="connsiteY191" fmla="*/ 1987868 h 6858000"/>
              <a:gd name="connsiteX192" fmla="*/ 1145252 w 6572708"/>
              <a:gd name="connsiteY192" fmla="*/ 1891028 h 6858000"/>
              <a:gd name="connsiteX193" fmla="*/ 1226890 w 6572708"/>
              <a:gd name="connsiteY193" fmla="*/ 1845992 h 6858000"/>
              <a:gd name="connsiteX194" fmla="*/ 1323685 w 6572708"/>
              <a:gd name="connsiteY194" fmla="*/ 1758717 h 6858000"/>
              <a:gd name="connsiteX195" fmla="*/ 1398273 w 6572708"/>
              <a:gd name="connsiteY195" fmla="*/ 1627389 h 6858000"/>
              <a:gd name="connsiteX196" fmla="*/ 1417786 w 6572708"/>
              <a:gd name="connsiteY196" fmla="*/ 1591233 h 6858000"/>
              <a:gd name="connsiteX197" fmla="*/ 1456144 w 6572708"/>
              <a:gd name="connsiteY197" fmla="*/ 1570271 h 6858000"/>
              <a:gd name="connsiteX198" fmla="*/ 1458351 w 6572708"/>
              <a:gd name="connsiteY198" fmla="*/ 1554550 h 6858000"/>
              <a:gd name="connsiteX199" fmla="*/ 1458500 w 6572708"/>
              <a:gd name="connsiteY199" fmla="*/ 1551719 h 6858000"/>
              <a:gd name="connsiteX200" fmla="*/ 1464150 w 6572708"/>
              <a:gd name="connsiteY200" fmla="*/ 1542986 h 6858000"/>
              <a:gd name="connsiteX201" fmla="*/ 1459426 w 6572708"/>
              <a:gd name="connsiteY201" fmla="*/ 1537283 h 6858000"/>
              <a:gd name="connsiteX202" fmla="*/ 1463401 w 6572708"/>
              <a:gd name="connsiteY202" fmla="*/ 1521818 h 6858000"/>
              <a:gd name="connsiteX203" fmla="*/ 1475565 w 6572708"/>
              <a:gd name="connsiteY203" fmla="*/ 1506648 h 6858000"/>
              <a:gd name="connsiteX204" fmla="*/ 1540362 w 6572708"/>
              <a:gd name="connsiteY204" fmla="*/ 1438265 h 6858000"/>
              <a:gd name="connsiteX205" fmla="*/ 1575141 w 6572708"/>
              <a:gd name="connsiteY205" fmla="*/ 1395238 h 6858000"/>
              <a:gd name="connsiteX206" fmla="*/ 1582090 w 6572708"/>
              <a:gd name="connsiteY206" fmla="*/ 1375575 h 6858000"/>
              <a:gd name="connsiteX207" fmla="*/ 1596005 w 6572708"/>
              <a:gd name="connsiteY207" fmla="*/ 1350347 h 6858000"/>
              <a:gd name="connsiteX208" fmla="*/ 1615711 w 6572708"/>
              <a:gd name="connsiteY208" fmla="*/ 1303251 h 6858000"/>
              <a:gd name="connsiteX209" fmla="*/ 1650622 w 6572708"/>
              <a:gd name="connsiteY209" fmla="*/ 1244447 h 6858000"/>
              <a:gd name="connsiteX210" fmla="*/ 1702792 w 6572708"/>
              <a:gd name="connsiteY210" fmla="*/ 1215797 h 6858000"/>
              <a:gd name="connsiteX211" fmla="*/ 1700885 w 6572708"/>
              <a:gd name="connsiteY211" fmla="*/ 1209814 h 6858000"/>
              <a:gd name="connsiteX212" fmla="*/ 1723848 w 6572708"/>
              <a:gd name="connsiteY212" fmla="*/ 1183123 h 6858000"/>
              <a:gd name="connsiteX213" fmla="*/ 1759968 w 6572708"/>
              <a:gd name="connsiteY213" fmla="*/ 1166871 h 6858000"/>
              <a:gd name="connsiteX214" fmla="*/ 1767742 w 6572708"/>
              <a:gd name="connsiteY214" fmla="*/ 1158484 h 6858000"/>
              <a:gd name="connsiteX215" fmla="*/ 1774888 w 6572708"/>
              <a:gd name="connsiteY215" fmla="*/ 1141442 h 6858000"/>
              <a:gd name="connsiteX216" fmla="*/ 1773870 w 6572708"/>
              <a:gd name="connsiteY216" fmla="*/ 1125979 h 6858000"/>
              <a:gd name="connsiteX217" fmla="*/ 1767392 w 6572708"/>
              <a:gd name="connsiteY217" fmla="*/ 1121685 h 6858000"/>
              <a:gd name="connsiteX218" fmla="*/ 1770175 w 6572708"/>
              <a:gd name="connsiteY218" fmla="*/ 1112182 h 6858000"/>
              <a:gd name="connsiteX219" fmla="*/ 1769418 w 6572708"/>
              <a:gd name="connsiteY219" fmla="*/ 1109483 h 6858000"/>
              <a:gd name="connsiteX220" fmla="*/ 1766580 w 6572708"/>
              <a:gd name="connsiteY220" fmla="*/ 1094184 h 6858000"/>
              <a:gd name="connsiteX221" fmla="*/ 1797677 w 6572708"/>
              <a:gd name="connsiteY221" fmla="*/ 1065740 h 6858000"/>
              <a:gd name="connsiteX222" fmla="*/ 1805371 w 6572708"/>
              <a:gd name="connsiteY222" fmla="*/ 1027273 h 6858000"/>
              <a:gd name="connsiteX223" fmla="*/ 1882128 w 6572708"/>
              <a:gd name="connsiteY223" fmla="*/ 887059 h 6858000"/>
              <a:gd name="connsiteX224" fmla="*/ 1922110 w 6572708"/>
              <a:gd name="connsiteY224" fmla="*/ 824781 h 6858000"/>
              <a:gd name="connsiteX225" fmla="*/ 1970558 w 6572708"/>
              <a:gd name="connsiteY225" fmla="*/ 721635 h 6858000"/>
              <a:gd name="connsiteX226" fmla="*/ 1974257 w 6572708"/>
              <a:gd name="connsiteY226" fmla="*/ 713733 h 6858000"/>
              <a:gd name="connsiteX227" fmla="*/ 1971701 w 6572708"/>
              <a:gd name="connsiteY227" fmla="*/ 704563 h 6858000"/>
              <a:gd name="connsiteX228" fmla="*/ 1966819 w 6572708"/>
              <a:gd name="connsiteY228" fmla="*/ 628924 h 6858000"/>
              <a:gd name="connsiteX229" fmla="*/ 1956004 w 6572708"/>
              <a:gd name="connsiteY229" fmla="*/ 621102 h 6858000"/>
              <a:gd name="connsiteX230" fmla="*/ 1948613 w 6572708"/>
              <a:gd name="connsiteY230" fmla="*/ 609156 h 6858000"/>
              <a:gd name="connsiteX231" fmla="*/ 1949145 w 6572708"/>
              <a:gd name="connsiteY231" fmla="*/ 606753 h 6858000"/>
              <a:gd name="connsiteX232" fmla="*/ 1944819 w 6572708"/>
              <a:gd name="connsiteY232" fmla="*/ 590072 h 6858000"/>
              <a:gd name="connsiteX233" fmla="*/ 1941001 w 6572708"/>
              <a:gd name="connsiteY233" fmla="*/ 588296 h 6858000"/>
              <a:gd name="connsiteX234" fmla="*/ 1937134 w 6572708"/>
              <a:gd name="connsiteY234" fmla="*/ 577443 h 6858000"/>
              <a:gd name="connsiteX235" fmla="*/ 1927092 w 6572708"/>
              <a:gd name="connsiteY235" fmla="*/ 557642 h 6858000"/>
              <a:gd name="connsiteX236" fmla="*/ 1927484 w 6572708"/>
              <a:gd name="connsiteY236" fmla="*/ 552451 h 6858000"/>
              <a:gd name="connsiteX237" fmla="*/ 1915874 w 6572708"/>
              <a:gd name="connsiteY237" fmla="*/ 520271 h 6858000"/>
              <a:gd name="connsiteX238" fmla="*/ 1916793 w 6572708"/>
              <a:gd name="connsiteY238" fmla="*/ 519123 h 6858000"/>
              <a:gd name="connsiteX239" fmla="*/ 1918236 w 6572708"/>
              <a:gd name="connsiteY239" fmla="*/ 506970 h 6858000"/>
              <a:gd name="connsiteX240" fmla="*/ 1918529 w 6572708"/>
              <a:gd name="connsiteY240" fmla="*/ 485354 h 6858000"/>
              <a:gd name="connsiteX241" fmla="*/ 1932556 w 6572708"/>
              <a:gd name="connsiteY241" fmla="*/ 426779 h 6858000"/>
              <a:gd name="connsiteX242" fmla="*/ 1920572 w 6572708"/>
              <a:gd name="connsiteY242" fmla="*/ 393150 h 6858000"/>
              <a:gd name="connsiteX243" fmla="*/ 1918744 w 6572708"/>
              <a:gd name="connsiteY243" fmla="*/ 385981 h 6858000"/>
              <a:gd name="connsiteX244" fmla="*/ 1918949 w 6572708"/>
              <a:gd name="connsiteY244" fmla="*/ 385674 h 6858000"/>
              <a:gd name="connsiteX245" fmla="*/ 1917499 w 6572708"/>
              <a:gd name="connsiteY245" fmla="*/ 377782 h 6858000"/>
              <a:gd name="connsiteX246" fmla="*/ 1915412 w 6572708"/>
              <a:gd name="connsiteY246" fmla="*/ 372914 h 6858000"/>
              <a:gd name="connsiteX247" fmla="*/ 1911865 w 6572708"/>
              <a:gd name="connsiteY247" fmla="*/ 359009 h 6858000"/>
              <a:gd name="connsiteX248" fmla="*/ 1912244 w 6572708"/>
              <a:gd name="connsiteY248" fmla="*/ 353121 h 6858000"/>
              <a:gd name="connsiteX249" fmla="*/ 1933610 w 6572708"/>
              <a:gd name="connsiteY249" fmla="*/ 297387 h 6858000"/>
              <a:gd name="connsiteX250" fmla="*/ 1939454 w 6572708"/>
              <a:gd name="connsiteY250" fmla="*/ 194719 h 6858000"/>
              <a:gd name="connsiteX251" fmla="*/ 1942001 w 6572708"/>
              <a:gd name="connsiteY251" fmla="*/ 93227 h 6858000"/>
              <a:gd name="connsiteX252" fmla="*/ 1941351 w 6572708"/>
              <a:gd name="connsiteY252" fmla="*/ 56555 h 6858000"/>
              <a:gd name="connsiteX253" fmla="*/ 1950955 w 6572708"/>
              <a:gd name="connsiteY253" fmla="*/ 5312 h 6858000"/>
              <a:gd name="connsiteX254" fmla="*/ 1949546 w 6572708"/>
              <a:gd name="connsiteY254"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4727719 w 6572708"/>
              <a:gd name="connsiteY8" fmla="*/ 6858000 h 6858000"/>
              <a:gd name="connsiteX9" fmla="*/ 3831783 w 6572708"/>
              <a:gd name="connsiteY9" fmla="*/ 6858000 h 6858000"/>
              <a:gd name="connsiteX10" fmla="*/ 1368280 w 6572708"/>
              <a:gd name="connsiteY10" fmla="*/ 6858000 h 6858000"/>
              <a:gd name="connsiteX11" fmla="*/ 0 w 6572708"/>
              <a:gd name="connsiteY11" fmla="*/ 6858000 h 6858000"/>
              <a:gd name="connsiteX12" fmla="*/ 9990 w 6572708"/>
              <a:gd name="connsiteY12" fmla="*/ 6815347 h 6858000"/>
              <a:gd name="connsiteX13" fmla="*/ 11375 w 6572708"/>
              <a:gd name="connsiteY13" fmla="*/ 6764639 h 6858000"/>
              <a:gd name="connsiteX14" fmla="*/ 37994 w 6572708"/>
              <a:gd name="connsiteY14" fmla="*/ 6747193 h 6858000"/>
              <a:gd name="connsiteX15" fmla="*/ 60759 w 6572708"/>
              <a:gd name="connsiteY15" fmla="*/ 6667761 h 6858000"/>
              <a:gd name="connsiteX16" fmla="*/ 44882 w 6572708"/>
              <a:gd name="connsiteY16" fmla="*/ 6635203 h 6858000"/>
              <a:gd name="connsiteX17" fmla="*/ 38884 w 6572708"/>
              <a:gd name="connsiteY17" fmla="*/ 6601215 h 6858000"/>
              <a:gd name="connsiteX18" fmla="*/ 24537 w 6572708"/>
              <a:gd name="connsiteY18" fmla="*/ 6599857 h 6858000"/>
              <a:gd name="connsiteX19" fmla="*/ 30487 w 6572708"/>
              <a:gd name="connsiteY19" fmla="*/ 6582849 h 6858000"/>
              <a:gd name="connsiteX20" fmla="*/ 30797 w 6572708"/>
              <a:gd name="connsiteY20" fmla="*/ 6536021 h 6858000"/>
              <a:gd name="connsiteX21" fmla="*/ 10629 w 6572708"/>
              <a:gd name="connsiteY21" fmla="*/ 6483343 h 6858000"/>
              <a:gd name="connsiteX22" fmla="*/ 16211 w 6572708"/>
              <a:gd name="connsiteY22" fmla="*/ 6402087 h 6858000"/>
              <a:gd name="connsiteX23" fmla="*/ 25932 w 6572708"/>
              <a:gd name="connsiteY23" fmla="*/ 6321765 h 6858000"/>
              <a:gd name="connsiteX24" fmla="*/ 31488 w 6572708"/>
              <a:gd name="connsiteY24" fmla="*/ 6292746 h 6858000"/>
              <a:gd name="connsiteX25" fmla="*/ 32413 w 6572708"/>
              <a:gd name="connsiteY25" fmla="*/ 6240744 h 6858000"/>
              <a:gd name="connsiteX26" fmla="*/ 34430 w 6572708"/>
              <a:gd name="connsiteY26" fmla="*/ 6206738 h 6858000"/>
              <a:gd name="connsiteX27" fmla="*/ 55689 w 6572708"/>
              <a:gd name="connsiteY27" fmla="*/ 6203389 h 6858000"/>
              <a:gd name="connsiteX28" fmla="*/ 63475 w 6572708"/>
              <a:gd name="connsiteY28" fmla="*/ 6172740 h 6858000"/>
              <a:gd name="connsiteX29" fmla="*/ 50070 w 6572708"/>
              <a:gd name="connsiteY29" fmla="*/ 6141398 h 6858000"/>
              <a:gd name="connsiteX30" fmla="*/ 52252 w 6572708"/>
              <a:gd name="connsiteY30" fmla="*/ 6103364 h 6858000"/>
              <a:gd name="connsiteX31" fmla="*/ 53329 w 6572708"/>
              <a:gd name="connsiteY31" fmla="*/ 6080619 h 6858000"/>
              <a:gd name="connsiteX32" fmla="*/ 73573 w 6572708"/>
              <a:gd name="connsiteY32" fmla="*/ 6019868 h 6858000"/>
              <a:gd name="connsiteX33" fmla="*/ 149610 w 6572708"/>
              <a:gd name="connsiteY33" fmla="*/ 5918672 h 6858000"/>
              <a:gd name="connsiteX34" fmla="*/ 160505 w 6572708"/>
              <a:gd name="connsiteY34" fmla="*/ 5887690 h 6858000"/>
              <a:gd name="connsiteX35" fmla="*/ 156200 w 6572708"/>
              <a:gd name="connsiteY35" fmla="*/ 5882649 h 6858000"/>
              <a:gd name="connsiteX36" fmla="*/ 194213 w 6572708"/>
              <a:gd name="connsiteY36" fmla="*/ 5841953 h 6858000"/>
              <a:gd name="connsiteX37" fmla="*/ 203216 w 6572708"/>
              <a:gd name="connsiteY37" fmla="*/ 5777927 h 6858000"/>
              <a:gd name="connsiteX38" fmla="*/ 202536 w 6572708"/>
              <a:gd name="connsiteY38" fmla="*/ 5728879 h 6858000"/>
              <a:gd name="connsiteX39" fmla="*/ 205380 w 6572708"/>
              <a:gd name="connsiteY39" fmla="*/ 5701696 h 6858000"/>
              <a:gd name="connsiteX40" fmla="*/ 203870 w 6572708"/>
              <a:gd name="connsiteY40" fmla="*/ 5681563 h 6858000"/>
              <a:gd name="connsiteX41" fmla="*/ 219294 w 6572708"/>
              <a:gd name="connsiteY41" fmla="*/ 5632219 h 6858000"/>
              <a:gd name="connsiteX42" fmla="*/ 252910 w 6572708"/>
              <a:gd name="connsiteY42" fmla="*/ 5551224 h 6858000"/>
              <a:gd name="connsiteX43" fmla="*/ 258253 w 6572708"/>
              <a:gd name="connsiteY43" fmla="*/ 5533854 h 6858000"/>
              <a:gd name="connsiteX44" fmla="*/ 255640 w 6572708"/>
              <a:gd name="connsiteY44" fmla="*/ 5518422 h 6858000"/>
              <a:gd name="connsiteX45" fmla="*/ 248756 w 6572708"/>
              <a:gd name="connsiteY45" fmla="*/ 5514403 h 6858000"/>
              <a:gd name="connsiteX46" fmla="*/ 250538 w 6572708"/>
              <a:gd name="connsiteY46" fmla="*/ 5504771 h 6858000"/>
              <a:gd name="connsiteX47" fmla="*/ 249507 w 6572708"/>
              <a:gd name="connsiteY47" fmla="*/ 5502102 h 6858000"/>
              <a:gd name="connsiteX48" fmla="*/ 245101 w 6572708"/>
              <a:gd name="connsiteY48" fmla="*/ 5486913 h 6858000"/>
              <a:gd name="connsiteX49" fmla="*/ 273088 w 6572708"/>
              <a:gd name="connsiteY49" fmla="*/ 5457083 h 6858000"/>
              <a:gd name="connsiteX50" fmla="*/ 276759 w 6572708"/>
              <a:gd name="connsiteY50" fmla="*/ 5418245 h 6858000"/>
              <a:gd name="connsiteX51" fmla="*/ 314712 w 6572708"/>
              <a:gd name="connsiteY51" fmla="*/ 5305770 h 6858000"/>
              <a:gd name="connsiteX52" fmla="*/ 320056 w 6572708"/>
              <a:gd name="connsiteY52" fmla="*/ 5298784 h 6858000"/>
              <a:gd name="connsiteX53" fmla="*/ 320763 w 6572708"/>
              <a:gd name="connsiteY53" fmla="*/ 5282149 h 6858000"/>
              <a:gd name="connsiteX54" fmla="*/ 325879 w 6572708"/>
              <a:gd name="connsiteY54" fmla="*/ 5270957 h 6858000"/>
              <a:gd name="connsiteX55" fmla="*/ 318913 w 6572708"/>
              <a:gd name="connsiteY55" fmla="*/ 5268991 h 6858000"/>
              <a:gd name="connsiteX56" fmla="*/ 317758 w 6572708"/>
              <a:gd name="connsiteY56" fmla="*/ 5250149 h 6858000"/>
              <a:gd name="connsiteX57" fmla="*/ 317275 w 6572708"/>
              <a:gd name="connsiteY57" fmla="*/ 5230130 h 6858000"/>
              <a:gd name="connsiteX58" fmla="*/ 329641 w 6572708"/>
              <a:gd name="connsiteY58" fmla="*/ 5216534 h 6858000"/>
              <a:gd name="connsiteX59" fmla="*/ 329088 w 6572708"/>
              <a:gd name="connsiteY59" fmla="*/ 5211732 h 6858000"/>
              <a:gd name="connsiteX60" fmla="*/ 291324 w 6572708"/>
              <a:gd name="connsiteY60" fmla="*/ 5147635 h 6858000"/>
              <a:gd name="connsiteX61" fmla="*/ 299864 w 6572708"/>
              <a:gd name="connsiteY61" fmla="*/ 5063838 h 6858000"/>
              <a:gd name="connsiteX62" fmla="*/ 323140 w 6572708"/>
              <a:gd name="connsiteY62" fmla="*/ 5036513 h 6858000"/>
              <a:gd name="connsiteX63" fmla="*/ 323855 w 6572708"/>
              <a:gd name="connsiteY63" fmla="*/ 4827737 h 6858000"/>
              <a:gd name="connsiteX64" fmla="*/ 333687 w 6572708"/>
              <a:gd name="connsiteY64" fmla="*/ 4774692 h 6858000"/>
              <a:gd name="connsiteX65" fmla="*/ 322637 w 6572708"/>
              <a:gd name="connsiteY65" fmla="*/ 4727427 h 6858000"/>
              <a:gd name="connsiteX66" fmla="*/ 330798 w 6572708"/>
              <a:gd name="connsiteY66" fmla="*/ 4708193 h 6858000"/>
              <a:gd name="connsiteX67" fmla="*/ 332420 w 6572708"/>
              <a:gd name="connsiteY67" fmla="*/ 4704882 h 6858000"/>
              <a:gd name="connsiteX68" fmla="*/ 334216 w 6572708"/>
              <a:gd name="connsiteY68" fmla="*/ 4691500 h 6858000"/>
              <a:gd name="connsiteX69" fmla="*/ 340601 w 6572708"/>
              <a:gd name="connsiteY69" fmla="*/ 4687895 h 6858000"/>
              <a:gd name="connsiteX70" fmla="*/ 347516 w 6572708"/>
              <a:gd name="connsiteY70" fmla="*/ 4667873 h 6858000"/>
              <a:gd name="connsiteX71" fmla="*/ 349175 w 6572708"/>
              <a:gd name="connsiteY71" fmla="*/ 4643189 h 6858000"/>
              <a:gd name="connsiteX72" fmla="*/ 350492 w 6572708"/>
              <a:gd name="connsiteY72" fmla="*/ 4525833 h 6858000"/>
              <a:gd name="connsiteX73" fmla="*/ 355031 w 6572708"/>
              <a:gd name="connsiteY73" fmla="*/ 4455649 h 6858000"/>
              <a:gd name="connsiteX74" fmla="*/ 362651 w 6572708"/>
              <a:gd name="connsiteY74" fmla="*/ 4429036 h 6858000"/>
              <a:gd name="connsiteX75" fmla="*/ 369327 w 6572708"/>
              <a:gd name="connsiteY75" fmla="*/ 4391840 h 6858000"/>
              <a:gd name="connsiteX76" fmla="*/ 371272 w 6572708"/>
              <a:gd name="connsiteY76" fmla="*/ 4358845 h 6858000"/>
              <a:gd name="connsiteX77" fmla="*/ 382342 w 6572708"/>
              <a:gd name="connsiteY77" fmla="*/ 4333764 h 6858000"/>
              <a:gd name="connsiteX78" fmla="*/ 381365 w 6572708"/>
              <a:gd name="connsiteY78" fmla="*/ 4331730 h 6858000"/>
              <a:gd name="connsiteX79" fmla="*/ 364244 w 6572708"/>
              <a:gd name="connsiteY79" fmla="*/ 4309700 h 6858000"/>
              <a:gd name="connsiteX80" fmla="*/ 363377 w 6572708"/>
              <a:gd name="connsiteY80" fmla="*/ 4285388 h 6858000"/>
              <a:gd name="connsiteX81" fmla="*/ 356642 w 6572708"/>
              <a:gd name="connsiteY81" fmla="*/ 4271714 h 6858000"/>
              <a:gd name="connsiteX82" fmla="*/ 357697 w 6572708"/>
              <a:gd name="connsiteY82" fmla="*/ 4266169 h 6858000"/>
              <a:gd name="connsiteX83" fmla="*/ 356998 w 6572708"/>
              <a:gd name="connsiteY83" fmla="*/ 4247672 h 6858000"/>
              <a:gd name="connsiteX84" fmla="*/ 357549 w 6572708"/>
              <a:gd name="connsiteY84" fmla="*/ 4237120 h 6858000"/>
              <a:gd name="connsiteX85" fmla="*/ 358116 w 6572708"/>
              <a:gd name="connsiteY85" fmla="*/ 4232936 h 6858000"/>
              <a:gd name="connsiteX86" fmla="*/ 366243 w 6572708"/>
              <a:gd name="connsiteY86" fmla="*/ 4224051 h 6858000"/>
              <a:gd name="connsiteX87" fmla="*/ 363841 w 6572708"/>
              <a:gd name="connsiteY87" fmla="*/ 4211782 h 6858000"/>
              <a:gd name="connsiteX88" fmla="*/ 372159 w 6572708"/>
              <a:gd name="connsiteY88" fmla="*/ 4198810 h 6858000"/>
              <a:gd name="connsiteX89" fmla="*/ 366211 w 6572708"/>
              <a:gd name="connsiteY89" fmla="*/ 4195262 h 6858000"/>
              <a:gd name="connsiteX90" fmla="*/ 360561 w 6572708"/>
              <a:gd name="connsiteY90" fmla="*/ 4184054 h 6858000"/>
              <a:gd name="connsiteX91" fmla="*/ 368375 w 6572708"/>
              <a:gd name="connsiteY91" fmla="*/ 4175099 h 6858000"/>
              <a:gd name="connsiteX92" fmla="*/ 373972 w 6572708"/>
              <a:gd name="connsiteY92" fmla="*/ 4155792 h 6858000"/>
              <a:gd name="connsiteX93" fmla="*/ 373150 w 6572708"/>
              <a:gd name="connsiteY93" fmla="*/ 4150364 h 6858000"/>
              <a:gd name="connsiteX94" fmla="*/ 383773 w 6572708"/>
              <a:gd name="connsiteY94" fmla="*/ 4132084 h 6858000"/>
              <a:gd name="connsiteX95" fmla="*/ 389140 w 6572708"/>
              <a:gd name="connsiteY95" fmla="*/ 4115873 h 6858000"/>
              <a:gd name="connsiteX96" fmla="*/ 378846 w 6572708"/>
              <a:gd name="connsiteY96" fmla="*/ 4082551 h 6858000"/>
              <a:gd name="connsiteX97" fmla="*/ 368001 w 6572708"/>
              <a:gd name="connsiteY97" fmla="*/ 3968090 h 6858000"/>
              <a:gd name="connsiteX98" fmla="*/ 372661 w 6572708"/>
              <a:gd name="connsiteY98" fmla="*/ 3881355 h 6858000"/>
              <a:gd name="connsiteX99" fmla="*/ 379210 w 6572708"/>
              <a:gd name="connsiteY99" fmla="*/ 3850569 h 6858000"/>
              <a:gd name="connsiteX100" fmla="*/ 389880 w 6572708"/>
              <a:gd name="connsiteY100" fmla="*/ 3798988 h 6858000"/>
              <a:gd name="connsiteX101" fmla="*/ 409909 w 6572708"/>
              <a:gd name="connsiteY101" fmla="*/ 3760424 h 6858000"/>
              <a:gd name="connsiteX102" fmla="*/ 414051 w 6572708"/>
              <a:gd name="connsiteY102" fmla="*/ 3717298 h 6858000"/>
              <a:gd name="connsiteX103" fmla="*/ 399424 w 6572708"/>
              <a:gd name="connsiteY103" fmla="*/ 3707291 h 6858000"/>
              <a:gd name="connsiteX104" fmla="*/ 394460 w 6572708"/>
              <a:gd name="connsiteY104" fmla="*/ 3673415 h 6858000"/>
              <a:gd name="connsiteX105" fmla="*/ 408918 w 6572708"/>
              <a:gd name="connsiteY105" fmla="*/ 3661155 h 6858000"/>
              <a:gd name="connsiteX106" fmla="*/ 425028 w 6572708"/>
              <a:gd name="connsiteY106" fmla="*/ 3591166 h 6858000"/>
              <a:gd name="connsiteX107" fmla="*/ 430292 w 6572708"/>
              <a:gd name="connsiteY107" fmla="*/ 3550801 h 6858000"/>
              <a:gd name="connsiteX108" fmla="*/ 437149 w 6572708"/>
              <a:gd name="connsiteY108" fmla="*/ 3497399 h 6858000"/>
              <a:gd name="connsiteX109" fmla="*/ 442017 w 6572708"/>
              <a:gd name="connsiteY109" fmla="*/ 3474143 h 6858000"/>
              <a:gd name="connsiteX110" fmla="*/ 437175 w 6572708"/>
              <a:gd name="connsiteY110" fmla="*/ 3463057 h 6858000"/>
              <a:gd name="connsiteX111" fmla="*/ 438483 w 6572708"/>
              <a:gd name="connsiteY111" fmla="*/ 3457563 h 6858000"/>
              <a:gd name="connsiteX112" fmla="*/ 438642 w 6572708"/>
              <a:gd name="connsiteY112" fmla="*/ 3439053 h 6858000"/>
              <a:gd name="connsiteX113" fmla="*/ 439678 w 6572708"/>
              <a:gd name="connsiteY113" fmla="*/ 3428537 h 6858000"/>
              <a:gd name="connsiteX114" fmla="*/ 440437 w 6572708"/>
              <a:gd name="connsiteY114" fmla="*/ 3424381 h 6858000"/>
              <a:gd name="connsiteX115" fmla="*/ 448781 w 6572708"/>
              <a:gd name="connsiteY115" fmla="*/ 3416042 h 6858000"/>
              <a:gd name="connsiteX116" fmla="*/ 448765 w 6572708"/>
              <a:gd name="connsiteY116" fmla="*/ 3414504 h 6858000"/>
              <a:gd name="connsiteX117" fmla="*/ 447134 w 6572708"/>
              <a:gd name="connsiteY117" fmla="*/ 3403498 h 6858000"/>
              <a:gd name="connsiteX118" fmla="*/ 452387 w 6572708"/>
              <a:gd name="connsiteY118" fmla="*/ 3396070 h 6858000"/>
              <a:gd name="connsiteX119" fmla="*/ 453996 w 6572708"/>
              <a:gd name="connsiteY119" fmla="*/ 3389553 h 6858000"/>
              <a:gd name="connsiteX120" fmla="*/ 450265 w 6572708"/>
              <a:gd name="connsiteY120" fmla="*/ 3387098 h 6858000"/>
              <a:gd name="connsiteX121" fmla="*/ 445137 w 6572708"/>
              <a:gd name="connsiteY121" fmla="*/ 3375655 h 6858000"/>
              <a:gd name="connsiteX122" fmla="*/ 453359 w 6572708"/>
              <a:gd name="connsiteY122" fmla="*/ 3367050 h 6858000"/>
              <a:gd name="connsiteX123" fmla="*/ 459842 w 6572708"/>
              <a:gd name="connsiteY123" fmla="*/ 3348005 h 6858000"/>
              <a:gd name="connsiteX124" fmla="*/ 459268 w 6572708"/>
              <a:gd name="connsiteY124" fmla="*/ 3342546 h 6858000"/>
              <a:gd name="connsiteX125" fmla="*/ 470590 w 6572708"/>
              <a:gd name="connsiteY125" fmla="*/ 3324958 h 6858000"/>
              <a:gd name="connsiteX126" fmla="*/ 468579 w 6572708"/>
              <a:gd name="connsiteY126" fmla="*/ 3306990 h 6858000"/>
              <a:gd name="connsiteX127" fmla="*/ 480123 w 6572708"/>
              <a:gd name="connsiteY127" fmla="*/ 3295094 h 6858000"/>
              <a:gd name="connsiteX128" fmla="*/ 482298 w 6572708"/>
              <a:gd name="connsiteY128" fmla="*/ 3293541 h 6858000"/>
              <a:gd name="connsiteX129" fmla="*/ 489102 w 6572708"/>
              <a:gd name="connsiteY129" fmla="*/ 3262198 h 6858000"/>
              <a:gd name="connsiteX130" fmla="*/ 497561 w 6572708"/>
              <a:gd name="connsiteY130" fmla="*/ 3253284 h 6858000"/>
              <a:gd name="connsiteX131" fmla="*/ 522157 w 6572708"/>
              <a:gd name="connsiteY131" fmla="*/ 3192563 h 6858000"/>
              <a:gd name="connsiteX132" fmla="*/ 529302 w 6572708"/>
              <a:gd name="connsiteY132" fmla="*/ 3175520 h 6858000"/>
              <a:gd name="connsiteX133" fmla="*/ 528284 w 6572708"/>
              <a:gd name="connsiteY133" fmla="*/ 3160058 h 6858000"/>
              <a:gd name="connsiteX134" fmla="*/ 521806 w 6572708"/>
              <a:gd name="connsiteY134" fmla="*/ 3155764 h 6858000"/>
              <a:gd name="connsiteX135" fmla="*/ 524589 w 6572708"/>
              <a:gd name="connsiteY135" fmla="*/ 3146261 h 6858000"/>
              <a:gd name="connsiteX136" fmla="*/ 523832 w 6572708"/>
              <a:gd name="connsiteY136" fmla="*/ 3143561 h 6858000"/>
              <a:gd name="connsiteX137" fmla="*/ 520994 w 6572708"/>
              <a:gd name="connsiteY137" fmla="*/ 3128263 h 6858000"/>
              <a:gd name="connsiteX138" fmla="*/ 552091 w 6572708"/>
              <a:gd name="connsiteY138" fmla="*/ 3099818 h 6858000"/>
              <a:gd name="connsiteX139" fmla="*/ 559786 w 6572708"/>
              <a:gd name="connsiteY139" fmla="*/ 3061351 h 6858000"/>
              <a:gd name="connsiteX140" fmla="*/ 618216 w 6572708"/>
              <a:gd name="connsiteY140" fmla="*/ 2895965 h 6858000"/>
              <a:gd name="connsiteX141" fmla="*/ 724973 w 6572708"/>
              <a:gd name="connsiteY141" fmla="*/ 2755713 h 6858000"/>
              <a:gd name="connsiteX142" fmla="*/ 765538 w 6572708"/>
              <a:gd name="connsiteY142" fmla="*/ 2648081 h 6858000"/>
              <a:gd name="connsiteX143" fmla="*/ 780267 w 6572708"/>
              <a:gd name="connsiteY143" fmla="*/ 2641879 h 6858000"/>
              <a:gd name="connsiteX144" fmla="*/ 790836 w 6572708"/>
              <a:gd name="connsiteY144" fmla="*/ 2632919 h 6858000"/>
              <a:gd name="connsiteX145" fmla="*/ 790328 w 6572708"/>
              <a:gd name="connsiteY145" fmla="*/ 2631229 h 6858000"/>
              <a:gd name="connsiteX146" fmla="*/ 797257 w 6572708"/>
              <a:gd name="connsiteY146" fmla="*/ 2619054 h 6858000"/>
              <a:gd name="connsiteX147" fmla="*/ 802383 w 6572708"/>
              <a:gd name="connsiteY147" fmla="*/ 2617568 h 6858000"/>
              <a:gd name="connsiteX148" fmla="*/ 808267 w 6572708"/>
              <a:gd name="connsiteY148" fmla="*/ 2609586 h 6858000"/>
              <a:gd name="connsiteX149" fmla="*/ 822908 w 6572708"/>
              <a:gd name="connsiteY149" fmla="*/ 2594856 h 6858000"/>
              <a:gd name="connsiteX150" fmla="*/ 822791 w 6572708"/>
              <a:gd name="connsiteY150" fmla="*/ 2591164 h 6858000"/>
              <a:gd name="connsiteX151" fmla="*/ 840423 w 6572708"/>
              <a:gd name="connsiteY151" fmla="*/ 2567492 h 6858000"/>
              <a:gd name="connsiteX152" fmla="*/ 839313 w 6572708"/>
              <a:gd name="connsiteY152" fmla="*/ 2566722 h 6858000"/>
              <a:gd name="connsiteX153" fmla="*/ 838361 w 6572708"/>
              <a:gd name="connsiteY153" fmla="*/ 2558109 h 6858000"/>
              <a:gd name="connsiteX154" fmla="*/ 839637 w 6572708"/>
              <a:gd name="connsiteY154" fmla="*/ 2542662 h 6858000"/>
              <a:gd name="connsiteX155" fmla="*/ 825800 w 6572708"/>
              <a:gd name="connsiteY155" fmla="*/ 2501548 h 6858000"/>
              <a:gd name="connsiteX156" fmla="*/ 844035 w 6572708"/>
              <a:gd name="connsiteY156" fmla="*/ 2476819 h 6858000"/>
              <a:gd name="connsiteX157" fmla="*/ 846972 w 6572708"/>
              <a:gd name="connsiteY157" fmla="*/ 2471590 h 6858000"/>
              <a:gd name="connsiteX158" fmla="*/ 846730 w 6572708"/>
              <a:gd name="connsiteY158" fmla="*/ 2471378 h 6858000"/>
              <a:gd name="connsiteX159" fmla="*/ 849228 w 6572708"/>
              <a:gd name="connsiteY159" fmla="*/ 2465654 h 6858000"/>
              <a:gd name="connsiteX160" fmla="*/ 852330 w 6572708"/>
              <a:gd name="connsiteY160" fmla="*/ 2462052 h 6858000"/>
              <a:gd name="connsiteX161" fmla="*/ 858029 w 6572708"/>
              <a:gd name="connsiteY161" fmla="*/ 2451906 h 6858000"/>
              <a:gd name="connsiteX162" fmla="*/ 857986 w 6572708"/>
              <a:gd name="connsiteY162" fmla="*/ 2447716 h 6858000"/>
              <a:gd name="connsiteX163" fmla="*/ 855075 w 6572708"/>
              <a:gd name="connsiteY163" fmla="*/ 2445047 h 6858000"/>
              <a:gd name="connsiteX164" fmla="*/ 856006 w 6572708"/>
              <a:gd name="connsiteY164" fmla="*/ 2444265 h 6858000"/>
              <a:gd name="connsiteX165" fmla="*/ 856444 w 6572708"/>
              <a:gd name="connsiteY165" fmla="*/ 2421759 h 6858000"/>
              <a:gd name="connsiteX166" fmla="*/ 868981 w 6572708"/>
              <a:gd name="connsiteY166" fmla="*/ 2375200 h 6858000"/>
              <a:gd name="connsiteX167" fmla="*/ 880811 w 6572708"/>
              <a:gd name="connsiteY167" fmla="*/ 2350147 h 6858000"/>
              <a:gd name="connsiteX168" fmla="*/ 908124 w 6572708"/>
              <a:gd name="connsiteY168" fmla="*/ 2279761 h 6858000"/>
              <a:gd name="connsiteX169" fmla="*/ 931678 w 6572708"/>
              <a:gd name="connsiteY169" fmla="*/ 2207772 h 6858000"/>
              <a:gd name="connsiteX170" fmla="*/ 921761 w 6572708"/>
              <a:gd name="connsiteY170" fmla="*/ 2164302 h 6858000"/>
              <a:gd name="connsiteX171" fmla="*/ 923058 w 6572708"/>
              <a:gd name="connsiteY171" fmla="*/ 2160162 h 6858000"/>
              <a:gd name="connsiteX172" fmla="*/ 931663 w 6572708"/>
              <a:gd name="connsiteY172" fmla="*/ 2151458 h 6858000"/>
              <a:gd name="connsiteX173" fmla="*/ 935730 w 6572708"/>
              <a:gd name="connsiteY173" fmla="*/ 2148616 h 6858000"/>
              <a:gd name="connsiteX174" fmla="*/ 939910 w 6572708"/>
              <a:gd name="connsiteY174" fmla="*/ 2143540 h 6858000"/>
              <a:gd name="connsiteX175" fmla="*/ 939746 w 6572708"/>
              <a:gd name="connsiteY175" fmla="*/ 2143278 h 6858000"/>
              <a:gd name="connsiteX176" fmla="*/ 944182 w 6572708"/>
              <a:gd name="connsiteY176" fmla="*/ 2138791 h 6858000"/>
              <a:gd name="connsiteX177" fmla="*/ 969240 w 6572708"/>
              <a:gd name="connsiteY177" fmla="*/ 2118565 h 6858000"/>
              <a:gd name="connsiteX178" fmla="*/ 969333 w 6572708"/>
              <a:gd name="connsiteY178" fmla="*/ 2074914 h 6858000"/>
              <a:gd name="connsiteX179" fmla="*/ 975462 w 6572708"/>
              <a:gd name="connsiteY179" fmla="*/ 2059981 h 6858000"/>
              <a:gd name="connsiteX180" fmla="*/ 977313 w 6572708"/>
              <a:gd name="connsiteY180" fmla="*/ 2051279 h 6858000"/>
              <a:gd name="connsiteX181" fmla="*/ 976512 w 6572708"/>
              <a:gd name="connsiteY181" fmla="*/ 2050269 h 6858000"/>
              <a:gd name="connsiteX182" fmla="*/ 1000665 w 6572708"/>
              <a:gd name="connsiteY182" fmla="*/ 2030946 h 6858000"/>
              <a:gd name="connsiteX183" fmla="*/ 1001735 w 6572708"/>
              <a:gd name="connsiteY183" fmla="*/ 2027284 h 6858000"/>
              <a:gd name="connsiteX184" fmla="*/ 1020214 w 6572708"/>
              <a:gd name="connsiteY184" fmla="*/ 2016095 h 6858000"/>
              <a:gd name="connsiteX185" fmla="*/ 1028302 w 6572708"/>
              <a:gd name="connsiteY185" fmla="*/ 2009567 h 6858000"/>
              <a:gd name="connsiteX186" fmla="*/ 1033598 w 6572708"/>
              <a:gd name="connsiteY186" fmla="*/ 2009267 h 6858000"/>
              <a:gd name="connsiteX187" fmla="*/ 1044008 w 6572708"/>
              <a:gd name="connsiteY187" fmla="*/ 1998844 h 6858000"/>
              <a:gd name="connsiteX188" fmla="*/ 1044069 w 6572708"/>
              <a:gd name="connsiteY188" fmla="*/ 1997063 h 6858000"/>
              <a:gd name="connsiteX189" fmla="*/ 1056878 w 6572708"/>
              <a:gd name="connsiteY189" fmla="*/ 1990634 h 6858000"/>
              <a:gd name="connsiteX190" fmla="*/ 1072722 w 6572708"/>
              <a:gd name="connsiteY190" fmla="*/ 1987868 h 6858000"/>
              <a:gd name="connsiteX191" fmla="*/ 1145252 w 6572708"/>
              <a:gd name="connsiteY191" fmla="*/ 1891028 h 6858000"/>
              <a:gd name="connsiteX192" fmla="*/ 1226890 w 6572708"/>
              <a:gd name="connsiteY192" fmla="*/ 1845992 h 6858000"/>
              <a:gd name="connsiteX193" fmla="*/ 1323685 w 6572708"/>
              <a:gd name="connsiteY193" fmla="*/ 1758717 h 6858000"/>
              <a:gd name="connsiteX194" fmla="*/ 1398273 w 6572708"/>
              <a:gd name="connsiteY194" fmla="*/ 1627389 h 6858000"/>
              <a:gd name="connsiteX195" fmla="*/ 1417786 w 6572708"/>
              <a:gd name="connsiteY195" fmla="*/ 1591233 h 6858000"/>
              <a:gd name="connsiteX196" fmla="*/ 1456144 w 6572708"/>
              <a:gd name="connsiteY196" fmla="*/ 1570271 h 6858000"/>
              <a:gd name="connsiteX197" fmla="*/ 1458351 w 6572708"/>
              <a:gd name="connsiteY197" fmla="*/ 1554550 h 6858000"/>
              <a:gd name="connsiteX198" fmla="*/ 1458500 w 6572708"/>
              <a:gd name="connsiteY198" fmla="*/ 1551719 h 6858000"/>
              <a:gd name="connsiteX199" fmla="*/ 1464150 w 6572708"/>
              <a:gd name="connsiteY199" fmla="*/ 1542986 h 6858000"/>
              <a:gd name="connsiteX200" fmla="*/ 1459426 w 6572708"/>
              <a:gd name="connsiteY200" fmla="*/ 1537283 h 6858000"/>
              <a:gd name="connsiteX201" fmla="*/ 1463401 w 6572708"/>
              <a:gd name="connsiteY201" fmla="*/ 1521818 h 6858000"/>
              <a:gd name="connsiteX202" fmla="*/ 1475565 w 6572708"/>
              <a:gd name="connsiteY202" fmla="*/ 1506648 h 6858000"/>
              <a:gd name="connsiteX203" fmla="*/ 1540362 w 6572708"/>
              <a:gd name="connsiteY203" fmla="*/ 1438265 h 6858000"/>
              <a:gd name="connsiteX204" fmla="*/ 1575141 w 6572708"/>
              <a:gd name="connsiteY204" fmla="*/ 1395238 h 6858000"/>
              <a:gd name="connsiteX205" fmla="*/ 1582090 w 6572708"/>
              <a:gd name="connsiteY205" fmla="*/ 1375575 h 6858000"/>
              <a:gd name="connsiteX206" fmla="*/ 1596005 w 6572708"/>
              <a:gd name="connsiteY206" fmla="*/ 1350347 h 6858000"/>
              <a:gd name="connsiteX207" fmla="*/ 1615711 w 6572708"/>
              <a:gd name="connsiteY207" fmla="*/ 1303251 h 6858000"/>
              <a:gd name="connsiteX208" fmla="*/ 1650622 w 6572708"/>
              <a:gd name="connsiteY208" fmla="*/ 1244447 h 6858000"/>
              <a:gd name="connsiteX209" fmla="*/ 1702792 w 6572708"/>
              <a:gd name="connsiteY209" fmla="*/ 1215797 h 6858000"/>
              <a:gd name="connsiteX210" fmla="*/ 1700885 w 6572708"/>
              <a:gd name="connsiteY210" fmla="*/ 1209814 h 6858000"/>
              <a:gd name="connsiteX211" fmla="*/ 1723848 w 6572708"/>
              <a:gd name="connsiteY211" fmla="*/ 1183123 h 6858000"/>
              <a:gd name="connsiteX212" fmla="*/ 1759968 w 6572708"/>
              <a:gd name="connsiteY212" fmla="*/ 1166871 h 6858000"/>
              <a:gd name="connsiteX213" fmla="*/ 1767742 w 6572708"/>
              <a:gd name="connsiteY213" fmla="*/ 1158484 h 6858000"/>
              <a:gd name="connsiteX214" fmla="*/ 1774888 w 6572708"/>
              <a:gd name="connsiteY214" fmla="*/ 1141442 h 6858000"/>
              <a:gd name="connsiteX215" fmla="*/ 1773870 w 6572708"/>
              <a:gd name="connsiteY215" fmla="*/ 1125979 h 6858000"/>
              <a:gd name="connsiteX216" fmla="*/ 1767392 w 6572708"/>
              <a:gd name="connsiteY216" fmla="*/ 1121685 h 6858000"/>
              <a:gd name="connsiteX217" fmla="*/ 1770175 w 6572708"/>
              <a:gd name="connsiteY217" fmla="*/ 1112182 h 6858000"/>
              <a:gd name="connsiteX218" fmla="*/ 1769418 w 6572708"/>
              <a:gd name="connsiteY218" fmla="*/ 1109483 h 6858000"/>
              <a:gd name="connsiteX219" fmla="*/ 1766580 w 6572708"/>
              <a:gd name="connsiteY219" fmla="*/ 1094184 h 6858000"/>
              <a:gd name="connsiteX220" fmla="*/ 1797677 w 6572708"/>
              <a:gd name="connsiteY220" fmla="*/ 1065740 h 6858000"/>
              <a:gd name="connsiteX221" fmla="*/ 1805371 w 6572708"/>
              <a:gd name="connsiteY221" fmla="*/ 1027273 h 6858000"/>
              <a:gd name="connsiteX222" fmla="*/ 1882128 w 6572708"/>
              <a:gd name="connsiteY222" fmla="*/ 887059 h 6858000"/>
              <a:gd name="connsiteX223" fmla="*/ 1922110 w 6572708"/>
              <a:gd name="connsiteY223" fmla="*/ 824781 h 6858000"/>
              <a:gd name="connsiteX224" fmla="*/ 1970558 w 6572708"/>
              <a:gd name="connsiteY224" fmla="*/ 721635 h 6858000"/>
              <a:gd name="connsiteX225" fmla="*/ 1974257 w 6572708"/>
              <a:gd name="connsiteY225" fmla="*/ 713733 h 6858000"/>
              <a:gd name="connsiteX226" fmla="*/ 1971701 w 6572708"/>
              <a:gd name="connsiteY226" fmla="*/ 704563 h 6858000"/>
              <a:gd name="connsiteX227" fmla="*/ 1966819 w 6572708"/>
              <a:gd name="connsiteY227" fmla="*/ 628924 h 6858000"/>
              <a:gd name="connsiteX228" fmla="*/ 1956004 w 6572708"/>
              <a:gd name="connsiteY228" fmla="*/ 621102 h 6858000"/>
              <a:gd name="connsiteX229" fmla="*/ 1948613 w 6572708"/>
              <a:gd name="connsiteY229" fmla="*/ 609156 h 6858000"/>
              <a:gd name="connsiteX230" fmla="*/ 1949145 w 6572708"/>
              <a:gd name="connsiteY230" fmla="*/ 606753 h 6858000"/>
              <a:gd name="connsiteX231" fmla="*/ 1944819 w 6572708"/>
              <a:gd name="connsiteY231" fmla="*/ 590072 h 6858000"/>
              <a:gd name="connsiteX232" fmla="*/ 1941001 w 6572708"/>
              <a:gd name="connsiteY232" fmla="*/ 588296 h 6858000"/>
              <a:gd name="connsiteX233" fmla="*/ 1937134 w 6572708"/>
              <a:gd name="connsiteY233" fmla="*/ 577443 h 6858000"/>
              <a:gd name="connsiteX234" fmla="*/ 1927092 w 6572708"/>
              <a:gd name="connsiteY234" fmla="*/ 557642 h 6858000"/>
              <a:gd name="connsiteX235" fmla="*/ 1927484 w 6572708"/>
              <a:gd name="connsiteY235" fmla="*/ 552451 h 6858000"/>
              <a:gd name="connsiteX236" fmla="*/ 1915874 w 6572708"/>
              <a:gd name="connsiteY236" fmla="*/ 520271 h 6858000"/>
              <a:gd name="connsiteX237" fmla="*/ 1916793 w 6572708"/>
              <a:gd name="connsiteY237" fmla="*/ 519123 h 6858000"/>
              <a:gd name="connsiteX238" fmla="*/ 1918236 w 6572708"/>
              <a:gd name="connsiteY238" fmla="*/ 506970 h 6858000"/>
              <a:gd name="connsiteX239" fmla="*/ 1918529 w 6572708"/>
              <a:gd name="connsiteY239" fmla="*/ 485354 h 6858000"/>
              <a:gd name="connsiteX240" fmla="*/ 1932556 w 6572708"/>
              <a:gd name="connsiteY240" fmla="*/ 426779 h 6858000"/>
              <a:gd name="connsiteX241" fmla="*/ 1920572 w 6572708"/>
              <a:gd name="connsiteY241" fmla="*/ 393150 h 6858000"/>
              <a:gd name="connsiteX242" fmla="*/ 1918744 w 6572708"/>
              <a:gd name="connsiteY242" fmla="*/ 385981 h 6858000"/>
              <a:gd name="connsiteX243" fmla="*/ 1918949 w 6572708"/>
              <a:gd name="connsiteY243" fmla="*/ 385674 h 6858000"/>
              <a:gd name="connsiteX244" fmla="*/ 1917499 w 6572708"/>
              <a:gd name="connsiteY244" fmla="*/ 377782 h 6858000"/>
              <a:gd name="connsiteX245" fmla="*/ 1915412 w 6572708"/>
              <a:gd name="connsiteY245" fmla="*/ 372914 h 6858000"/>
              <a:gd name="connsiteX246" fmla="*/ 1911865 w 6572708"/>
              <a:gd name="connsiteY246" fmla="*/ 359009 h 6858000"/>
              <a:gd name="connsiteX247" fmla="*/ 1912244 w 6572708"/>
              <a:gd name="connsiteY247" fmla="*/ 353121 h 6858000"/>
              <a:gd name="connsiteX248" fmla="*/ 1933610 w 6572708"/>
              <a:gd name="connsiteY248" fmla="*/ 297387 h 6858000"/>
              <a:gd name="connsiteX249" fmla="*/ 1939454 w 6572708"/>
              <a:gd name="connsiteY249" fmla="*/ 194719 h 6858000"/>
              <a:gd name="connsiteX250" fmla="*/ 1942001 w 6572708"/>
              <a:gd name="connsiteY250" fmla="*/ 93227 h 6858000"/>
              <a:gd name="connsiteX251" fmla="*/ 1941351 w 6572708"/>
              <a:gd name="connsiteY251" fmla="*/ 56555 h 6858000"/>
              <a:gd name="connsiteX252" fmla="*/ 1950955 w 6572708"/>
              <a:gd name="connsiteY252" fmla="*/ 5312 h 6858000"/>
              <a:gd name="connsiteX253" fmla="*/ 1949546 w 6572708"/>
              <a:gd name="connsiteY253"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4727719 w 6572708"/>
              <a:gd name="connsiteY8" fmla="*/ 6858000 h 6858000"/>
              <a:gd name="connsiteX9" fmla="*/ 3831783 w 6572708"/>
              <a:gd name="connsiteY9" fmla="*/ 6858000 h 6858000"/>
              <a:gd name="connsiteX10" fmla="*/ 1368280 w 6572708"/>
              <a:gd name="connsiteY10" fmla="*/ 6858000 h 6858000"/>
              <a:gd name="connsiteX11" fmla="*/ 0 w 6572708"/>
              <a:gd name="connsiteY11" fmla="*/ 6858000 h 6858000"/>
              <a:gd name="connsiteX12" fmla="*/ 9990 w 6572708"/>
              <a:gd name="connsiteY12" fmla="*/ 6815347 h 6858000"/>
              <a:gd name="connsiteX13" fmla="*/ 11375 w 6572708"/>
              <a:gd name="connsiteY13" fmla="*/ 6764639 h 6858000"/>
              <a:gd name="connsiteX14" fmla="*/ 37994 w 6572708"/>
              <a:gd name="connsiteY14" fmla="*/ 6747193 h 6858000"/>
              <a:gd name="connsiteX15" fmla="*/ 60759 w 6572708"/>
              <a:gd name="connsiteY15" fmla="*/ 6667761 h 6858000"/>
              <a:gd name="connsiteX16" fmla="*/ 44882 w 6572708"/>
              <a:gd name="connsiteY16" fmla="*/ 6635203 h 6858000"/>
              <a:gd name="connsiteX17" fmla="*/ 38884 w 6572708"/>
              <a:gd name="connsiteY17" fmla="*/ 6601215 h 6858000"/>
              <a:gd name="connsiteX18" fmla="*/ 24537 w 6572708"/>
              <a:gd name="connsiteY18" fmla="*/ 6599857 h 6858000"/>
              <a:gd name="connsiteX19" fmla="*/ 30487 w 6572708"/>
              <a:gd name="connsiteY19" fmla="*/ 6582849 h 6858000"/>
              <a:gd name="connsiteX20" fmla="*/ 30797 w 6572708"/>
              <a:gd name="connsiteY20" fmla="*/ 6536021 h 6858000"/>
              <a:gd name="connsiteX21" fmla="*/ 10629 w 6572708"/>
              <a:gd name="connsiteY21" fmla="*/ 6483343 h 6858000"/>
              <a:gd name="connsiteX22" fmla="*/ 16211 w 6572708"/>
              <a:gd name="connsiteY22" fmla="*/ 6402087 h 6858000"/>
              <a:gd name="connsiteX23" fmla="*/ 25932 w 6572708"/>
              <a:gd name="connsiteY23" fmla="*/ 6321765 h 6858000"/>
              <a:gd name="connsiteX24" fmla="*/ 31488 w 6572708"/>
              <a:gd name="connsiteY24" fmla="*/ 6292746 h 6858000"/>
              <a:gd name="connsiteX25" fmla="*/ 32413 w 6572708"/>
              <a:gd name="connsiteY25" fmla="*/ 6240744 h 6858000"/>
              <a:gd name="connsiteX26" fmla="*/ 34430 w 6572708"/>
              <a:gd name="connsiteY26" fmla="*/ 6206738 h 6858000"/>
              <a:gd name="connsiteX27" fmla="*/ 55689 w 6572708"/>
              <a:gd name="connsiteY27" fmla="*/ 6203389 h 6858000"/>
              <a:gd name="connsiteX28" fmla="*/ 63475 w 6572708"/>
              <a:gd name="connsiteY28" fmla="*/ 6172740 h 6858000"/>
              <a:gd name="connsiteX29" fmla="*/ 50070 w 6572708"/>
              <a:gd name="connsiteY29" fmla="*/ 6141398 h 6858000"/>
              <a:gd name="connsiteX30" fmla="*/ 52252 w 6572708"/>
              <a:gd name="connsiteY30" fmla="*/ 6103364 h 6858000"/>
              <a:gd name="connsiteX31" fmla="*/ 53329 w 6572708"/>
              <a:gd name="connsiteY31" fmla="*/ 6080619 h 6858000"/>
              <a:gd name="connsiteX32" fmla="*/ 73573 w 6572708"/>
              <a:gd name="connsiteY32" fmla="*/ 6019868 h 6858000"/>
              <a:gd name="connsiteX33" fmla="*/ 149610 w 6572708"/>
              <a:gd name="connsiteY33" fmla="*/ 5918672 h 6858000"/>
              <a:gd name="connsiteX34" fmla="*/ 160505 w 6572708"/>
              <a:gd name="connsiteY34" fmla="*/ 5887690 h 6858000"/>
              <a:gd name="connsiteX35" fmla="*/ 156200 w 6572708"/>
              <a:gd name="connsiteY35" fmla="*/ 5882649 h 6858000"/>
              <a:gd name="connsiteX36" fmla="*/ 194213 w 6572708"/>
              <a:gd name="connsiteY36" fmla="*/ 5841953 h 6858000"/>
              <a:gd name="connsiteX37" fmla="*/ 203216 w 6572708"/>
              <a:gd name="connsiteY37" fmla="*/ 5777927 h 6858000"/>
              <a:gd name="connsiteX38" fmla="*/ 202536 w 6572708"/>
              <a:gd name="connsiteY38" fmla="*/ 5728879 h 6858000"/>
              <a:gd name="connsiteX39" fmla="*/ 205380 w 6572708"/>
              <a:gd name="connsiteY39" fmla="*/ 5701696 h 6858000"/>
              <a:gd name="connsiteX40" fmla="*/ 203870 w 6572708"/>
              <a:gd name="connsiteY40" fmla="*/ 5681563 h 6858000"/>
              <a:gd name="connsiteX41" fmla="*/ 219294 w 6572708"/>
              <a:gd name="connsiteY41" fmla="*/ 5632219 h 6858000"/>
              <a:gd name="connsiteX42" fmla="*/ 252910 w 6572708"/>
              <a:gd name="connsiteY42" fmla="*/ 5551224 h 6858000"/>
              <a:gd name="connsiteX43" fmla="*/ 258253 w 6572708"/>
              <a:gd name="connsiteY43" fmla="*/ 5533854 h 6858000"/>
              <a:gd name="connsiteX44" fmla="*/ 255640 w 6572708"/>
              <a:gd name="connsiteY44" fmla="*/ 5518422 h 6858000"/>
              <a:gd name="connsiteX45" fmla="*/ 248756 w 6572708"/>
              <a:gd name="connsiteY45" fmla="*/ 5514403 h 6858000"/>
              <a:gd name="connsiteX46" fmla="*/ 250538 w 6572708"/>
              <a:gd name="connsiteY46" fmla="*/ 5504771 h 6858000"/>
              <a:gd name="connsiteX47" fmla="*/ 249507 w 6572708"/>
              <a:gd name="connsiteY47" fmla="*/ 5502102 h 6858000"/>
              <a:gd name="connsiteX48" fmla="*/ 245101 w 6572708"/>
              <a:gd name="connsiteY48" fmla="*/ 5486913 h 6858000"/>
              <a:gd name="connsiteX49" fmla="*/ 273088 w 6572708"/>
              <a:gd name="connsiteY49" fmla="*/ 5457083 h 6858000"/>
              <a:gd name="connsiteX50" fmla="*/ 276759 w 6572708"/>
              <a:gd name="connsiteY50" fmla="*/ 5418245 h 6858000"/>
              <a:gd name="connsiteX51" fmla="*/ 314712 w 6572708"/>
              <a:gd name="connsiteY51" fmla="*/ 5305770 h 6858000"/>
              <a:gd name="connsiteX52" fmla="*/ 320056 w 6572708"/>
              <a:gd name="connsiteY52" fmla="*/ 5298784 h 6858000"/>
              <a:gd name="connsiteX53" fmla="*/ 320763 w 6572708"/>
              <a:gd name="connsiteY53" fmla="*/ 5282149 h 6858000"/>
              <a:gd name="connsiteX54" fmla="*/ 325879 w 6572708"/>
              <a:gd name="connsiteY54" fmla="*/ 5270957 h 6858000"/>
              <a:gd name="connsiteX55" fmla="*/ 318913 w 6572708"/>
              <a:gd name="connsiteY55" fmla="*/ 5268991 h 6858000"/>
              <a:gd name="connsiteX56" fmla="*/ 317758 w 6572708"/>
              <a:gd name="connsiteY56" fmla="*/ 5250149 h 6858000"/>
              <a:gd name="connsiteX57" fmla="*/ 317275 w 6572708"/>
              <a:gd name="connsiteY57" fmla="*/ 5230130 h 6858000"/>
              <a:gd name="connsiteX58" fmla="*/ 329641 w 6572708"/>
              <a:gd name="connsiteY58" fmla="*/ 5216534 h 6858000"/>
              <a:gd name="connsiteX59" fmla="*/ 329088 w 6572708"/>
              <a:gd name="connsiteY59" fmla="*/ 5211732 h 6858000"/>
              <a:gd name="connsiteX60" fmla="*/ 291324 w 6572708"/>
              <a:gd name="connsiteY60" fmla="*/ 5147635 h 6858000"/>
              <a:gd name="connsiteX61" fmla="*/ 299864 w 6572708"/>
              <a:gd name="connsiteY61" fmla="*/ 5063838 h 6858000"/>
              <a:gd name="connsiteX62" fmla="*/ 323140 w 6572708"/>
              <a:gd name="connsiteY62" fmla="*/ 5036513 h 6858000"/>
              <a:gd name="connsiteX63" fmla="*/ 323855 w 6572708"/>
              <a:gd name="connsiteY63" fmla="*/ 4827737 h 6858000"/>
              <a:gd name="connsiteX64" fmla="*/ 333687 w 6572708"/>
              <a:gd name="connsiteY64" fmla="*/ 4774692 h 6858000"/>
              <a:gd name="connsiteX65" fmla="*/ 322637 w 6572708"/>
              <a:gd name="connsiteY65" fmla="*/ 4727427 h 6858000"/>
              <a:gd name="connsiteX66" fmla="*/ 330798 w 6572708"/>
              <a:gd name="connsiteY66" fmla="*/ 4708193 h 6858000"/>
              <a:gd name="connsiteX67" fmla="*/ 332420 w 6572708"/>
              <a:gd name="connsiteY67" fmla="*/ 4704882 h 6858000"/>
              <a:gd name="connsiteX68" fmla="*/ 334216 w 6572708"/>
              <a:gd name="connsiteY68" fmla="*/ 4691500 h 6858000"/>
              <a:gd name="connsiteX69" fmla="*/ 340601 w 6572708"/>
              <a:gd name="connsiteY69" fmla="*/ 4687895 h 6858000"/>
              <a:gd name="connsiteX70" fmla="*/ 347516 w 6572708"/>
              <a:gd name="connsiteY70" fmla="*/ 4667873 h 6858000"/>
              <a:gd name="connsiteX71" fmla="*/ 349175 w 6572708"/>
              <a:gd name="connsiteY71" fmla="*/ 4643189 h 6858000"/>
              <a:gd name="connsiteX72" fmla="*/ 350492 w 6572708"/>
              <a:gd name="connsiteY72" fmla="*/ 4525833 h 6858000"/>
              <a:gd name="connsiteX73" fmla="*/ 355031 w 6572708"/>
              <a:gd name="connsiteY73" fmla="*/ 4455649 h 6858000"/>
              <a:gd name="connsiteX74" fmla="*/ 362651 w 6572708"/>
              <a:gd name="connsiteY74" fmla="*/ 4429036 h 6858000"/>
              <a:gd name="connsiteX75" fmla="*/ 369327 w 6572708"/>
              <a:gd name="connsiteY75" fmla="*/ 4391840 h 6858000"/>
              <a:gd name="connsiteX76" fmla="*/ 371272 w 6572708"/>
              <a:gd name="connsiteY76" fmla="*/ 4358845 h 6858000"/>
              <a:gd name="connsiteX77" fmla="*/ 382342 w 6572708"/>
              <a:gd name="connsiteY77" fmla="*/ 4333764 h 6858000"/>
              <a:gd name="connsiteX78" fmla="*/ 381365 w 6572708"/>
              <a:gd name="connsiteY78" fmla="*/ 4331730 h 6858000"/>
              <a:gd name="connsiteX79" fmla="*/ 364244 w 6572708"/>
              <a:gd name="connsiteY79" fmla="*/ 4309700 h 6858000"/>
              <a:gd name="connsiteX80" fmla="*/ 363377 w 6572708"/>
              <a:gd name="connsiteY80" fmla="*/ 4285388 h 6858000"/>
              <a:gd name="connsiteX81" fmla="*/ 356642 w 6572708"/>
              <a:gd name="connsiteY81" fmla="*/ 4271714 h 6858000"/>
              <a:gd name="connsiteX82" fmla="*/ 357697 w 6572708"/>
              <a:gd name="connsiteY82" fmla="*/ 4266169 h 6858000"/>
              <a:gd name="connsiteX83" fmla="*/ 356998 w 6572708"/>
              <a:gd name="connsiteY83" fmla="*/ 4247672 h 6858000"/>
              <a:gd name="connsiteX84" fmla="*/ 357549 w 6572708"/>
              <a:gd name="connsiteY84" fmla="*/ 4237120 h 6858000"/>
              <a:gd name="connsiteX85" fmla="*/ 358116 w 6572708"/>
              <a:gd name="connsiteY85" fmla="*/ 4232936 h 6858000"/>
              <a:gd name="connsiteX86" fmla="*/ 366243 w 6572708"/>
              <a:gd name="connsiteY86" fmla="*/ 4224051 h 6858000"/>
              <a:gd name="connsiteX87" fmla="*/ 363841 w 6572708"/>
              <a:gd name="connsiteY87" fmla="*/ 4211782 h 6858000"/>
              <a:gd name="connsiteX88" fmla="*/ 372159 w 6572708"/>
              <a:gd name="connsiteY88" fmla="*/ 4198810 h 6858000"/>
              <a:gd name="connsiteX89" fmla="*/ 366211 w 6572708"/>
              <a:gd name="connsiteY89" fmla="*/ 4195262 h 6858000"/>
              <a:gd name="connsiteX90" fmla="*/ 360561 w 6572708"/>
              <a:gd name="connsiteY90" fmla="*/ 4184054 h 6858000"/>
              <a:gd name="connsiteX91" fmla="*/ 368375 w 6572708"/>
              <a:gd name="connsiteY91" fmla="*/ 4175099 h 6858000"/>
              <a:gd name="connsiteX92" fmla="*/ 373972 w 6572708"/>
              <a:gd name="connsiteY92" fmla="*/ 4155792 h 6858000"/>
              <a:gd name="connsiteX93" fmla="*/ 373150 w 6572708"/>
              <a:gd name="connsiteY93" fmla="*/ 4150364 h 6858000"/>
              <a:gd name="connsiteX94" fmla="*/ 383773 w 6572708"/>
              <a:gd name="connsiteY94" fmla="*/ 4132084 h 6858000"/>
              <a:gd name="connsiteX95" fmla="*/ 389140 w 6572708"/>
              <a:gd name="connsiteY95" fmla="*/ 4115873 h 6858000"/>
              <a:gd name="connsiteX96" fmla="*/ 378846 w 6572708"/>
              <a:gd name="connsiteY96" fmla="*/ 4082551 h 6858000"/>
              <a:gd name="connsiteX97" fmla="*/ 368001 w 6572708"/>
              <a:gd name="connsiteY97" fmla="*/ 3968090 h 6858000"/>
              <a:gd name="connsiteX98" fmla="*/ 372661 w 6572708"/>
              <a:gd name="connsiteY98" fmla="*/ 3881355 h 6858000"/>
              <a:gd name="connsiteX99" fmla="*/ 379210 w 6572708"/>
              <a:gd name="connsiteY99" fmla="*/ 3850569 h 6858000"/>
              <a:gd name="connsiteX100" fmla="*/ 389880 w 6572708"/>
              <a:gd name="connsiteY100" fmla="*/ 3798988 h 6858000"/>
              <a:gd name="connsiteX101" fmla="*/ 409909 w 6572708"/>
              <a:gd name="connsiteY101" fmla="*/ 3760424 h 6858000"/>
              <a:gd name="connsiteX102" fmla="*/ 414051 w 6572708"/>
              <a:gd name="connsiteY102" fmla="*/ 3717298 h 6858000"/>
              <a:gd name="connsiteX103" fmla="*/ 399424 w 6572708"/>
              <a:gd name="connsiteY103" fmla="*/ 3707291 h 6858000"/>
              <a:gd name="connsiteX104" fmla="*/ 394460 w 6572708"/>
              <a:gd name="connsiteY104" fmla="*/ 3673415 h 6858000"/>
              <a:gd name="connsiteX105" fmla="*/ 408918 w 6572708"/>
              <a:gd name="connsiteY105" fmla="*/ 3661155 h 6858000"/>
              <a:gd name="connsiteX106" fmla="*/ 425028 w 6572708"/>
              <a:gd name="connsiteY106" fmla="*/ 3591166 h 6858000"/>
              <a:gd name="connsiteX107" fmla="*/ 430292 w 6572708"/>
              <a:gd name="connsiteY107" fmla="*/ 3550801 h 6858000"/>
              <a:gd name="connsiteX108" fmla="*/ 437149 w 6572708"/>
              <a:gd name="connsiteY108" fmla="*/ 3497399 h 6858000"/>
              <a:gd name="connsiteX109" fmla="*/ 442017 w 6572708"/>
              <a:gd name="connsiteY109" fmla="*/ 3474143 h 6858000"/>
              <a:gd name="connsiteX110" fmla="*/ 437175 w 6572708"/>
              <a:gd name="connsiteY110" fmla="*/ 3463057 h 6858000"/>
              <a:gd name="connsiteX111" fmla="*/ 438483 w 6572708"/>
              <a:gd name="connsiteY111" fmla="*/ 3457563 h 6858000"/>
              <a:gd name="connsiteX112" fmla="*/ 438642 w 6572708"/>
              <a:gd name="connsiteY112" fmla="*/ 3439053 h 6858000"/>
              <a:gd name="connsiteX113" fmla="*/ 439678 w 6572708"/>
              <a:gd name="connsiteY113" fmla="*/ 3428537 h 6858000"/>
              <a:gd name="connsiteX114" fmla="*/ 440437 w 6572708"/>
              <a:gd name="connsiteY114" fmla="*/ 3424381 h 6858000"/>
              <a:gd name="connsiteX115" fmla="*/ 448781 w 6572708"/>
              <a:gd name="connsiteY115" fmla="*/ 3416042 h 6858000"/>
              <a:gd name="connsiteX116" fmla="*/ 448765 w 6572708"/>
              <a:gd name="connsiteY116" fmla="*/ 3414504 h 6858000"/>
              <a:gd name="connsiteX117" fmla="*/ 447134 w 6572708"/>
              <a:gd name="connsiteY117" fmla="*/ 3403498 h 6858000"/>
              <a:gd name="connsiteX118" fmla="*/ 452387 w 6572708"/>
              <a:gd name="connsiteY118" fmla="*/ 3396070 h 6858000"/>
              <a:gd name="connsiteX119" fmla="*/ 453996 w 6572708"/>
              <a:gd name="connsiteY119" fmla="*/ 3389553 h 6858000"/>
              <a:gd name="connsiteX120" fmla="*/ 450265 w 6572708"/>
              <a:gd name="connsiteY120" fmla="*/ 3387098 h 6858000"/>
              <a:gd name="connsiteX121" fmla="*/ 445137 w 6572708"/>
              <a:gd name="connsiteY121" fmla="*/ 3375655 h 6858000"/>
              <a:gd name="connsiteX122" fmla="*/ 453359 w 6572708"/>
              <a:gd name="connsiteY122" fmla="*/ 3367050 h 6858000"/>
              <a:gd name="connsiteX123" fmla="*/ 459842 w 6572708"/>
              <a:gd name="connsiteY123" fmla="*/ 3348005 h 6858000"/>
              <a:gd name="connsiteX124" fmla="*/ 459268 w 6572708"/>
              <a:gd name="connsiteY124" fmla="*/ 3342546 h 6858000"/>
              <a:gd name="connsiteX125" fmla="*/ 470590 w 6572708"/>
              <a:gd name="connsiteY125" fmla="*/ 3324958 h 6858000"/>
              <a:gd name="connsiteX126" fmla="*/ 468579 w 6572708"/>
              <a:gd name="connsiteY126" fmla="*/ 3306990 h 6858000"/>
              <a:gd name="connsiteX127" fmla="*/ 480123 w 6572708"/>
              <a:gd name="connsiteY127" fmla="*/ 3295094 h 6858000"/>
              <a:gd name="connsiteX128" fmla="*/ 482298 w 6572708"/>
              <a:gd name="connsiteY128" fmla="*/ 3293541 h 6858000"/>
              <a:gd name="connsiteX129" fmla="*/ 489102 w 6572708"/>
              <a:gd name="connsiteY129" fmla="*/ 3262198 h 6858000"/>
              <a:gd name="connsiteX130" fmla="*/ 497561 w 6572708"/>
              <a:gd name="connsiteY130" fmla="*/ 3253284 h 6858000"/>
              <a:gd name="connsiteX131" fmla="*/ 522157 w 6572708"/>
              <a:gd name="connsiteY131" fmla="*/ 3192563 h 6858000"/>
              <a:gd name="connsiteX132" fmla="*/ 529302 w 6572708"/>
              <a:gd name="connsiteY132" fmla="*/ 3175520 h 6858000"/>
              <a:gd name="connsiteX133" fmla="*/ 528284 w 6572708"/>
              <a:gd name="connsiteY133" fmla="*/ 3160058 h 6858000"/>
              <a:gd name="connsiteX134" fmla="*/ 521806 w 6572708"/>
              <a:gd name="connsiteY134" fmla="*/ 3155764 h 6858000"/>
              <a:gd name="connsiteX135" fmla="*/ 524589 w 6572708"/>
              <a:gd name="connsiteY135" fmla="*/ 3146261 h 6858000"/>
              <a:gd name="connsiteX136" fmla="*/ 523832 w 6572708"/>
              <a:gd name="connsiteY136" fmla="*/ 3143561 h 6858000"/>
              <a:gd name="connsiteX137" fmla="*/ 520994 w 6572708"/>
              <a:gd name="connsiteY137" fmla="*/ 3128263 h 6858000"/>
              <a:gd name="connsiteX138" fmla="*/ 552091 w 6572708"/>
              <a:gd name="connsiteY138" fmla="*/ 3099818 h 6858000"/>
              <a:gd name="connsiteX139" fmla="*/ 618216 w 6572708"/>
              <a:gd name="connsiteY139" fmla="*/ 2895965 h 6858000"/>
              <a:gd name="connsiteX140" fmla="*/ 724973 w 6572708"/>
              <a:gd name="connsiteY140" fmla="*/ 2755713 h 6858000"/>
              <a:gd name="connsiteX141" fmla="*/ 765538 w 6572708"/>
              <a:gd name="connsiteY141" fmla="*/ 2648081 h 6858000"/>
              <a:gd name="connsiteX142" fmla="*/ 780267 w 6572708"/>
              <a:gd name="connsiteY142" fmla="*/ 2641879 h 6858000"/>
              <a:gd name="connsiteX143" fmla="*/ 790836 w 6572708"/>
              <a:gd name="connsiteY143" fmla="*/ 2632919 h 6858000"/>
              <a:gd name="connsiteX144" fmla="*/ 790328 w 6572708"/>
              <a:gd name="connsiteY144" fmla="*/ 2631229 h 6858000"/>
              <a:gd name="connsiteX145" fmla="*/ 797257 w 6572708"/>
              <a:gd name="connsiteY145" fmla="*/ 2619054 h 6858000"/>
              <a:gd name="connsiteX146" fmla="*/ 802383 w 6572708"/>
              <a:gd name="connsiteY146" fmla="*/ 2617568 h 6858000"/>
              <a:gd name="connsiteX147" fmla="*/ 808267 w 6572708"/>
              <a:gd name="connsiteY147" fmla="*/ 2609586 h 6858000"/>
              <a:gd name="connsiteX148" fmla="*/ 822908 w 6572708"/>
              <a:gd name="connsiteY148" fmla="*/ 2594856 h 6858000"/>
              <a:gd name="connsiteX149" fmla="*/ 822791 w 6572708"/>
              <a:gd name="connsiteY149" fmla="*/ 2591164 h 6858000"/>
              <a:gd name="connsiteX150" fmla="*/ 840423 w 6572708"/>
              <a:gd name="connsiteY150" fmla="*/ 2567492 h 6858000"/>
              <a:gd name="connsiteX151" fmla="*/ 839313 w 6572708"/>
              <a:gd name="connsiteY151" fmla="*/ 2566722 h 6858000"/>
              <a:gd name="connsiteX152" fmla="*/ 838361 w 6572708"/>
              <a:gd name="connsiteY152" fmla="*/ 2558109 h 6858000"/>
              <a:gd name="connsiteX153" fmla="*/ 839637 w 6572708"/>
              <a:gd name="connsiteY153" fmla="*/ 2542662 h 6858000"/>
              <a:gd name="connsiteX154" fmla="*/ 825800 w 6572708"/>
              <a:gd name="connsiteY154" fmla="*/ 2501548 h 6858000"/>
              <a:gd name="connsiteX155" fmla="*/ 844035 w 6572708"/>
              <a:gd name="connsiteY155" fmla="*/ 2476819 h 6858000"/>
              <a:gd name="connsiteX156" fmla="*/ 846972 w 6572708"/>
              <a:gd name="connsiteY156" fmla="*/ 2471590 h 6858000"/>
              <a:gd name="connsiteX157" fmla="*/ 846730 w 6572708"/>
              <a:gd name="connsiteY157" fmla="*/ 2471378 h 6858000"/>
              <a:gd name="connsiteX158" fmla="*/ 849228 w 6572708"/>
              <a:gd name="connsiteY158" fmla="*/ 2465654 h 6858000"/>
              <a:gd name="connsiteX159" fmla="*/ 852330 w 6572708"/>
              <a:gd name="connsiteY159" fmla="*/ 2462052 h 6858000"/>
              <a:gd name="connsiteX160" fmla="*/ 858029 w 6572708"/>
              <a:gd name="connsiteY160" fmla="*/ 2451906 h 6858000"/>
              <a:gd name="connsiteX161" fmla="*/ 857986 w 6572708"/>
              <a:gd name="connsiteY161" fmla="*/ 2447716 h 6858000"/>
              <a:gd name="connsiteX162" fmla="*/ 855075 w 6572708"/>
              <a:gd name="connsiteY162" fmla="*/ 2445047 h 6858000"/>
              <a:gd name="connsiteX163" fmla="*/ 856006 w 6572708"/>
              <a:gd name="connsiteY163" fmla="*/ 2444265 h 6858000"/>
              <a:gd name="connsiteX164" fmla="*/ 856444 w 6572708"/>
              <a:gd name="connsiteY164" fmla="*/ 2421759 h 6858000"/>
              <a:gd name="connsiteX165" fmla="*/ 868981 w 6572708"/>
              <a:gd name="connsiteY165" fmla="*/ 2375200 h 6858000"/>
              <a:gd name="connsiteX166" fmla="*/ 880811 w 6572708"/>
              <a:gd name="connsiteY166" fmla="*/ 2350147 h 6858000"/>
              <a:gd name="connsiteX167" fmla="*/ 908124 w 6572708"/>
              <a:gd name="connsiteY167" fmla="*/ 2279761 h 6858000"/>
              <a:gd name="connsiteX168" fmla="*/ 931678 w 6572708"/>
              <a:gd name="connsiteY168" fmla="*/ 2207772 h 6858000"/>
              <a:gd name="connsiteX169" fmla="*/ 921761 w 6572708"/>
              <a:gd name="connsiteY169" fmla="*/ 2164302 h 6858000"/>
              <a:gd name="connsiteX170" fmla="*/ 923058 w 6572708"/>
              <a:gd name="connsiteY170" fmla="*/ 2160162 h 6858000"/>
              <a:gd name="connsiteX171" fmla="*/ 931663 w 6572708"/>
              <a:gd name="connsiteY171" fmla="*/ 2151458 h 6858000"/>
              <a:gd name="connsiteX172" fmla="*/ 935730 w 6572708"/>
              <a:gd name="connsiteY172" fmla="*/ 2148616 h 6858000"/>
              <a:gd name="connsiteX173" fmla="*/ 939910 w 6572708"/>
              <a:gd name="connsiteY173" fmla="*/ 2143540 h 6858000"/>
              <a:gd name="connsiteX174" fmla="*/ 939746 w 6572708"/>
              <a:gd name="connsiteY174" fmla="*/ 2143278 h 6858000"/>
              <a:gd name="connsiteX175" fmla="*/ 944182 w 6572708"/>
              <a:gd name="connsiteY175" fmla="*/ 2138791 h 6858000"/>
              <a:gd name="connsiteX176" fmla="*/ 969240 w 6572708"/>
              <a:gd name="connsiteY176" fmla="*/ 2118565 h 6858000"/>
              <a:gd name="connsiteX177" fmla="*/ 969333 w 6572708"/>
              <a:gd name="connsiteY177" fmla="*/ 2074914 h 6858000"/>
              <a:gd name="connsiteX178" fmla="*/ 975462 w 6572708"/>
              <a:gd name="connsiteY178" fmla="*/ 2059981 h 6858000"/>
              <a:gd name="connsiteX179" fmla="*/ 977313 w 6572708"/>
              <a:gd name="connsiteY179" fmla="*/ 2051279 h 6858000"/>
              <a:gd name="connsiteX180" fmla="*/ 976512 w 6572708"/>
              <a:gd name="connsiteY180" fmla="*/ 2050269 h 6858000"/>
              <a:gd name="connsiteX181" fmla="*/ 1000665 w 6572708"/>
              <a:gd name="connsiteY181" fmla="*/ 2030946 h 6858000"/>
              <a:gd name="connsiteX182" fmla="*/ 1001735 w 6572708"/>
              <a:gd name="connsiteY182" fmla="*/ 2027284 h 6858000"/>
              <a:gd name="connsiteX183" fmla="*/ 1020214 w 6572708"/>
              <a:gd name="connsiteY183" fmla="*/ 2016095 h 6858000"/>
              <a:gd name="connsiteX184" fmla="*/ 1028302 w 6572708"/>
              <a:gd name="connsiteY184" fmla="*/ 2009567 h 6858000"/>
              <a:gd name="connsiteX185" fmla="*/ 1033598 w 6572708"/>
              <a:gd name="connsiteY185" fmla="*/ 2009267 h 6858000"/>
              <a:gd name="connsiteX186" fmla="*/ 1044008 w 6572708"/>
              <a:gd name="connsiteY186" fmla="*/ 1998844 h 6858000"/>
              <a:gd name="connsiteX187" fmla="*/ 1044069 w 6572708"/>
              <a:gd name="connsiteY187" fmla="*/ 1997063 h 6858000"/>
              <a:gd name="connsiteX188" fmla="*/ 1056878 w 6572708"/>
              <a:gd name="connsiteY188" fmla="*/ 1990634 h 6858000"/>
              <a:gd name="connsiteX189" fmla="*/ 1072722 w 6572708"/>
              <a:gd name="connsiteY189" fmla="*/ 1987868 h 6858000"/>
              <a:gd name="connsiteX190" fmla="*/ 1145252 w 6572708"/>
              <a:gd name="connsiteY190" fmla="*/ 1891028 h 6858000"/>
              <a:gd name="connsiteX191" fmla="*/ 1226890 w 6572708"/>
              <a:gd name="connsiteY191" fmla="*/ 1845992 h 6858000"/>
              <a:gd name="connsiteX192" fmla="*/ 1323685 w 6572708"/>
              <a:gd name="connsiteY192" fmla="*/ 1758717 h 6858000"/>
              <a:gd name="connsiteX193" fmla="*/ 1398273 w 6572708"/>
              <a:gd name="connsiteY193" fmla="*/ 1627389 h 6858000"/>
              <a:gd name="connsiteX194" fmla="*/ 1417786 w 6572708"/>
              <a:gd name="connsiteY194" fmla="*/ 1591233 h 6858000"/>
              <a:gd name="connsiteX195" fmla="*/ 1456144 w 6572708"/>
              <a:gd name="connsiteY195" fmla="*/ 1570271 h 6858000"/>
              <a:gd name="connsiteX196" fmla="*/ 1458351 w 6572708"/>
              <a:gd name="connsiteY196" fmla="*/ 1554550 h 6858000"/>
              <a:gd name="connsiteX197" fmla="*/ 1458500 w 6572708"/>
              <a:gd name="connsiteY197" fmla="*/ 1551719 h 6858000"/>
              <a:gd name="connsiteX198" fmla="*/ 1464150 w 6572708"/>
              <a:gd name="connsiteY198" fmla="*/ 1542986 h 6858000"/>
              <a:gd name="connsiteX199" fmla="*/ 1459426 w 6572708"/>
              <a:gd name="connsiteY199" fmla="*/ 1537283 h 6858000"/>
              <a:gd name="connsiteX200" fmla="*/ 1463401 w 6572708"/>
              <a:gd name="connsiteY200" fmla="*/ 1521818 h 6858000"/>
              <a:gd name="connsiteX201" fmla="*/ 1475565 w 6572708"/>
              <a:gd name="connsiteY201" fmla="*/ 1506648 h 6858000"/>
              <a:gd name="connsiteX202" fmla="*/ 1540362 w 6572708"/>
              <a:gd name="connsiteY202" fmla="*/ 1438265 h 6858000"/>
              <a:gd name="connsiteX203" fmla="*/ 1575141 w 6572708"/>
              <a:gd name="connsiteY203" fmla="*/ 1395238 h 6858000"/>
              <a:gd name="connsiteX204" fmla="*/ 1582090 w 6572708"/>
              <a:gd name="connsiteY204" fmla="*/ 1375575 h 6858000"/>
              <a:gd name="connsiteX205" fmla="*/ 1596005 w 6572708"/>
              <a:gd name="connsiteY205" fmla="*/ 1350347 h 6858000"/>
              <a:gd name="connsiteX206" fmla="*/ 1615711 w 6572708"/>
              <a:gd name="connsiteY206" fmla="*/ 1303251 h 6858000"/>
              <a:gd name="connsiteX207" fmla="*/ 1650622 w 6572708"/>
              <a:gd name="connsiteY207" fmla="*/ 1244447 h 6858000"/>
              <a:gd name="connsiteX208" fmla="*/ 1702792 w 6572708"/>
              <a:gd name="connsiteY208" fmla="*/ 1215797 h 6858000"/>
              <a:gd name="connsiteX209" fmla="*/ 1700885 w 6572708"/>
              <a:gd name="connsiteY209" fmla="*/ 1209814 h 6858000"/>
              <a:gd name="connsiteX210" fmla="*/ 1723848 w 6572708"/>
              <a:gd name="connsiteY210" fmla="*/ 1183123 h 6858000"/>
              <a:gd name="connsiteX211" fmla="*/ 1759968 w 6572708"/>
              <a:gd name="connsiteY211" fmla="*/ 1166871 h 6858000"/>
              <a:gd name="connsiteX212" fmla="*/ 1767742 w 6572708"/>
              <a:gd name="connsiteY212" fmla="*/ 1158484 h 6858000"/>
              <a:gd name="connsiteX213" fmla="*/ 1774888 w 6572708"/>
              <a:gd name="connsiteY213" fmla="*/ 1141442 h 6858000"/>
              <a:gd name="connsiteX214" fmla="*/ 1773870 w 6572708"/>
              <a:gd name="connsiteY214" fmla="*/ 1125979 h 6858000"/>
              <a:gd name="connsiteX215" fmla="*/ 1767392 w 6572708"/>
              <a:gd name="connsiteY215" fmla="*/ 1121685 h 6858000"/>
              <a:gd name="connsiteX216" fmla="*/ 1770175 w 6572708"/>
              <a:gd name="connsiteY216" fmla="*/ 1112182 h 6858000"/>
              <a:gd name="connsiteX217" fmla="*/ 1769418 w 6572708"/>
              <a:gd name="connsiteY217" fmla="*/ 1109483 h 6858000"/>
              <a:gd name="connsiteX218" fmla="*/ 1766580 w 6572708"/>
              <a:gd name="connsiteY218" fmla="*/ 1094184 h 6858000"/>
              <a:gd name="connsiteX219" fmla="*/ 1797677 w 6572708"/>
              <a:gd name="connsiteY219" fmla="*/ 1065740 h 6858000"/>
              <a:gd name="connsiteX220" fmla="*/ 1805371 w 6572708"/>
              <a:gd name="connsiteY220" fmla="*/ 1027273 h 6858000"/>
              <a:gd name="connsiteX221" fmla="*/ 1882128 w 6572708"/>
              <a:gd name="connsiteY221" fmla="*/ 887059 h 6858000"/>
              <a:gd name="connsiteX222" fmla="*/ 1922110 w 6572708"/>
              <a:gd name="connsiteY222" fmla="*/ 824781 h 6858000"/>
              <a:gd name="connsiteX223" fmla="*/ 1970558 w 6572708"/>
              <a:gd name="connsiteY223" fmla="*/ 721635 h 6858000"/>
              <a:gd name="connsiteX224" fmla="*/ 1974257 w 6572708"/>
              <a:gd name="connsiteY224" fmla="*/ 713733 h 6858000"/>
              <a:gd name="connsiteX225" fmla="*/ 1971701 w 6572708"/>
              <a:gd name="connsiteY225" fmla="*/ 704563 h 6858000"/>
              <a:gd name="connsiteX226" fmla="*/ 1966819 w 6572708"/>
              <a:gd name="connsiteY226" fmla="*/ 628924 h 6858000"/>
              <a:gd name="connsiteX227" fmla="*/ 1956004 w 6572708"/>
              <a:gd name="connsiteY227" fmla="*/ 621102 h 6858000"/>
              <a:gd name="connsiteX228" fmla="*/ 1948613 w 6572708"/>
              <a:gd name="connsiteY228" fmla="*/ 609156 h 6858000"/>
              <a:gd name="connsiteX229" fmla="*/ 1949145 w 6572708"/>
              <a:gd name="connsiteY229" fmla="*/ 606753 h 6858000"/>
              <a:gd name="connsiteX230" fmla="*/ 1944819 w 6572708"/>
              <a:gd name="connsiteY230" fmla="*/ 590072 h 6858000"/>
              <a:gd name="connsiteX231" fmla="*/ 1941001 w 6572708"/>
              <a:gd name="connsiteY231" fmla="*/ 588296 h 6858000"/>
              <a:gd name="connsiteX232" fmla="*/ 1937134 w 6572708"/>
              <a:gd name="connsiteY232" fmla="*/ 577443 h 6858000"/>
              <a:gd name="connsiteX233" fmla="*/ 1927092 w 6572708"/>
              <a:gd name="connsiteY233" fmla="*/ 557642 h 6858000"/>
              <a:gd name="connsiteX234" fmla="*/ 1927484 w 6572708"/>
              <a:gd name="connsiteY234" fmla="*/ 552451 h 6858000"/>
              <a:gd name="connsiteX235" fmla="*/ 1915874 w 6572708"/>
              <a:gd name="connsiteY235" fmla="*/ 520271 h 6858000"/>
              <a:gd name="connsiteX236" fmla="*/ 1916793 w 6572708"/>
              <a:gd name="connsiteY236" fmla="*/ 519123 h 6858000"/>
              <a:gd name="connsiteX237" fmla="*/ 1918236 w 6572708"/>
              <a:gd name="connsiteY237" fmla="*/ 506970 h 6858000"/>
              <a:gd name="connsiteX238" fmla="*/ 1918529 w 6572708"/>
              <a:gd name="connsiteY238" fmla="*/ 485354 h 6858000"/>
              <a:gd name="connsiteX239" fmla="*/ 1932556 w 6572708"/>
              <a:gd name="connsiteY239" fmla="*/ 426779 h 6858000"/>
              <a:gd name="connsiteX240" fmla="*/ 1920572 w 6572708"/>
              <a:gd name="connsiteY240" fmla="*/ 393150 h 6858000"/>
              <a:gd name="connsiteX241" fmla="*/ 1918744 w 6572708"/>
              <a:gd name="connsiteY241" fmla="*/ 385981 h 6858000"/>
              <a:gd name="connsiteX242" fmla="*/ 1918949 w 6572708"/>
              <a:gd name="connsiteY242" fmla="*/ 385674 h 6858000"/>
              <a:gd name="connsiteX243" fmla="*/ 1917499 w 6572708"/>
              <a:gd name="connsiteY243" fmla="*/ 377782 h 6858000"/>
              <a:gd name="connsiteX244" fmla="*/ 1915412 w 6572708"/>
              <a:gd name="connsiteY244" fmla="*/ 372914 h 6858000"/>
              <a:gd name="connsiteX245" fmla="*/ 1911865 w 6572708"/>
              <a:gd name="connsiteY245" fmla="*/ 359009 h 6858000"/>
              <a:gd name="connsiteX246" fmla="*/ 1912244 w 6572708"/>
              <a:gd name="connsiteY246" fmla="*/ 353121 h 6858000"/>
              <a:gd name="connsiteX247" fmla="*/ 1933610 w 6572708"/>
              <a:gd name="connsiteY247" fmla="*/ 297387 h 6858000"/>
              <a:gd name="connsiteX248" fmla="*/ 1939454 w 6572708"/>
              <a:gd name="connsiteY248" fmla="*/ 194719 h 6858000"/>
              <a:gd name="connsiteX249" fmla="*/ 1942001 w 6572708"/>
              <a:gd name="connsiteY249" fmla="*/ 93227 h 6858000"/>
              <a:gd name="connsiteX250" fmla="*/ 1941351 w 6572708"/>
              <a:gd name="connsiteY250" fmla="*/ 56555 h 6858000"/>
              <a:gd name="connsiteX251" fmla="*/ 1950955 w 6572708"/>
              <a:gd name="connsiteY251" fmla="*/ 5312 h 6858000"/>
              <a:gd name="connsiteX252" fmla="*/ 1949546 w 6572708"/>
              <a:gd name="connsiteY252"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4727719 w 6572708"/>
              <a:gd name="connsiteY8" fmla="*/ 6858000 h 6858000"/>
              <a:gd name="connsiteX9" fmla="*/ 3831783 w 6572708"/>
              <a:gd name="connsiteY9" fmla="*/ 6858000 h 6858000"/>
              <a:gd name="connsiteX10" fmla="*/ 1368280 w 6572708"/>
              <a:gd name="connsiteY10" fmla="*/ 6858000 h 6858000"/>
              <a:gd name="connsiteX11" fmla="*/ 0 w 6572708"/>
              <a:gd name="connsiteY11" fmla="*/ 6858000 h 6858000"/>
              <a:gd name="connsiteX12" fmla="*/ 9990 w 6572708"/>
              <a:gd name="connsiteY12" fmla="*/ 6815347 h 6858000"/>
              <a:gd name="connsiteX13" fmla="*/ 11375 w 6572708"/>
              <a:gd name="connsiteY13" fmla="*/ 6764639 h 6858000"/>
              <a:gd name="connsiteX14" fmla="*/ 37994 w 6572708"/>
              <a:gd name="connsiteY14" fmla="*/ 6747193 h 6858000"/>
              <a:gd name="connsiteX15" fmla="*/ 60759 w 6572708"/>
              <a:gd name="connsiteY15" fmla="*/ 6667761 h 6858000"/>
              <a:gd name="connsiteX16" fmla="*/ 44882 w 6572708"/>
              <a:gd name="connsiteY16" fmla="*/ 6635203 h 6858000"/>
              <a:gd name="connsiteX17" fmla="*/ 38884 w 6572708"/>
              <a:gd name="connsiteY17" fmla="*/ 6601215 h 6858000"/>
              <a:gd name="connsiteX18" fmla="*/ 24537 w 6572708"/>
              <a:gd name="connsiteY18" fmla="*/ 6599857 h 6858000"/>
              <a:gd name="connsiteX19" fmla="*/ 30487 w 6572708"/>
              <a:gd name="connsiteY19" fmla="*/ 6582849 h 6858000"/>
              <a:gd name="connsiteX20" fmla="*/ 30797 w 6572708"/>
              <a:gd name="connsiteY20" fmla="*/ 6536021 h 6858000"/>
              <a:gd name="connsiteX21" fmla="*/ 10629 w 6572708"/>
              <a:gd name="connsiteY21" fmla="*/ 6483343 h 6858000"/>
              <a:gd name="connsiteX22" fmla="*/ 16211 w 6572708"/>
              <a:gd name="connsiteY22" fmla="*/ 6402087 h 6858000"/>
              <a:gd name="connsiteX23" fmla="*/ 25932 w 6572708"/>
              <a:gd name="connsiteY23" fmla="*/ 6321765 h 6858000"/>
              <a:gd name="connsiteX24" fmla="*/ 31488 w 6572708"/>
              <a:gd name="connsiteY24" fmla="*/ 6292746 h 6858000"/>
              <a:gd name="connsiteX25" fmla="*/ 32413 w 6572708"/>
              <a:gd name="connsiteY25" fmla="*/ 6240744 h 6858000"/>
              <a:gd name="connsiteX26" fmla="*/ 34430 w 6572708"/>
              <a:gd name="connsiteY26" fmla="*/ 6206738 h 6858000"/>
              <a:gd name="connsiteX27" fmla="*/ 55689 w 6572708"/>
              <a:gd name="connsiteY27" fmla="*/ 6203389 h 6858000"/>
              <a:gd name="connsiteX28" fmla="*/ 63475 w 6572708"/>
              <a:gd name="connsiteY28" fmla="*/ 6172740 h 6858000"/>
              <a:gd name="connsiteX29" fmla="*/ 50070 w 6572708"/>
              <a:gd name="connsiteY29" fmla="*/ 6141398 h 6858000"/>
              <a:gd name="connsiteX30" fmla="*/ 52252 w 6572708"/>
              <a:gd name="connsiteY30" fmla="*/ 6103364 h 6858000"/>
              <a:gd name="connsiteX31" fmla="*/ 53329 w 6572708"/>
              <a:gd name="connsiteY31" fmla="*/ 6080619 h 6858000"/>
              <a:gd name="connsiteX32" fmla="*/ 73573 w 6572708"/>
              <a:gd name="connsiteY32" fmla="*/ 6019868 h 6858000"/>
              <a:gd name="connsiteX33" fmla="*/ 149610 w 6572708"/>
              <a:gd name="connsiteY33" fmla="*/ 5918672 h 6858000"/>
              <a:gd name="connsiteX34" fmla="*/ 160505 w 6572708"/>
              <a:gd name="connsiteY34" fmla="*/ 5887690 h 6858000"/>
              <a:gd name="connsiteX35" fmla="*/ 156200 w 6572708"/>
              <a:gd name="connsiteY35" fmla="*/ 5882649 h 6858000"/>
              <a:gd name="connsiteX36" fmla="*/ 194213 w 6572708"/>
              <a:gd name="connsiteY36" fmla="*/ 5841953 h 6858000"/>
              <a:gd name="connsiteX37" fmla="*/ 203216 w 6572708"/>
              <a:gd name="connsiteY37" fmla="*/ 5777927 h 6858000"/>
              <a:gd name="connsiteX38" fmla="*/ 202536 w 6572708"/>
              <a:gd name="connsiteY38" fmla="*/ 5728879 h 6858000"/>
              <a:gd name="connsiteX39" fmla="*/ 205380 w 6572708"/>
              <a:gd name="connsiteY39" fmla="*/ 5701696 h 6858000"/>
              <a:gd name="connsiteX40" fmla="*/ 203870 w 6572708"/>
              <a:gd name="connsiteY40" fmla="*/ 5681563 h 6858000"/>
              <a:gd name="connsiteX41" fmla="*/ 219294 w 6572708"/>
              <a:gd name="connsiteY41" fmla="*/ 5632219 h 6858000"/>
              <a:gd name="connsiteX42" fmla="*/ 252910 w 6572708"/>
              <a:gd name="connsiteY42" fmla="*/ 5551224 h 6858000"/>
              <a:gd name="connsiteX43" fmla="*/ 258253 w 6572708"/>
              <a:gd name="connsiteY43" fmla="*/ 5533854 h 6858000"/>
              <a:gd name="connsiteX44" fmla="*/ 255640 w 6572708"/>
              <a:gd name="connsiteY44" fmla="*/ 5518422 h 6858000"/>
              <a:gd name="connsiteX45" fmla="*/ 248756 w 6572708"/>
              <a:gd name="connsiteY45" fmla="*/ 5514403 h 6858000"/>
              <a:gd name="connsiteX46" fmla="*/ 250538 w 6572708"/>
              <a:gd name="connsiteY46" fmla="*/ 5504771 h 6858000"/>
              <a:gd name="connsiteX47" fmla="*/ 249507 w 6572708"/>
              <a:gd name="connsiteY47" fmla="*/ 5502102 h 6858000"/>
              <a:gd name="connsiteX48" fmla="*/ 245101 w 6572708"/>
              <a:gd name="connsiteY48" fmla="*/ 5486913 h 6858000"/>
              <a:gd name="connsiteX49" fmla="*/ 273088 w 6572708"/>
              <a:gd name="connsiteY49" fmla="*/ 5457083 h 6858000"/>
              <a:gd name="connsiteX50" fmla="*/ 276759 w 6572708"/>
              <a:gd name="connsiteY50" fmla="*/ 5418245 h 6858000"/>
              <a:gd name="connsiteX51" fmla="*/ 314712 w 6572708"/>
              <a:gd name="connsiteY51" fmla="*/ 5305770 h 6858000"/>
              <a:gd name="connsiteX52" fmla="*/ 320056 w 6572708"/>
              <a:gd name="connsiteY52" fmla="*/ 5298784 h 6858000"/>
              <a:gd name="connsiteX53" fmla="*/ 320763 w 6572708"/>
              <a:gd name="connsiteY53" fmla="*/ 5282149 h 6858000"/>
              <a:gd name="connsiteX54" fmla="*/ 325879 w 6572708"/>
              <a:gd name="connsiteY54" fmla="*/ 5270957 h 6858000"/>
              <a:gd name="connsiteX55" fmla="*/ 318913 w 6572708"/>
              <a:gd name="connsiteY55" fmla="*/ 5268991 h 6858000"/>
              <a:gd name="connsiteX56" fmla="*/ 317758 w 6572708"/>
              <a:gd name="connsiteY56" fmla="*/ 5250149 h 6858000"/>
              <a:gd name="connsiteX57" fmla="*/ 317275 w 6572708"/>
              <a:gd name="connsiteY57" fmla="*/ 5230130 h 6858000"/>
              <a:gd name="connsiteX58" fmla="*/ 329641 w 6572708"/>
              <a:gd name="connsiteY58" fmla="*/ 5216534 h 6858000"/>
              <a:gd name="connsiteX59" fmla="*/ 329088 w 6572708"/>
              <a:gd name="connsiteY59" fmla="*/ 5211732 h 6858000"/>
              <a:gd name="connsiteX60" fmla="*/ 291324 w 6572708"/>
              <a:gd name="connsiteY60" fmla="*/ 5147635 h 6858000"/>
              <a:gd name="connsiteX61" fmla="*/ 299864 w 6572708"/>
              <a:gd name="connsiteY61" fmla="*/ 5063838 h 6858000"/>
              <a:gd name="connsiteX62" fmla="*/ 323140 w 6572708"/>
              <a:gd name="connsiteY62" fmla="*/ 5036513 h 6858000"/>
              <a:gd name="connsiteX63" fmla="*/ 323855 w 6572708"/>
              <a:gd name="connsiteY63" fmla="*/ 4827737 h 6858000"/>
              <a:gd name="connsiteX64" fmla="*/ 333687 w 6572708"/>
              <a:gd name="connsiteY64" fmla="*/ 4774692 h 6858000"/>
              <a:gd name="connsiteX65" fmla="*/ 322637 w 6572708"/>
              <a:gd name="connsiteY65" fmla="*/ 4727427 h 6858000"/>
              <a:gd name="connsiteX66" fmla="*/ 330798 w 6572708"/>
              <a:gd name="connsiteY66" fmla="*/ 4708193 h 6858000"/>
              <a:gd name="connsiteX67" fmla="*/ 332420 w 6572708"/>
              <a:gd name="connsiteY67" fmla="*/ 4704882 h 6858000"/>
              <a:gd name="connsiteX68" fmla="*/ 334216 w 6572708"/>
              <a:gd name="connsiteY68" fmla="*/ 4691500 h 6858000"/>
              <a:gd name="connsiteX69" fmla="*/ 340601 w 6572708"/>
              <a:gd name="connsiteY69" fmla="*/ 4687895 h 6858000"/>
              <a:gd name="connsiteX70" fmla="*/ 347516 w 6572708"/>
              <a:gd name="connsiteY70" fmla="*/ 4667873 h 6858000"/>
              <a:gd name="connsiteX71" fmla="*/ 349175 w 6572708"/>
              <a:gd name="connsiteY71" fmla="*/ 4643189 h 6858000"/>
              <a:gd name="connsiteX72" fmla="*/ 350492 w 6572708"/>
              <a:gd name="connsiteY72" fmla="*/ 4525833 h 6858000"/>
              <a:gd name="connsiteX73" fmla="*/ 355031 w 6572708"/>
              <a:gd name="connsiteY73" fmla="*/ 4455649 h 6858000"/>
              <a:gd name="connsiteX74" fmla="*/ 362651 w 6572708"/>
              <a:gd name="connsiteY74" fmla="*/ 4429036 h 6858000"/>
              <a:gd name="connsiteX75" fmla="*/ 369327 w 6572708"/>
              <a:gd name="connsiteY75" fmla="*/ 4391840 h 6858000"/>
              <a:gd name="connsiteX76" fmla="*/ 371272 w 6572708"/>
              <a:gd name="connsiteY76" fmla="*/ 4358845 h 6858000"/>
              <a:gd name="connsiteX77" fmla="*/ 382342 w 6572708"/>
              <a:gd name="connsiteY77" fmla="*/ 4333764 h 6858000"/>
              <a:gd name="connsiteX78" fmla="*/ 381365 w 6572708"/>
              <a:gd name="connsiteY78" fmla="*/ 4331730 h 6858000"/>
              <a:gd name="connsiteX79" fmla="*/ 364244 w 6572708"/>
              <a:gd name="connsiteY79" fmla="*/ 4309700 h 6858000"/>
              <a:gd name="connsiteX80" fmla="*/ 363377 w 6572708"/>
              <a:gd name="connsiteY80" fmla="*/ 4285388 h 6858000"/>
              <a:gd name="connsiteX81" fmla="*/ 356642 w 6572708"/>
              <a:gd name="connsiteY81" fmla="*/ 4271714 h 6858000"/>
              <a:gd name="connsiteX82" fmla="*/ 357697 w 6572708"/>
              <a:gd name="connsiteY82" fmla="*/ 4266169 h 6858000"/>
              <a:gd name="connsiteX83" fmla="*/ 356998 w 6572708"/>
              <a:gd name="connsiteY83" fmla="*/ 4247672 h 6858000"/>
              <a:gd name="connsiteX84" fmla="*/ 357549 w 6572708"/>
              <a:gd name="connsiteY84" fmla="*/ 4237120 h 6858000"/>
              <a:gd name="connsiteX85" fmla="*/ 358116 w 6572708"/>
              <a:gd name="connsiteY85" fmla="*/ 4232936 h 6858000"/>
              <a:gd name="connsiteX86" fmla="*/ 366243 w 6572708"/>
              <a:gd name="connsiteY86" fmla="*/ 4224051 h 6858000"/>
              <a:gd name="connsiteX87" fmla="*/ 363841 w 6572708"/>
              <a:gd name="connsiteY87" fmla="*/ 4211782 h 6858000"/>
              <a:gd name="connsiteX88" fmla="*/ 372159 w 6572708"/>
              <a:gd name="connsiteY88" fmla="*/ 4198810 h 6858000"/>
              <a:gd name="connsiteX89" fmla="*/ 366211 w 6572708"/>
              <a:gd name="connsiteY89" fmla="*/ 4195262 h 6858000"/>
              <a:gd name="connsiteX90" fmla="*/ 360561 w 6572708"/>
              <a:gd name="connsiteY90" fmla="*/ 4184054 h 6858000"/>
              <a:gd name="connsiteX91" fmla="*/ 368375 w 6572708"/>
              <a:gd name="connsiteY91" fmla="*/ 4175099 h 6858000"/>
              <a:gd name="connsiteX92" fmla="*/ 373972 w 6572708"/>
              <a:gd name="connsiteY92" fmla="*/ 4155792 h 6858000"/>
              <a:gd name="connsiteX93" fmla="*/ 373150 w 6572708"/>
              <a:gd name="connsiteY93" fmla="*/ 4150364 h 6858000"/>
              <a:gd name="connsiteX94" fmla="*/ 383773 w 6572708"/>
              <a:gd name="connsiteY94" fmla="*/ 4132084 h 6858000"/>
              <a:gd name="connsiteX95" fmla="*/ 389140 w 6572708"/>
              <a:gd name="connsiteY95" fmla="*/ 4115873 h 6858000"/>
              <a:gd name="connsiteX96" fmla="*/ 378846 w 6572708"/>
              <a:gd name="connsiteY96" fmla="*/ 4082551 h 6858000"/>
              <a:gd name="connsiteX97" fmla="*/ 368001 w 6572708"/>
              <a:gd name="connsiteY97" fmla="*/ 3968090 h 6858000"/>
              <a:gd name="connsiteX98" fmla="*/ 372661 w 6572708"/>
              <a:gd name="connsiteY98" fmla="*/ 3881355 h 6858000"/>
              <a:gd name="connsiteX99" fmla="*/ 379210 w 6572708"/>
              <a:gd name="connsiteY99" fmla="*/ 3850569 h 6858000"/>
              <a:gd name="connsiteX100" fmla="*/ 389880 w 6572708"/>
              <a:gd name="connsiteY100" fmla="*/ 3798988 h 6858000"/>
              <a:gd name="connsiteX101" fmla="*/ 409909 w 6572708"/>
              <a:gd name="connsiteY101" fmla="*/ 3760424 h 6858000"/>
              <a:gd name="connsiteX102" fmla="*/ 414051 w 6572708"/>
              <a:gd name="connsiteY102" fmla="*/ 3717298 h 6858000"/>
              <a:gd name="connsiteX103" fmla="*/ 399424 w 6572708"/>
              <a:gd name="connsiteY103" fmla="*/ 3707291 h 6858000"/>
              <a:gd name="connsiteX104" fmla="*/ 394460 w 6572708"/>
              <a:gd name="connsiteY104" fmla="*/ 3673415 h 6858000"/>
              <a:gd name="connsiteX105" fmla="*/ 408918 w 6572708"/>
              <a:gd name="connsiteY105" fmla="*/ 3661155 h 6858000"/>
              <a:gd name="connsiteX106" fmla="*/ 425028 w 6572708"/>
              <a:gd name="connsiteY106" fmla="*/ 3591166 h 6858000"/>
              <a:gd name="connsiteX107" fmla="*/ 430292 w 6572708"/>
              <a:gd name="connsiteY107" fmla="*/ 3550801 h 6858000"/>
              <a:gd name="connsiteX108" fmla="*/ 437149 w 6572708"/>
              <a:gd name="connsiteY108" fmla="*/ 3497399 h 6858000"/>
              <a:gd name="connsiteX109" fmla="*/ 442017 w 6572708"/>
              <a:gd name="connsiteY109" fmla="*/ 3474143 h 6858000"/>
              <a:gd name="connsiteX110" fmla="*/ 437175 w 6572708"/>
              <a:gd name="connsiteY110" fmla="*/ 3463057 h 6858000"/>
              <a:gd name="connsiteX111" fmla="*/ 438483 w 6572708"/>
              <a:gd name="connsiteY111" fmla="*/ 3457563 h 6858000"/>
              <a:gd name="connsiteX112" fmla="*/ 438642 w 6572708"/>
              <a:gd name="connsiteY112" fmla="*/ 3439053 h 6858000"/>
              <a:gd name="connsiteX113" fmla="*/ 439678 w 6572708"/>
              <a:gd name="connsiteY113" fmla="*/ 3428537 h 6858000"/>
              <a:gd name="connsiteX114" fmla="*/ 440437 w 6572708"/>
              <a:gd name="connsiteY114" fmla="*/ 3424381 h 6858000"/>
              <a:gd name="connsiteX115" fmla="*/ 448781 w 6572708"/>
              <a:gd name="connsiteY115" fmla="*/ 3416042 h 6858000"/>
              <a:gd name="connsiteX116" fmla="*/ 448765 w 6572708"/>
              <a:gd name="connsiteY116" fmla="*/ 3414504 h 6858000"/>
              <a:gd name="connsiteX117" fmla="*/ 447134 w 6572708"/>
              <a:gd name="connsiteY117" fmla="*/ 3403498 h 6858000"/>
              <a:gd name="connsiteX118" fmla="*/ 452387 w 6572708"/>
              <a:gd name="connsiteY118" fmla="*/ 3396070 h 6858000"/>
              <a:gd name="connsiteX119" fmla="*/ 453996 w 6572708"/>
              <a:gd name="connsiteY119" fmla="*/ 3389553 h 6858000"/>
              <a:gd name="connsiteX120" fmla="*/ 450265 w 6572708"/>
              <a:gd name="connsiteY120" fmla="*/ 3387098 h 6858000"/>
              <a:gd name="connsiteX121" fmla="*/ 445137 w 6572708"/>
              <a:gd name="connsiteY121" fmla="*/ 3375655 h 6858000"/>
              <a:gd name="connsiteX122" fmla="*/ 453359 w 6572708"/>
              <a:gd name="connsiteY122" fmla="*/ 3367050 h 6858000"/>
              <a:gd name="connsiteX123" fmla="*/ 459842 w 6572708"/>
              <a:gd name="connsiteY123" fmla="*/ 3348005 h 6858000"/>
              <a:gd name="connsiteX124" fmla="*/ 459268 w 6572708"/>
              <a:gd name="connsiteY124" fmla="*/ 3342546 h 6858000"/>
              <a:gd name="connsiteX125" fmla="*/ 470590 w 6572708"/>
              <a:gd name="connsiteY125" fmla="*/ 3324958 h 6858000"/>
              <a:gd name="connsiteX126" fmla="*/ 468579 w 6572708"/>
              <a:gd name="connsiteY126" fmla="*/ 3306990 h 6858000"/>
              <a:gd name="connsiteX127" fmla="*/ 480123 w 6572708"/>
              <a:gd name="connsiteY127" fmla="*/ 3295094 h 6858000"/>
              <a:gd name="connsiteX128" fmla="*/ 482298 w 6572708"/>
              <a:gd name="connsiteY128" fmla="*/ 3293541 h 6858000"/>
              <a:gd name="connsiteX129" fmla="*/ 489102 w 6572708"/>
              <a:gd name="connsiteY129" fmla="*/ 3262198 h 6858000"/>
              <a:gd name="connsiteX130" fmla="*/ 497561 w 6572708"/>
              <a:gd name="connsiteY130" fmla="*/ 3253284 h 6858000"/>
              <a:gd name="connsiteX131" fmla="*/ 522157 w 6572708"/>
              <a:gd name="connsiteY131" fmla="*/ 3192563 h 6858000"/>
              <a:gd name="connsiteX132" fmla="*/ 529302 w 6572708"/>
              <a:gd name="connsiteY132" fmla="*/ 3175520 h 6858000"/>
              <a:gd name="connsiteX133" fmla="*/ 528284 w 6572708"/>
              <a:gd name="connsiteY133" fmla="*/ 3160058 h 6858000"/>
              <a:gd name="connsiteX134" fmla="*/ 521806 w 6572708"/>
              <a:gd name="connsiteY134" fmla="*/ 3155764 h 6858000"/>
              <a:gd name="connsiteX135" fmla="*/ 524589 w 6572708"/>
              <a:gd name="connsiteY135" fmla="*/ 3146261 h 6858000"/>
              <a:gd name="connsiteX136" fmla="*/ 523832 w 6572708"/>
              <a:gd name="connsiteY136" fmla="*/ 3143561 h 6858000"/>
              <a:gd name="connsiteX137" fmla="*/ 520994 w 6572708"/>
              <a:gd name="connsiteY137" fmla="*/ 3128263 h 6858000"/>
              <a:gd name="connsiteX138" fmla="*/ 552091 w 6572708"/>
              <a:gd name="connsiteY138" fmla="*/ 3099818 h 6858000"/>
              <a:gd name="connsiteX139" fmla="*/ 618216 w 6572708"/>
              <a:gd name="connsiteY139" fmla="*/ 2895965 h 6858000"/>
              <a:gd name="connsiteX140" fmla="*/ 724973 w 6572708"/>
              <a:gd name="connsiteY140" fmla="*/ 2755713 h 6858000"/>
              <a:gd name="connsiteX141" fmla="*/ 765538 w 6572708"/>
              <a:gd name="connsiteY141" fmla="*/ 2648081 h 6858000"/>
              <a:gd name="connsiteX142" fmla="*/ 780267 w 6572708"/>
              <a:gd name="connsiteY142" fmla="*/ 2641879 h 6858000"/>
              <a:gd name="connsiteX143" fmla="*/ 790836 w 6572708"/>
              <a:gd name="connsiteY143" fmla="*/ 2632919 h 6858000"/>
              <a:gd name="connsiteX144" fmla="*/ 790328 w 6572708"/>
              <a:gd name="connsiteY144" fmla="*/ 2631229 h 6858000"/>
              <a:gd name="connsiteX145" fmla="*/ 797257 w 6572708"/>
              <a:gd name="connsiteY145" fmla="*/ 2619054 h 6858000"/>
              <a:gd name="connsiteX146" fmla="*/ 802383 w 6572708"/>
              <a:gd name="connsiteY146" fmla="*/ 2617568 h 6858000"/>
              <a:gd name="connsiteX147" fmla="*/ 808267 w 6572708"/>
              <a:gd name="connsiteY147" fmla="*/ 2609586 h 6858000"/>
              <a:gd name="connsiteX148" fmla="*/ 822908 w 6572708"/>
              <a:gd name="connsiteY148" fmla="*/ 2594856 h 6858000"/>
              <a:gd name="connsiteX149" fmla="*/ 822791 w 6572708"/>
              <a:gd name="connsiteY149" fmla="*/ 2591164 h 6858000"/>
              <a:gd name="connsiteX150" fmla="*/ 840423 w 6572708"/>
              <a:gd name="connsiteY150" fmla="*/ 2567492 h 6858000"/>
              <a:gd name="connsiteX151" fmla="*/ 839313 w 6572708"/>
              <a:gd name="connsiteY151" fmla="*/ 2566722 h 6858000"/>
              <a:gd name="connsiteX152" fmla="*/ 838361 w 6572708"/>
              <a:gd name="connsiteY152" fmla="*/ 2558109 h 6858000"/>
              <a:gd name="connsiteX153" fmla="*/ 839637 w 6572708"/>
              <a:gd name="connsiteY153" fmla="*/ 2542662 h 6858000"/>
              <a:gd name="connsiteX154" fmla="*/ 825800 w 6572708"/>
              <a:gd name="connsiteY154" fmla="*/ 2501548 h 6858000"/>
              <a:gd name="connsiteX155" fmla="*/ 844035 w 6572708"/>
              <a:gd name="connsiteY155" fmla="*/ 2476819 h 6858000"/>
              <a:gd name="connsiteX156" fmla="*/ 846972 w 6572708"/>
              <a:gd name="connsiteY156" fmla="*/ 2471590 h 6858000"/>
              <a:gd name="connsiteX157" fmla="*/ 846730 w 6572708"/>
              <a:gd name="connsiteY157" fmla="*/ 2471378 h 6858000"/>
              <a:gd name="connsiteX158" fmla="*/ 849228 w 6572708"/>
              <a:gd name="connsiteY158" fmla="*/ 2465654 h 6858000"/>
              <a:gd name="connsiteX159" fmla="*/ 852330 w 6572708"/>
              <a:gd name="connsiteY159" fmla="*/ 2462052 h 6858000"/>
              <a:gd name="connsiteX160" fmla="*/ 858029 w 6572708"/>
              <a:gd name="connsiteY160" fmla="*/ 2451906 h 6858000"/>
              <a:gd name="connsiteX161" fmla="*/ 857986 w 6572708"/>
              <a:gd name="connsiteY161" fmla="*/ 2447716 h 6858000"/>
              <a:gd name="connsiteX162" fmla="*/ 855075 w 6572708"/>
              <a:gd name="connsiteY162" fmla="*/ 2445047 h 6858000"/>
              <a:gd name="connsiteX163" fmla="*/ 856006 w 6572708"/>
              <a:gd name="connsiteY163" fmla="*/ 2444265 h 6858000"/>
              <a:gd name="connsiteX164" fmla="*/ 856444 w 6572708"/>
              <a:gd name="connsiteY164" fmla="*/ 2421759 h 6858000"/>
              <a:gd name="connsiteX165" fmla="*/ 868981 w 6572708"/>
              <a:gd name="connsiteY165" fmla="*/ 2375200 h 6858000"/>
              <a:gd name="connsiteX166" fmla="*/ 880811 w 6572708"/>
              <a:gd name="connsiteY166" fmla="*/ 2350147 h 6858000"/>
              <a:gd name="connsiteX167" fmla="*/ 908124 w 6572708"/>
              <a:gd name="connsiteY167" fmla="*/ 2279761 h 6858000"/>
              <a:gd name="connsiteX168" fmla="*/ 931678 w 6572708"/>
              <a:gd name="connsiteY168" fmla="*/ 2207772 h 6858000"/>
              <a:gd name="connsiteX169" fmla="*/ 921761 w 6572708"/>
              <a:gd name="connsiteY169" fmla="*/ 2164302 h 6858000"/>
              <a:gd name="connsiteX170" fmla="*/ 923058 w 6572708"/>
              <a:gd name="connsiteY170" fmla="*/ 2160162 h 6858000"/>
              <a:gd name="connsiteX171" fmla="*/ 931663 w 6572708"/>
              <a:gd name="connsiteY171" fmla="*/ 2151458 h 6858000"/>
              <a:gd name="connsiteX172" fmla="*/ 935730 w 6572708"/>
              <a:gd name="connsiteY172" fmla="*/ 2148616 h 6858000"/>
              <a:gd name="connsiteX173" fmla="*/ 939910 w 6572708"/>
              <a:gd name="connsiteY173" fmla="*/ 2143540 h 6858000"/>
              <a:gd name="connsiteX174" fmla="*/ 939746 w 6572708"/>
              <a:gd name="connsiteY174" fmla="*/ 2143278 h 6858000"/>
              <a:gd name="connsiteX175" fmla="*/ 944182 w 6572708"/>
              <a:gd name="connsiteY175" fmla="*/ 2138791 h 6858000"/>
              <a:gd name="connsiteX176" fmla="*/ 969240 w 6572708"/>
              <a:gd name="connsiteY176" fmla="*/ 2118565 h 6858000"/>
              <a:gd name="connsiteX177" fmla="*/ 969333 w 6572708"/>
              <a:gd name="connsiteY177" fmla="*/ 2074914 h 6858000"/>
              <a:gd name="connsiteX178" fmla="*/ 975462 w 6572708"/>
              <a:gd name="connsiteY178" fmla="*/ 2059981 h 6858000"/>
              <a:gd name="connsiteX179" fmla="*/ 977313 w 6572708"/>
              <a:gd name="connsiteY179" fmla="*/ 2051279 h 6858000"/>
              <a:gd name="connsiteX180" fmla="*/ 976512 w 6572708"/>
              <a:gd name="connsiteY180" fmla="*/ 2050269 h 6858000"/>
              <a:gd name="connsiteX181" fmla="*/ 1000665 w 6572708"/>
              <a:gd name="connsiteY181" fmla="*/ 2030946 h 6858000"/>
              <a:gd name="connsiteX182" fmla="*/ 1001735 w 6572708"/>
              <a:gd name="connsiteY182" fmla="*/ 2027284 h 6858000"/>
              <a:gd name="connsiteX183" fmla="*/ 1020214 w 6572708"/>
              <a:gd name="connsiteY183" fmla="*/ 2016095 h 6858000"/>
              <a:gd name="connsiteX184" fmla="*/ 1028302 w 6572708"/>
              <a:gd name="connsiteY184" fmla="*/ 2009567 h 6858000"/>
              <a:gd name="connsiteX185" fmla="*/ 1033598 w 6572708"/>
              <a:gd name="connsiteY185" fmla="*/ 2009267 h 6858000"/>
              <a:gd name="connsiteX186" fmla="*/ 1044008 w 6572708"/>
              <a:gd name="connsiteY186" fmla="*/ 1998844 h 6858000"/>
              <a:gd name="connsiteX187" fmla="*/ 1044069 w 6572708"/>
              <a:gd name="connsiteY187" fmla="*/ 1997063 h 6858000"/>
              <a:gd name="connsiteX188" fmla="*/ 1056878 w 6572708"/>
              <a:gd name="connsiteY188" fmla="*/ 1990634 h 6858000"/>
              <a:gd name="connsiteX189" fmla="*/ 1072722 w 6572708"/>
              <a:gd name="connsiteY189" fmla="*/ 1987868 h 6858000"/>
              <a:gd name="connsiteX190" fmla="*/ 1145252 w 6572708"/>
              <a:gd name="connsiteY190" fmla="*/ 1891028 h 6858000"/>
              <a:gd name="connsiteX191" fmla="*/ 1226890 w 6572708"/>
              <a:gd name="connsiteY191" fmla="*/ 1845992 h 6858000"/>
              <a:gd name="connsiteX192" fmla="*/ 1323685 w 6572708"/>
              <a:gd name="connsiteY192" fmla="*/ 1758717 h 6858000"/>
              <a:gd name="connsiteX193" fmla="*/ 1398273 w 6572708"/>
              <a:gd name="connsiteY193" fmla="*/ 1627389 h 6858000"/>
              <a:gd name="connsiteX194" fmla="*/ 1417786 w 6572708"/>
              <a:gd name="connsiteY194" fmla="*/ 1591233 h 6858000"/>
              <a:gd name="connsiteX195" fmla="*/ 1456144 w 6572708"/>
              <a:gd name="connsiteY195" fmla="*/ 1570271 h 6858000"/>
              <a:gd name="connsiteX196" fmla="*/ 1458351 w 6572708"/>
              <a:gd name="connsiteY196" fmla="*/ 1554550 h 6858000"/>
              <a:gd name="connsiteX197" fmla="*/ 1458500 w 6572708"/>
              <a:gd name="connsiteY197" fmla="*/ 1551719 h 6858000"/>
              <a:gd name="connsiteX198" fmla="*/ 1464150 w 6572708"/>
              <a:gd name="connsiteY198" fmla="*/ 1542986 h 6858000"/>
              <a:gd name="connsiteX199" fmla="*/ 1459426 w 6572708"/>
              <a:gd name="connsiteY199" fmla="*/ 1537283 h 6858000"/>
              <a:gd name="connsiteX200" fmla="*/ 1463401 w 6572708"/>
              <a:gd name="connsiteY200" fmla="*/ 1521818 h 6858000"/>
              <a:gd name="connsiteX201" fmla="*/ 1475565 w 6572708"/>
              <a:gd name="connsiteY201" fmla="*/ 1506648 h 6858000"/>
              <a:gd name="connsiteX202" fmla="*/ 1540362 w 6572708"/>
              <a:gd name="connsiteY202" fmla="*/ 1438265 h 6858000"/>
              <a:gd name="connsiteX203" fmla="*/ 1575141 w 6572708"/>
              <a:gd name="connsiteY203" fmla="*/ 1395238 h 6858000"/>
              <a:gd name="connsiteX204" fmla="*/ 1582090 w 6572708"/>
              <a:gd name="connsiteY204" fmla="*/ 1375575 h 6858000"/>
              <a:gd name="connsiteX205" fmla="*/ 1596005 w 6572708"/>
              <a:gd name="connsiteY205" fmla="*/ 1350347 h 6858000"/>
              <a:gd name="connsiteX206" fmla="*/ 1615711 w 6572708"/>
              <a:gd name="connsiteY206" fmla="*/ 1303251 h 6858000"/>
              <a:gd name="connsiteX207" fmla="*/ 1650622 w 6572708"/>
              <a:gd name="connsiteY207" fmla="*/ 1244447 h 6858000"/>
              <a:gd name="connsiteX208" fmla="*/ 1702792 w 6572708"/>
              <a:gd name="connsiteY208" fmla="*/ 1215797 h 6858000"/>
              <a:gd name="connsiteX209" fmla="*/ 1700885 w 6572708"/>
              <a:gd name="connsiteY209" fmla="*/ 1209814 h 6858000"/>
              <a:gd name="connsiteX210" fmla="*/ 1723848 w 6572708"/>
              <a:gd name="connsiteY210" fmla="*/ 1183123 h 6858000"/>
              <a:gd name="connsiteX211" fmla="*/ 1759968 w 6572708"/>
              <a:gd name="connsiteY211" fmla="*/ 1166871 h 6858000"/>
              <a:gd name="connsiteX212" fmla="*/ 1767742 w 6572708"/>
              <a:gd name="connsiteY212" fmla="*/ 1158484 h 6858000"/>
              <a:gd name="connsiteX213" fmla="*/ 1773870 w 6572708"/>
              <a:gd name="connsiteY213" fmla="*/ 1125979 h 6858000"/>
              <a:gd name="connsiteX214" fmla="*/ 1767392 w 6572708"/>
              <a:gd name="connsiteY214" fmla="*/ 1121685 h 6858000"/>
              <a:gd name="connsiteX215" fmla="*/ 1770175 w 6572708"/>
              <a:gd name="connsiteY215" fmla="*/ 1112182 h 6858000"/>
              <a:gd name="connsiteX216" fmla="*/ 1769418 w 6572708"/>
              <a:gd name="connsiteY216" fmla="*/ 1109483 h 6858000"/>
              <a:gd name="connsiteX217" fmla="*/ 1766580 w 6572708"/>
              <a:gd name="connsiteY217" fmla="*/ 1094184 h 6858000"/>
              <a:gd name="connsiteX218" fmla="*/ 1797677 w 6572708"/>
              <a:gd name="connsiteY218" fmla="*/ 1065740 h 6858000"/>
              <a:gd name="connsiteX219" fmla="*/ 1805371 w 6572708"/>
              <a:gd name="connsiteY219" fmla="*/ 1027273 h 6858000"/>
              <a:gd name="connsiteX220" fmla="*/ 1882128 w 6572708"/>
              <a:gd name="connsiteY220" fmla="*/ 887059 h 6858000"/>
              <a:gd name="connsiteX221" fmla="*/ 1922110 w 6572708"/>
              <a:gd name="connsiteY221" fmla="*/ 824781 h 6858000"/>
              <a:gd name="connsiteX222" fmla="*/ 1970558 w 6572708"/>
              <a:gd name="connsiteY222" fmla="*/ 721635 h 6858000"/>
              <a:gd name="connsiteX223" fmla="*/ 1974257 w 6572708"/>
              <a:gd name="connsiteY223" fmla="*/ 713733 h 6858000"/>
              <a:gd name="connsiteX224" fmla="*/ 1971701 w 6572708"/>
              <a:gd name="connsiteY224" fmla="*/ 704563 h 6858000"/>
              <a:gd name="connsiteX225" fmla="*/ 1966819 w 6572708"/>
              <a:gd name="connsiteY225" fmla="*/ 628924 h 6858000"/>
              <a:gd name="connsiteX226" fmla="*/ 1956004 w 6572708"/>
              <a:gd name="connsiteY226" fmla="*/ 621102 h 6858000"/>
              <a:gd name="connsiteX227" fmla="*/ 1948613 w 6572708"/>
              <a:gd name="connsiteY227" fmla="*/ 609156 h 6858000"/>
              <a:gd name="connsiteX228" fmla="*/ 1949145 w 6572708"/>
              <a:gd name="connsiteY228" fmla="*/ 606753 h 6858000"/>
              <a:gd name="connsiteX229" fmla="*/ 1944819 w 6572708"/>
              <a:gd name="connsiteY229" fmla="*/ 590072 h 6858000"/>
              <a:gd name="connsiteX230" fmla="*/ 1941001 w 6572708"/>
              <a:gd name="connsiteY230" fmla="*/ 588296 h 6858000"/>
              <a:gd name="connsiteX231" fmla="*/ 1937134 w 6572708"/>
              <a:gd name="connsiteY231" fmla="*/ 577443 h 6858000"/>
              <a:gd name="connsiteX232" fmla="*/ 1927092 w 6572708"/>
              <a:gd name="connsiteY232" fmla="*/ 557642 h 6858000"/>
              <a:gd name="connsiteX233" fmla="*/ 1927484 w 6572708"/>
              <a:gd name="connsiteY233" fmla="*/ 552451 h 6858000"/>
              <a:gd name="connsiteX234" fmla="*/ 1915874 w 6572708"/>
              <a:gd name="connsiteY234" fmla="*/ 520271 h 6858000"/>
              <a:gd name="connsiteX235" fmla="*/ 1916793 w 6572708"/>
              <a:gd name="connsiteY235" fmla="*/ 519123 h 6858000"/>
              <a:gd name="connsiteX236" fmla="*/ 1918236 w 6572708"/>
              <a:gd name="connsiteY236" fmla="*/ 506970 h 6858000"/>
              <a:gd name="connsiteX237" fmla="*/ 1918529 w 6572708"/>
              <a:gd name="connsiteY237" fmla="*/ 485354 h 6858000"/>
              <a:gd name="connsiteX238" fmla="*/ 1932556 w 6572708"/>
              <a:gd name="connsiteY238" fmla="*/ 426779 h 6858000"/>
              <a:gd name="connsiteX239" fmla="*/ 1920572 w 6572708"/>
              <a:gd name="connsiteY239" fmla="*/ 393150 h 6858000"/>
              <a:gd name="connsiteX240" fmla="*/ 1918744 w 6572708"/>
              <a:gd name="connsiteY240" fmla="*/ 385981 h 6858000"/>
              <a:gd name="connsiteX241" fmla="*/ 1918949 w 6572708"/>
              <a:gd name="connsiteY241" fmla="*/ 385674 h 6858000"/>
              <a:gd name="connsiteX242" fmla="*/ 1917499 w 6572708"/>
              <a:gd name="connsiteY242" fmla="*/ 377782 h 6858000"/>
              <a:gd name="connsiteX243" fmla="*/ 1915412 w 6572708"/>
              <a:gd name="connsiteY243" fmla="*/ 372914 h 6858000"/>
              <a:gd name="connsiteX244" fmla="*/ 1911865 w 6572708"/>
              <a:gd name="connsiteY244" fmla="*/ 359009 h 6858000"/>
              <a:gd name="connsiteX245" fmla="*/ 1912244 w 6572708"/>
              <a:gd name="connsiteY245" fmla="*/ 353121 h 6858000"/>
              <a:gd name="connsiteX246" fmla="*/ 1933610 w 6572708"/>
              <a:gd name="connsiteY246" fmla="*/ 297387 h 6858000"/>
              <a:gd name="connsiteX247" fmla="*/ 1939454 w 6572708"/>
              <a:gd name="connsiteY247" fmla="*/ 194719 h 6858000"/>
              <a:gd name="connsiteX248" fmla="*/ 1942001 w 6572708"/>
              <a:gd name="connsiteY248" fmla="*/ 93227 h 6858000"/>
              <a:gd name="connsiteX249" fmla="*/ 1941351 w 6572708"/>
              <a:gd name="connsiteY249" fmla="*/ 56555 h 6858000"/>
              <a:gd name="connsiteX250" fmla="*/ 1950955 w 6572708"/>
              <a:gd name="connsiteY250" fmla="*/ 5312 h 6858000"/>
              <a:gd name="connsiteX251" fmla="*/ 1949546 w 6572708"/>
              <a:gd name="connsiteY251"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4727719 w 6572708"/>
              <a:gd name="connsiteY8" fmla="*/ 6858000 h 6858000"/>
              <a:gd name="connsiteX9" fmla="*/ 3831783 w 6572708"/>
              <a:gd name="connsiteY9" fmla="*/ 6858000 h 6858000"/>
              <a:gd name="connsiteX10" fmla="*/ 1368280 w 6572708"/>
              <a:gd name="connsiteY10" fmla="*/ 6858000 h 6858000"/>
              <a:gd name="connsiteX11" fmla="*/ 0 w 6572708"/>
              <a:gd name="connsiteY11" fmla="*/ 6858000 h 6858000"/>
              <a:gd name="connsiteX12" fmla="*/ 9990 w 6572708"/>
              <a:gd name="connsiteY12" fmla="*/ 6815347 h 6858000"/>
              <a:gd name="connsiteX13" fmla="*/ 11375 w 6572708"/>
              <a:gd name="connsiteY13" fmla="*/ 6764639 h 6858000"/>
              <a:gd name="connsiteX14" fmla="*/ 37994 w 6572708"/>
              <a:gd name="connsiteY14" fmla="*/ 6747193 h 6858000"/>
              <a:gd name="connsiteX15" fmla="*/ 60759 w 6572708"/>
              <a:gd name="connsiteY15" fmla="*/ 6667761 h 6858000"/>
              <a:gd name="connsiteX16" fmla="*/ 44882 w 6572708"/>
              <a:gd name="connsiteY16" fmla="*/ 6635203 h 6858000"/>
              <a:gd name="connsiteX17" fmla="*/ 38884 w 6572708"/>
              <a:gd name="connsiteY17" fmla="*/ 6601215 h 6858000"/>
              <a:gd name="connsiteX18" fmla="*/ 24537 w 6572708"/>
              <a:gd name="connsiteY18" fmla="*/ 6599857 h 6858000"/>
              <a:gd name="connsiteX19" fmla="*/ 30487 w 6572708"/>
              <a:gd name="connsiteY19" fmla="*/ 6582849 h 6858000"/>
              <a:gd name="connsiteX20" fmla="*/ 30797 w 6572708"/>
              <a:gd name="connsiteY20" fmla="*/ 6536021 h 6858000"/>
              <a:gd name="connsiteX21" fmla="*/ 10629 w 6572708"/>
              <a:gd name="connsiteY21" fmla="*/ 6483343 h 6858000"/>
              <a:gd name="connsiteX22" fmla="*/ 16211 w 6572708"/>
              <a:gd name="connsiteY22" fmla="*/ 6402087 h 6858000"/>
              <a:gd name="connsiteX23" fmla="*/ 25932 w 6572708"/>
              <a:gd name="connsiteY23" fmla="*/ 6321765 h 6858000"/>
              <a:gd name="connsiteX24" fmla="*/ 31488 w 6572708"/>
              <a:gd name="connsiteY24" fmla="*/ 6292746 h 6858000"/>
              <a:gd name="connsiteX25" fmla="*/ 32413 w 6572708"/>
              <a:gd name="connsiteY25" fmla="*/ 6240744 h 6858000"/>
              <a:gd name="connsiteX26" fmla="*/ 34430 w 6572708"/>
              <a:gd name="connsiteY26" fmla="*/ 6206738 h 6858000"/>
              <a:gd name="connsiteX27" fmla="*/ 55689 w 6572708"/>
              <a:gd name="connsiteY27" fmla="*/ 6203389 h 6858000"/>
              <a:gd name="connsiteX28" fmla="*/ 63475 w 6572708"/>
              <a:gd name="connsiteY28" fmla="*/ 6172740 h 6858000"/>
              <a:gd name="connsiteX29" fmla="*/ 50070 w 6572708"/>
              <a:gd name="connsiteY29" fmla="*/ 6141398 h 6858000"/>
              <a:gd name="connsiteX30" fmla="*/ 52252 w 6572708"/>
              <a:gd name="connsiteY30" fmla="*/ 6103364 h 6858000"/>
              <a:gd name="connsiteX31" fmla="*/ 53329 w 6572708"/>
              <a:gd name="connsiteY31" fmla="*/ 6080619 h 6858000"/>
              <a:gd name="connsiteX32" fmla="*/ 73573 w 6572708"/>
              <a:gd name="connsiteY32" fmla="*/ 6019868 h 6858000"/>
              <a:gd name="connsiteX33" fmla="*/ 149610 w 6572708"/>
              <a:gd name="connsiteY33" fmla="*/ 5918672 h 6858000"/>
              <a:gd name="connsiteX34" fmla="*/ 160505 w 6572708"/>
              <a:gd name="connsiteY34" fmla="*/ 5887690 h 6858000"/>
              <a:gd name="connsiteX35" fmla="*/ 156200 w 6572708"/>
              <a:gd name="connsiteY35" fmla="*/ 5882649 h 6858000"/>
              <a:gd name="connsiteX36" fmla="*/ 194213 w 6572708"/>
              <a:gd name="connsiteY36" fmla="*/ 5841953 h 6858000"/>
              <a:gd name="connsiteX37" fmla="*/ 203216 w 6572708"/>
              <a:gd name="connsiteY37" fmla="*/ 5777927 h 6858000"/>
              <a:gd name="connsiteX38" fmla="*/ 202536 w 6572708"/>
              <a:gd name="connsiteY38" fmla="*/ 5728879 h 6858000"/>
              <a:gd name="connsiteX39" fmla="*/ 205380 w 6572708"/>
              <a:gd name="connsiteY39" fmla="*/ 5701696 h 6858000"/>
              <a:gd name="connsiteX40" fmla="*/ 203870 w 6572708"/>
              <a:gd name="connsiteY40" fmla="*/ 5681563 h 6858000"/>
              <a:gd name="connsiteX41" fmla="*/ 219294 w 6572708"/>
              <a:gd name="connsiteY41" fmla="*/ 5632219 h 6858000"/>
              <a:gd name="connsiteX42" fmla="*/ 252910 w 6572708"/>
              <a:gd name="connsiteY42" fmla="*/ 5551224 h 6858000"/>
              <a:gd name="connsiteX43" fmla="*/ 258253 w 6572708"/>
              <a:gd name="connsiteY43" fmla="*/ 5533854 h 6858000"/>
              <a:gd name="connsiteX44" fmla="*/ 255640 w 6572708"/>
              <a:gd name="connsiteY44" fmla="*/ 5518422 h 6858000"/>
              <a:gd name="connsiteX45" fmla="*/ 248756 w 6572708"/>
              <a:gd name="connsiteY45" fmla="*/ 5514403 h 6858000"/>
              <a:gd name="connsiteX46" fmla="*/ 250538 w 6572708"/>
              <a:gd name="connsiteY46" fmla="*/ 5504771 h 6858000"/>
              <a:gd name="connsiteX47" fmla="*/ 249507 w 6572708"/>
              <a:gd name="connsiteY47" fmla="*/ 5502102 h 6858000"/>
              <a:gd name="connsiteX48" fmla="*/ 245101 w 6572708"/>
              <a:gd name="connsiteY48" fmla="*/ 5486913 h 6858000"/>
              <a:gd name="connsiteX49" fmla="*/ 273088 w 6572708"/>
              <a:gd name="connsiteY49" fmla="*/ 5457083 h 6858000"/>
              <a:gd name="connsiteX50" fmla="*/ 276759 w 6572708"/>
              <a:gd name="connsiteY50" fmla="*/ 5418245 h 6858000"/>
              <a:gd name="connsiteX51" fmla="*/ 314712 w 6572708"/>
              <a:gd name="connsiteY51" fmla="*/ 5305770 h 6858000"/>
              <a:gd name="connsiteX52" fmla="*/ 320056 w 6572708"/>
              <a:gd name="connsiteY52" fmla="*/ 5298784 h 6858000"/>
              <a:gd name="connsiteX53" fmla="*/ 320763 w 6572708"/>
              <a:gd name="connsiteY53" fmla="*/ 5282149 h 6858000"/>
              <a:gd name="connsiteX54" fmla="*/ 325879 w 6572708"/>
              <a:gd name="connsiteY54" fmla="*/ 5270957 h 6858000"/>
              <a:gd name="connsiteX55" fmla="*/ 318913 w 6572708"/>
              <a:gd name="connsiteY55" fmla="*/ 5268991 h 6858000"/>
              <a:gd name="connsiteX56" fmla="*/ 317758 w 6572708"/>
              <a:gd name="connsiteY56" fmla="*/ 5250149 h 6858000"/>
              <a:gd name="connsiteX57" fmla="*/ 317275 w 6572708"/>
              <a:gd name="connsiteY57" fmla="*/ 5230130 h 6858000"/>
              <a:gd name="connsiteX58" fmla="*/ 329641 w 6572708"/>
              <a:gd name="connsiteY58" fmla="*/ 5216534 h 6858000"/>
              <a:gd name="connsiteX59" fmla="*/ 329088 w 6572708"/>
              <a:gd name="connsiteY59" fmla="*/ 5211732 h 6858000"/>
              <a:gd name="connsiteX60" fmla="*/ 291324 w 6572708"/>
              <a:gd name="connsiteY60" fmla="*/ 5147635 h 6858000"/>
              <a:gd name="connsiteX61" fmla="*/ 299864 w 6572708"/>
              <a:gd name="connsiteY61" fmla="*/ 5063838 h 6858000"/>
              <a:gd name="connsiteX62" fmla="*/ 323140 w 6572708"/>
              <a:gd name="connsiteY62" fmla="*/ 5036513 h 6858000"/>
              <a:gd name="connsiteX63" fmla="*/ 323855 w 6572708"/>
              <a:gd name="connsiteY63" fmla="*/ 4827737 h 6858000"/>
              <a:gd name="connsiteX64" fmla="*/ 333687 w 6572708"/>
              <a:gd name="connsiteY64" fmla="*/ 4774692 h 6858000"/>
              <a:gd name="connsiteX65" fmla="*/ 322637 w 6572708"/>
              <a:gd name="connsiteY65" fmla="*/ 4727427 h 6858000"/>
              <a:gd name="connsiteX66" fmla="*/ 330798 w 6572708"/>
              <a:gd name="connsiteY66" fmla="*/ 4708193 h 6858000"/>
              <a:gd name="connsiteX67" fmla="*/ 332420 w 6572708"/>
              <a:gd name="connsiteY67" fmla="*/ 4704882 h 6858000"/>
              <a:gd name="connsiteX68" fmla="*/ 334216 w 6572708"/>
              <a:gd name="connsiteY68" fmla="*/ 4691500 h 6858000"/>
              <a:gd name="connsiteX69" fmla="*/ 340601 w 6572708"/>
              <a:gd name="connsiteY69" fmla="*/ 4687895 h 6858000"/>
              <a:gd name="connsiteX70" fmla="*/ 347516 w 6572708"/>
              <a:gd name="connsiteY70" fmla="*/ 4667873 h 6858000"/>
              <a:gd name="connsiteX71" fmla="*/ 349175 w 6572708"/>
              <a:gd name="connsiteY71" fmla="*/ 4643189 h 6858000"/>
              <a:gd name="connsiteX72" fmla="*/ 350492 w 6572708"/>
              <a:gd name="connsiteY72" fmla="*/ 4525833 h 6858000"/>
              <a:gd name="connsiteX73" fmla="*/ 355031 w 6572708"/>
              <a:gd name="connsiteY73" fmla="*/ 4455649 h 6858000"/>
              <a:gd name="connsiteX74" fmla="*/ 362651 w 6572708"/>
              <a:gd name="connsiteY74" fmla="*/ 4429036 h 6858000"/>
              <a:gd name="connsiteX75" fmla="*/ 369327 w 6572708"/>
              <a:gd name="connsiteY75" fmla="*/ 4391840 h 6858000"/>
              <a:gd name="connsiteX76" fmla="*/ 371272 w 6572708"/>
              <a:gd name="connsiteY76" fmla="*/ 4358845 h 6858000"/>
              <a:gd name="connsiteX77" fmla="*/ 382342 w 6572708"/>
              <a:gd name="connsiteY77" fmla="*/ 4333764 h 6858000"/>
              <a:gd name="connsiteX78" fmla="*/ 381365 w 6572708"/>
              <a:gd name="connsiteY78" fmla="*/ 4331730 h 6858000"/>
              <a:gd name="connsiteX79" fmla="*/ 364244 w 6572708"/>
              <a:gd name="connsiteY79" fmla="*/ 4309700 h 6858000"/>
              <a:gd name="connsiteX80" fmla="*/ 363377 w 6572708"/>
              <a:gd name="connsiteY80" fmla="*/ 4285388 h 6858000"/>
              <a:gd name="connsiteX81" fmla="*/ 356642 w 6572708"/>
              <a:gd name="connsiteY81" fmla="*/ 4271714 h 6858000"/>
              <a:gd name="connsiteX82" fmla="*/ 357697 w 6572708"/>
              <a:gd name="connsiteY82" fmla="*/ 4266169 h 6858000"/>
              <a:gd name="connsiteX83" fmla="*/ 356998 w 6572708"/>
              <a:gd name="connsiteY83" fmla="*/ 4247672 h 6858000"/>
              <a:gd name="connsiteX84" fmla="*/ 357549 w 6572708"/>
              <a:gd name="connsiteY84" fmla="*/ 4237120 h 6858000"/>
              <a:gd name="connsiteX85" fmla="*/ 358116 w 6572708"/>
              <a:gd name="connsiteY85" fmla="*/ 4232936 h 6858000"/>
              <a:gd name="connsiteX86" fmla="*/ 366243 w 6572708"/>
              <a:gd name="connsiteY86" fmla="*/ 4224051 h 6858000"/>
              <a:gd name="connsiteX87" fmla="*/ 363841 w 6572708"/>
              <a:gd name="connsiteY87" fmla="*/ 4211782 h 6858000"/>
              <a:gd name="connsiteX88" fmla="*/ 372159 w 6572708"/>
              <a:gd name="connsiteY88" fmla="*/ 4198810 h 6858000"/>
              <a:gd name="connsiteX89" fmla="*/ 366211 w 6572708"/>
              <a:gd name="connsiteY89" fmla="*/ 4195262 h 6858000"/>
              <a:gd name="connsiteX90" fmla="*/ 360561 w 6572708"/>
              <a:gd name="connsiteY90" fmla="*/ 4184054 h 6858000"/>
              <a:gd name="connsiteX91" fmla="*/ 373972 w 6572708"/>
              <a:gd name="connsiteY91" fmla="*/ 4155792 h 6858000"/>
              <a:gd name="connsiteX92" fmla="*/ 373150 w 6572708"/>
              <a:gd name="connsiteY92" fmla="*/ 4150364 h 6858000"/>
              <a:gd name="connsiteX93" fmla="*/ 383773 w 6572708"/>
              <a:gd name="connsiteY93" fmla="*/ 4132084 h 6858000"/>
              <a:gd name="connsiteX94" fmla="*/ 389140 w 6572708"/>
              <a:gd name="connsiteY94" fmla="*/ 4115873 h 6858000"/>
              <a:gd name="connsiteX95" fmla="*/ 378846 w 6572708"/>
              <a:gd name="connsiteY95" fmla="*/ 4082551 h 6858000"/>
              <a:gd name="connsiteX96" fmla="*/ 368001 w 6572708"/>
              <a:gd name="connsiteY96" fmla="*/ 3968090 h 6858000"/>
              <a:gd name="connsiteX97" fmla="*/ 372661 w 6572708"/>
              <a:gd name="connsiteY97" fmla="*/ 3881355 h 6858000"/>
              <a:gd name="connsiteX98" fmla="*/ 379210 w 6572708"/>
              <a:gd name="connsiteY98" fmla="*/ 3850569 h 6858000"/>
              <a:gd name="connsiteX99" fmla="*/ 389880 w 6572708"/>
              <a:gd name="connsiteY99" fmla="*/ 3798988 h 6858000"/>
              <a:gd name="connsiteX100" fmla="*/ 409909 w 6572708"/>
              <a:gd name="connsiteY100" fmla="*/ 3760424 h 6858000"/>
              <a:gd name="connsiteX101" fmla="*/ 414051 w 6572708"/>
              <a:gd name="connsiteY101" fmla="*/ 3717298 h 6858000"/>
              <a:gd name="connsiteX102" fmla="*/ 399424 w 6572708"/>
              <a:gd name="connsiteY102" fmla="*/ 3707291 h 6858000"/>
              <a:gd name="connsiteX103" fmla="*/ 394460 w 6572708"/>
              <a:gd name="connsiteY103" fmla="*/ 3673415 h 6858000"/>
              <a:gd name="connsiteX104" fmla="*/ 408918 w 6572708"/>
              <a:gd name="connsiteY104" fmla="*/ 3661155 h 6858000"/>
              <a:gd name="connsiteX105" fmla="*/ 425028 w 6572708"/>
              <a:gd name="connsiteY105" fmla="*/ 3591166 h 6858000"/>
              <a:gd name="connsiteX106" fmla="*/ 430292 w 6572708"/>
              <a:gd name="connsiteY106" fmla="*/ 3550801 h 6858000"/>
              <a:gd name="connsiteX107" fmla="*/ 437149 w 6572708"/>
              <a:gd name="connsiteY107" fmla="*/ 3497399 h 6858000"/>
              <a:gd name="connsiteX108" fmla="*/ 442017 w 6572708"/>
              <a:gd name="connsiteY108" fmla="*/ 3474143 h 6858000"/>
              <a:gd name="connsiteX109" fmla="*/ 437175 w 6572708"/>
              <a:gd name="connsiteY109" fmla="*/ 3463057 h 6858000"/>
              <a:gd name="connsiteX110" fmla="*/ 438483 w 6572708"/>
              <a:gd name="connsiteY110" fmla="*/ 3457563 h 6858000"/>
              <a:gd name="connsiteX111" fmla="*/ 438642 w 6572708"/>
              <a:gd name="connsiteY111" fmla="*/ 3439053 h 6858000"/>
              <a:gd name="connsiteX112" fmla="*/ 439678 w 6572708"/>
              <a:gd name="connsiteY112" fmla="*/ 3428537 h 6858000"/>
              <a:gd name="connsiteX113" fmla="*/ 440437 w 6572708"/>
              <a:gd name="connsiteY113" fmla="*/ 3424381 h 6858000"/>
              <a:gd name="connsiteX114" fmla="*/ 448781 w 6572708"/>
              <a:gd name="connsiteY114" fmla="*/ 3416042 h 6858000"/>
              <a:gd name="connsiteX115" fmla="*/ 448765 w 6572708"/>
              <a:gd name="connsiteY115" fmla="*/ 3414504 h 6858000"/>
              <a:gd name="connsiteX116" fmla="*/ 447134 w 6572708"/>
              <a:gd name="connsiteY116" fmla="*/ 3403498 h 6858000"/>
              <a:gd name="connsiteX117" fmla="*/ 452387 w 6572708"/>
              <a:gd name="connsiteY117" fmla="*/ 3396070 h 6858000"/>
              <a:gd name="connsiteX118" fmla="*/ 453996 w 6572708"/>
              <a:gd name="connsiteY118" fmla="*/ 3389553 h 6858000"/>
              <a:gd name="connsiteX119" fmla="*/ 450265 w 6572708"/>
              <a:gd name="connsiteY119" fmla="*/ 3387098 h 6858000"/>
              <a:gd name="connsiteX120" fmla="*/ 445137 w 6572708"/>
              <a:gd name="connsiteY120" fmla="*/ 3375655 h 6858000"/>
              <a:gd name="connsiteX121" fmla="*/ 453359 w 6572708"/>
              <a:gd name="connsiteY121" fmla="*/ 3367050 h 6858000"/>
              <a:gd name="connsiteX122" fmla="*/ 459842 w 6572708"/>
              <a:gd name="connsiteY122" fmla="*/ 3348005 h 6858000"/>
              <a:gd name="connsiteX123" fmla="*/ 459268 w 6572708"/>
              <a:gd name="connsiteY123" fmla="*/ 3342546 h 6858000"/>
              <a:gd name="connsiteX124" fmla="*/ 470590 w 6572708"/>
              <a:gd name="connsiteY124" fmla="*/ 3324958 h 6858000"/>
              <a:gd name="connsiteX125" fmla="*/ 468579 w 6572708"/>
              <a:gd name="connsiteY125" fmla="*/ 3306990 h 6858000"/>
              <a:gd name="connsiteX126" fmla="*/ 480123 w 6572708"/>
              <a:gd name="connsiteY126" fmla="*/ 3295094 h 6858000"/>
              <a:gd name="connsiteX127" fmla="*/ 482298 w 6572708"/>
              <a:gd name="connsiteY127" fmla="*/ 3293541 h 6858000"/>
              <a:gd name="connsiteX128" fmla="*/ 489102 w 6572708"/>
              <a:gd name="connsiteY128" fmla="*/ 3262198 h 6858000"/>
              <a:gd name="connsiteX129" fmla="*/ 497561 w 6572708"/>
              <a:gd name="connsiteY129" fmla="*/ 3253284 h 6858000"/>
              <a:gd name="connsiteX130" fmla="*/ 522157 w 6572708"/>
              <a:gd name="connsiteY130" fmla="*/ 3192563 h 6858000"/>
              <a:gd name="connsiteX131" fmla="*/ 529302 w 6572708"/>
              <a:gd name="connsiteY131" fmla="*/ 3175520 h 6858000"/>
              <a:gd name="connsiteX132" fmla="*/ 528284 w 6572708"/>
              <a:gd name="connsiteY132" fmla="*/ 3160058 h 6858000"/>
              <a:gd name="connsiteX133" fmla="*/ 521806 w 6572708"/>
              <a:gd name="connsiteY133" fmla="*/ 3155764 h 6858000"/>
              <a:gd name="connsiteX134" fmla="*/ 524589 w 6572708"/>
              <a:gd name="connsiteY134" fmla="*/ 3146261 h 6858000"/>
              <a:gd name="connsiteX135" fmla="*/ 523832 w 6572708"/>
              <a:gd name="connsiteY135" fmla="*/ 3143561 h 6858000"/>
              <a:gd name="connsiteX136" fmla="*/ 520994 w 6572708"/>
              <a:gd name="connsiteY136" fmla="*/ 3128263 h 6858000"/>
              <a:gd name="connsiteX137" fmla="*/ 552091 w 6572708"/>
              <a:gd name="connsiteY137" fmla="*/ 3099818 h 6858000"/>
              <a:gd name="connsiteX138" fmla="*/ 618216 w 6572708"/>
              <a:gd name="connsiteY138" fmla="*/ 2895965 h 6858000"/>
              <a:gd name="connsiteX139" fmla="*/ 724973 w 6572708"/>
              <a:gd name="connsiteY139" fmla="*/ 2755713 h 6858000"/>
              <a:gd name="connsiteX140" fmla="*/ 765538 w 6572708"/>
              <a:gd name="connsiteY140" fmla="*/ 2648081 h 6858000"/>
              <a:gd name="connsiteX141" fmla="*/ 780267 w 6572708"/>
              <a:gd name="connsiteY141" fmla="*/ 2641879 h 6858000"/>
              <a:gd name="connsiteX142" fmla="*/ 790836 w 6572708"/>
              <a:gd name="connsiteY142" fmla="*/ 2632919 h 6858000"/>
              <a:gd name="connsiteX143" fmla="*/ 790328 w 6572708"/>
              <a:gd name="connsiteY143" fmla="*/ 2631229 h 6858000"/>
              <a:gd name="connsiteX144" fmla="*/ 797257 w 6572708"/>
              <a:gd name="connsiteY144" fmla="*/ 2619054 h 6858000"/>
              <a:gd name="connsiteX145" fmla="*/ 802383 w 6572708"/>
              <a:gd name="connsiteY145" fmla="*/ 2617568 h 6858000"/>
              <a:gd name="connsiteX146" fmla="*/ 808267 w 6572708"/>
              <a:gd name="connsiteY146" fmla="*/ 2609586 h 6858000"/>
              <a:gd name="connsiteX147" fmla="*/ 822908 w 6572708"/>
              <a:gd name="connsiteY147" fmla="*/ 2594856 h 6858000"/>
              <a:gd name="connsiteX148" fmla="*/ 822791 w 6572708"/>
              <a:gd name="connsiteY148" fmla="*/ 2591164 h 6858000"/>
              <a:gd name="connsiteX149" fmla="*/ 840423 w 6572708"/>
              <a:gd name="connsiteY149" fmla="*/ 2567492 h 6858000"/>
              <a:gd name="connsiteX150" fmla="*/ 839313 w 6572708"/>
              <a:gd name="connsiteY150" fmla="*/ 2566722 h 6858000"/>
              <a:gd name="connsiteX151" fmla="*/ 838361 w 6572708"/>
              <a:gd name="connsiteY151" fmla="*/ 2558109 h 6858000"/>
              <a:gd name="connsiteX152" fmla="*/ 839637 w 6572708"/>
              <a:gd name="connsiteY152" fmla="*/ 2542662 h 6858000"/>
              <a:gd name="connsiteX153" fmla="*/ 825800 w 6572708"/>
              <a:gd name="connsiteY153" fmla="*/ 2501548 h 6858000"/>
              <a:gd name="connsiteX154" fmla="*/ 844035 w 6572708"/>
              <a:gd name="connsiteY154" fmla="*/ 2476819 h 6858000"/>
              <a:gd name="connsiteX155" fmla="*/ 846972 w 6572708"/>
              <a:gd name="connsiteY155" fmla="*/ 2471590 h 6858000"/>
              <a:gd name="connsiteX156" fmla="*/ 846730 w 6572708"/>
              <a:gd name="connsiteY156" fmla="*/ 2471378 h 6858000"/>
              <a:gd name="connsiteX157" fmla="*/ 849228 w 6572708"/>
              <a:gd name="connsiteY157" fmla="*/ 2465654 h 6858000"/>
              <a:gd name="connsiteX158" fmla="*/ 852330 w 6572708"/>
              <a:gd name="connsiteY158" fmla="*/ 2462052 h 6858000"/>
              <a:gd name="connsiteX159" fmla="*/ 858029 w 6572708"/>
              <a:gd name="connsiteY159" fmla="*/ 2451906 h 6858000"/>
              <a:gd name="connsiteX160" fmla="*/ 857986 w 6572708"/>
              <a:gd name="connsiteY160" fmla="*/ 2447716 h 6858000"/>
              <a:gd name="connsiteX161" fmla="*/ 855075 w 6572708"/>
              <a:gd name="connsiteY161" fmla="*/ 2445047 h 6858000"/>
              <a:gd name="connsiteX162" fmla="*/ 856006 w 6572708"/>
              <a:gd name="connsiteY162" fmla="*/ 2444265 h 6858000"/>
              <a:gd name="connsiteX163" fmla="*/ 856444 w 6572708"/>
              <a:gd name="connsiteY163" fmla="*/ 2421759 h 6858000"/>
              <a:gd name="connsiteX164" fmla="*/ 868981 w 6572708"/>
              <a:gd name="connsiteY164" fmla="*/ 2375200 h 6858000"/>
              <a:gd name="connsiteX165" fmla="*/ 880811 w 6572708"/>
              <a:gd name="connsiteY165" fmla="*/ 2350147 h 6858000"/>
              <a:gd name="connsiteX166" fmla="*/ 908124 w 6572708"/>
              <a:gd name="connsiteY166" fmla="*/ 2279761 h 6858000"/>
              <a:gd name="connsiteX167" fmla="*/ 931678 w 6572708"/>
              <a:gd name="connsiteY167" fmla="*/ 2207772 h 6858000"/>
              <a:gd name="connsiteX168" fmla="*/ 921761 w 6572708"/>
              <a:gd name="connsiteY168" fmla="*/ 2164302 h 6858000"/>
              <a:gd name="connsiteX169" fmla="*/ 923058 w 6572708"/>
              <a:gd name="connsiteY169" fmla="*/ 2160162 h 6858000"/>
              <a:gd name="connsiteX170" fmla="*/ 931663 w 6572708"/>
              <a:gd name="connsiteY170" fmla="*/ 2151458 h 6858000"/>
              <a:gd name="connsiteX171" fmla="*/ 935730 w 6572708"/>
              <a:gd name="connsiteY171" fmla="*/ 2148616 h 6858000"/>
              <a:gd name="connsiteX172" fmla="*/ 939910 w 6572708"/>
              <a:gd name="connsiteY172" fmla="*/ 2143540 h 6858000"/>
              <a:gd name="connsiteX173" fmla="*/ 939746 w 6572708"/>
              <a:gd name="connsiteY173" fmla="*/ 2143278 h 6858000"/>
              <a:gd name="connsiteX174" fmla="*/ 944182 w 6572708"/>
              <a:gd name="connsiteY174" fmla="*/ 2138791 h 6858000"/>
              <a:gd name="connsiteX175" fmla="*/ 969240 w 6572708"/>
              <a:gd name="connsiteY175" fmla="*/ 2118565 h 6858000"/>
              <a:gd name="connsiteX176" fmla="*/ 969333 w 6572708"/>
              <a:gd name="connsiteY176" fmla="*/ 2074914 h 6858000"/>
              <a:gd name="connsiteX177" fmla="*/ 975462 w 6572708"/>
              <a:gd name="connsiteY177" fmla="*/ 2059981 h 6858000"/>
              <a:gd name="connsiteX178" fmla="*/ 977313 w 6572708"/>
              <a:gd name="connsiteY178" fmla="*/ 2051279 h 6858000"/>
              <a:gd name="connsiteX179" fmla="*/ 976512 w 6572708"/>
              <a:gd name="connsiteY179" fmla="*/ 2050269 h 6858000"/>
              <a:gd name="connsiteX180" fmla="*/ 1000665 w 6572708"/>
              <a:gd name="connsiteY180" fmla="*/ 2030946 h 6858000"/>
              <a:gd name="connsiteX181" fmla="*/ 1001735 w 6572708"/>
              <a:gd name="connsiteY181" fmla="*/ 2027284 h 6858000"/>
              <a:gd name="connsiteX182" fmla="*/ 1020214 w 6572708"/>
              <a:gd name="connsiteY182" fmla="*/ 2016095 h 6858000"/>
              <a:gd name="connsiteX183" fmla="*/ 1028302 w 6572708"/>
              <a:gd name="connsiteY183" fmla="*/ 2009567 h 6858000"/>
              <a:gd name="connsiteX184" fmla="*/ 1033598 w 6572708"/>
              <a:gd name="connsiteY184" fmla="*/ 2009267 h 6858000"/>
              <a:gd name="connsiteX185" fmla="*/ 1044008 w 6572708"/>
              <a:gd name="connsiteY185" fmla="*/ 1998844 h 6858000"/>
              <a:gd name="connsiteX186" fmla="*/ 1044069 w 6572708"/>
              <a:gd name="connsiteY186" fmla="*/ 1997063 h 6858000"/>
              <a:gd name="connsiteX187" fmla="*/ 1056878 w 6572708"/>
              <a:gd name="connsiteY187" fmla="*/ 1990634 h 6858000"/>
              <a:gd name="connsiteX188" fmla="*/ 1072722 w 6572708"/>
              <a:gd name="connsiteY188" fmla="*/ 1987868 h 6858000"/>
              <a:gd name="connsiteX189" fmla="*/ 1145252 w 6572708"/>
              <a:gd name="connsiteY189" fmla="*/ 1891028 h 6858000"/>
              <a:gd name="connsiteX190" fmla="*/ 1226890 w 6572708"/>
              <a:gd name="connsiteY190" fmla="*/ 1845992 h 6858000"/>
              <a:gd name="connsiteX191" fmla="*/ 1323685 w 6572708"/>
              <a:gd name="connsiteY191" fmla="*/ 1758717 h 6858000"/>
              <a:gd name="connsiteX192" fmla="*/ 1398273 w 6572708"/>
              <a:gd name="connsiteY192" fmla="*/ 1627389 h 6858000"/>
              <a:gd name="connsiteX193" fmla="*/ 1417786 w 6572708"/>
              <a:gd name="connsiteY193" fmla="*/ 1591233 h 6858000"/>
              <a:gd name="connsiteX194" fmla="*/ 1456144 w 6572708"/>
              <a:gd name="connsiteY194" fmla="*/ 1570271 h 6858000"/>
              <a:gd name="connsiteX195" fmla="*/ 1458351 w 6572708"/>
              <a:gd name="connsiteY195" fmla="*/ 1554550 h 6858000"/>
              <a:gd name="connsiteX196" fmla="*/ 1458500 w 6572708"/>
              <a:gd name="connsiteY196" fmla="*/ 1551719 h 6858000"/>
              <a:gd name="connsiteX197" fmla="*/ 1464150 w 6572708"/>
              <a:gd name="connsiteY197" fmla="*/ 1542986 h 6858000"/>
              <a:gd name="connsiteX198" fmla="*/ 1459426 w 6572708"/>
              <a:gd name="connsiteY198" fmla="*/ 1537283 h 6858000"/>
              <a:gd name="connsiteX199" fmla="*/ 1463401 w 6572708"/>
              <a:gd name="connsiteY199" fmla="*/ 1521818 h 6858000"/>
              <a:gd name="connsiteX200" fmla="*/ 1475565 w 6572708"/>
              <a:gd name="connsiteY200" fmla="*/ 1506648 h 6858000"/>
              <a:gd name="connsiteX201" fmla="*/ 1540362 w 6572708"/>
              <a:gd name="connsiteY201" fmla="*/ 1438265 h 6858000"/>
              <a:gd name="connsiteX202" fmla="*/ 1575141 w 6572708"/>
              <a:gd name="connsiteY202" fmla="*/ 1395238 h 6858000"/>
              <a:gd name="connsiteX203" fmla="*/ 1582090 w 6572708"/>
              <a:gd name="connsiteY203" fmla="*/ 1375575 h 6858000"/>
              <a:gd name="connsiteX204" fmla="*/ 1596005 w 6572708"/>
              <a:gd name="connsiteY204" fmla="*/ 1350347 h 6858000"/>
              <a:gd name="connsiteX205" fmla="*/ 1615711 w 6572708"/>
              <a:gd name="connsiteY205" fmla="*/ 1303251 h 6858000"/>
              <a:gd name="connsiteX206" fmla="*/ 1650622 w 6572708"/>
              <a:gd name="connsiteY206" fmla="*/ 1244447 h 6858000"/>
              <a:gd name="connsiteX207" fmla="*/ 1702792 w 6572708"/>
              <a:gd name="connsiteY207" fmla="*/ 1215797 h 6858000"/>
              <a:gd name="connsiteX208" fmla="*/ 1700885 w 6572708"/>
              <a:gd name="connsiteY208" fmla="*/ 1209814 h 6858000"/>
              <a:gd name="connsiteX209" fmla="*/ 1723848 w 6572708"/>
              <a:gd name="connsiteY209" fmla="*/ 1183123 h 6858000"/>
              <a:gd name="connsiteX210" fmla="*/ 1759968 w 6572708"/>
              <a:gd name="connsiteY210" fmla="*/ 1166871 h 6858000"/>
              <a:gd name="connsiteX211" fmla="*/ 1767742 w 6572708"/>
              <a:gd name="connsiteY211" fmla="*/ 1158484 h 6858000"/>
              <a:gd name="connsiteX212" fmla="*/ 1773870 w 6572708"/>
              <a:gd name="connsiteY212" fmla="*/ 1125979 h 6858000"/>
              <a:gd name="connsiteX213" fmla="*/ 1767392 w 6572708"/>
              <a:gd name="connsiteY213" fmla="*/ 1121685 h 6858000"/>
              <a:gd name="connsiteX214" fmla="*/ 1770175 w 6572708"/>
              <a:gd name="connsiteY214" fmla="*/ 1112182 h 6858000"/>
              <a:gd name="connsiteX215" fmla="*/ 1769418 w 6572708"/>
              <a:gd name="connsiteY215" fmla="*/ 1109483 h 6858000"/>
              <a:gd name="connsiteX216" fmla="*/ 1766580 w 6572708"/>
              <a:gd name="connsiteY216" fmla="*/ 1094184 h 6858000"/>
              <a:gd name="connsiteX217" fmla="*/ 1797677 w 6572708"/>
              <a:gd name="connsiteY217" fmla="*/ 1065740 h 6858000"/>
              <a:gd name="connsiteX218" fmla="*/ 1805371 w 6572708"/>
              <a:gd name="connsiteY218" fmla="*/ 1027273 h 6858000"/>
              <a:gd name="connsiteX219" fmla="*/ 1882128 w 6572708"/>
              <a:gd name="connsiteY219" fmla="*/ 887059 h 6858000"/>
              <a:gd name="connsiteX220" fmla="*/ 1922110 w 6572708"/>
              <a:gd name="connsiteY220" fmla="*/ 824781 h 6858000"/>
              <a:gd name="connsiteX221" fmla="*/ 1970558 w 6572708"/>
              <a:gd name="connsiteY221" fmla="*/ 721635 h 6858000"/>
              <a:gd name="connsiteX222" fmla="*/ 1974257 w 6572708"/>
              <a:gd name="connsiteY222" fmla="*/ 713733 h 6858000"/>
              <a:gd name="connsiteX223" fmla="*/ 1971701 w 6572708"/>
              <a:gd name="connsiteY223" fmla="*/ 704563 h 6858000"/>
              <a:gd name="connsiteX224" fmla="*/ 1966819 w 6572708"/>
              <a:gd name="connsiteY224" fmla="*/ 628924 h 6858000"/>
              <a:gd name="connsiteX225" fmla="*/ 1956004 w 6572708"/>
              <a:gd name="connsiteY225" fmla="*/ 621102 h 6858000"/>
              <a:gd name="connsiteX226" fmla="*/ 1948613 w 6572708"/>
              <a:gd name="connsiteY226" fmla="*/ 609156 h 6858000"/>
              <a:gd name="connsiteX227" fmla="*/ 1949145 w 6572708"/>
              <a:gd name="connsiteY227" fmla="*/ 606753 h 6858000"/>
              <a:gd name="connsiteX228" fmla="*/ 1944819 w 6572708"/>
              <a:gd name="connsiteY228" fmla="*/ 590072 h 6858000"/>
              <a:gd name="connsiteX229" fmla="*/ 1941001 w 6572708"/>
              <a:gd name="connsiteY229" fmla="*/ 588296 h 6858000"/>
              <a:gd name="connsiteX230" fmla="*/ 1937134 w 6572708"/>
              <a:gd name="connsiteY230" fmla="*/ 577443 h 6858000"/>
              <a:gd name="connsiteX231" fmla="*/ 1927092 w 6572708"/>
              <a:gd name="connsiteY231" fmla="*/ 557642 h 6858000"/>
              <a:gd name="connsiteX232" fmla="*/ 1927484 w 6572708"/>
              <a:gd name="connsiteY232" fmla="*/ 552451 h 6858000"/>
              <a:gd name="connsiteX233" fmla="*/ 1915874 w 6572708"/>
              <a:gd name="connsiteY233" fmla="*/ 520271 h 6858000"/>
              <a:gd name="connsiteX234" fmla="*/ 1916793 w 6572708"/>
              <a:gd name="connsiteY234" fmla="*/ 519123 h 6858000"/>
              <a:gd name="connsiteX235" fmla="*/ 1918236 w 6572708"/>
              <a:gd name="connsiteY235" fmla="*/ 506970 h 6858000"/>
              <a:gd name="connsiteX236" fmla="*/ 1918529 w 6572708"/>
              <a:gd name="connsiteY236" fmla="*/ 485354 h 6858000"/>
              <a:gd name="connsiteX237" fmla="*/ 1932556 w 6572708"/>
              <a:gd name="connsiteY237" fmla="*/ 426779 h 6858000"/>
              <a:gd name="connsiteX238" fmla="*/ 1920572 w 6572708"/>
              <a:gd name="connsiteY238" fmla="*/ 393150 h 6858000"/>
              <a:gd name="connsiteX239" fmla="*/ 1918744 w 6572708"/>
              <a:gd name="connsiteY239" fmla="*/ 385981 h 6858000"/>
              <a:gd name="connsiteX240" fmla="*/ 1918949 w 6572708"/>
              <a:gd name="connsiteY240" fmla="*/ 385674 h 6858000"/>
              <a:gd name="connsiteX241" fmla="*/ 1917499 w 6572708"/>
              <a:gd name="connsiteY241" fmla="*/ 377782 h 6858000"/>
              <a:gd name="connsiteX242" fmla="*/ 1915412 w 6572708"/>
              <a:gd name="connsiteY242" fmla="*/ 372914 h 6858000"/>
              <a:gd name="connsiteX243" fmla="*/ 1911865 w 6572708"/>
              <a:gd name="connsiteY243" fmla="*/ 359009 h 6858000"/>
              <a:gd name="connsiteX244" fmla="*/ 1912244 w 6572708"/>
              <a:gd name="connsiteY244" fmla="*/ 353121 h 6858000"/>
              <a:gd name="connsiteX245" fmla="*/ 1933610 w 6572708"/>
              <a:gd name="connsiteY245" fmla="*/ 297387 h 6858000"/>
              <a:gd name="connsiteX246" fmla="*/ 1939454 w 6572708"/>
              <a:gd name="connsiteY246" fmla="*/ 194719 h 6858000"/>
              <a:gd name="connsiteX247" fmla="*/ 1942001 w 6572708"/>
              <a:gd name="connsiteY247" fmla="*/ 93227 h 6858000"/>
              <a:gd name="connsiteX248" fmla="*/ 1941351 w 6572708"/>
              <a:gd name="connsiteY248" fmla="*/ 56555 h 6858000"/>
              <a:gd name="connsiteX249" fmla="*/ 1950955 w 6572708"/>
              <a:gd name="connsiteY249" fmla="*/ 5312 h 6858000"/>
              <a:gd name="connsiteX250" fmla="*/ 1949546 w 6572708"/>
              <a:gd name="connsiteY250"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4727719 w 6572708"/>
              <a:gd name="connsiteY8" fmla="*/ 6858000 h 6858000"/>
              <a:gd name="connsiteX9" fmla="*/ 3831783 w 6572708"/>
              <a:gd name="connsiteY9" fmla="*/ 6858000 h 6858000"/>
              <a:gd name="connsiteX10" fmla="*/ 1368280 w 6572708"/>
              <a:gd name="connsiteY10" fmla="*/ 6858000 h 6858000"/>
              <a:gd name="connsiteX11" fmla="*/ 0 w 6572708"/>
              <a:gd name="connsiteY11" fmla="*/ 6858000 h 6858000"/>
              <a:gd name="connsiteX12" fmla="*/ 9990 w 6572708"/>
              <a:gd name="connsiteY12" fmla="*/ 6815347 h 6858000"/>
              <a:gd name="connsiteX13" fmla="*/ 11375 w 6572708"/>
              <a:gd name="connsiteY13" fmla="*/ 6764639 h 6858000"/>
              <a:gd name="connsiteX14" fmla="*/ 37994 w 6572708"/>
              <a:gd name="connsiteY14" fmla="*/ 6747193 h 6858000"/>
              <a:gd name="connsiteX15" fmla="*/ 60759 w 6572708"/>
              <a:gd name="connsiteY15" fmla="*/ 6667761 h 6858000"/>
              <a:gd name="connsiteX16" fmla="*/ 44882 w 6572708"/>
              <a:gd name="connsiteY16" fmla="*/ 6635203 h 6858000"/>
              <a:gd name="connsiteX17" fmla="*/ 38884 w 6572708"/>
              <a:gd name="connsiteY17" fmla="*/ 6601215 h 6858000"/>
              <a:gd name="connsiteX18" fmla="*/ 24537 w 6572708"/>
              <a:gd name="connsiteY18" fmla="*/ 6599857 h 6858000"/>
              <a:gd name="connsiteX19" fmla="*/ 30487 w 6572708"/>
              <a:gd name="connsiteY19" fmla="*/ 6582849 h 6858000"/>
              <a:gd name="connsiteX20" fmla="*/ 30797 w 6572708"/>
              <a:gd name="connsiteY20" fmla="*/ 6536021 h 6858000"/>
              <a:gd name="connsiteX21" fmla="*/ 10629 w 6572708"/>
              <a:gd name="connsiteY21" fmla="*/ 6483343 h 6858000"/>
              <a:gd name="connsiteX22" fmla="*/ 16211 w 6572708"/>
              <a:gd name="connsiteY22" fmla="*/ 6402087 h 6858000"/>
              <a:gd name="connsiteX23" fmla="*/ 25932 w 6572708"/>
              <a:gd name="connsiteY23" fmla="*/ 6321765 h 6858000"/>
              <a:gd name="connsiteX24" fmla="*/ 31488 w 6572708"/>
              <a:gd name="connsiteY24" fmla="*/ 6292746 h 6858000"/>
              <a:gd name="connsiteX25" fmla="*/ 32413 w 6572708"/>
              <a:gd name="connsiteY25" fmla="*/ 6240744 h 6858000"/>
              <a:gd name="connsiteX26" fmla="*/ 34430 w 6572708"/>
              <a:gd name="connsiteY26" fmla="*/ 6206738 h 6858000"/>
              <a:gd name="connsiteX27" fmla="*/ 55689 w 6572708"/>
              <a:gd name="connsiteY27" fmla="*/ 6203389 h 6858000"/>
              <a:gd name="connsiteX28" fmla="*/ 63475 w 6572708"/>
              <a:gd name="connsiteY28" fmla="*/ 6172740 h 6858000"/>
              <a:gd name="connsiteX29" fmla="*/ 50070 w 6572708"/>
              <a:gd name="connsiteY29" fmla="*/ 6141398 h 6858000"/>
              <a:gd name="connsiteX30" fmla="*/ 52252 w 6572708"/>
              <a:gd name="connsiteY30" fmla="*/ 6103364 h 6858000"/>
              <a:gd name="connsiteX31" fmla="*/ 53329 w 6572708"/>
              <a:gd name="connsiteY31" fmla="*/ 6080619 h 6858000"/>
              <a:gd name="connsiteX32" fmla="*/ 73573 w 6572708"/>
              <a:gd name="connsiteY32" fmla="*/ 6019868 h 6858000"/>
              <a:gd name="connsiteX33" fmla="*/ 149610 w 6572708"/>
              <a:gd name="connsiteY33" fmla="*/ 5918672 h 6858000"/>
              <a:gd name="connsiteX34" fmla="*/ 160505 w 6572708"/>
              <a:gd name="connsiteY34" fmla="*/ 5887690 h 6858000"/>
              <a:gd name="connsiteX35" fmla="*/ 156200 w 6572708"/>
              <a:gd name="connsiteY35" fmla="*/ 5882649 h 6858000"/>
              <a:gd name="connsiteX36" fmla="*/ 194213 w 6572708"/>
              <a:gd name="connsiteY36" fmla="*/ 5841953 h 6858000"/>
              <a:gd name="connsiteX37" fmla="*/ 203216 w 6572708"/>
              <a:gd name="connsiteY37" fmla="*/ 5777927 h 6858000"/>
              <a:gd name="connsiteX38" fmla="*/ 202536 w 6572708"/>
              <a:gd name="connsiteY38" fmla="*/ 5728879 h 6858000"/>
              <a:gd name="connsiteX39" fmla="*/ 205380 w 6572708"/>
              <a:gd name="connsiteY39" fmla="*/ 5701696 h 6858000"/>
              <a:gd name="connsiteX40" fmla="*/ 203870 w 6572708"/>
              <a:gd name="connsiteY40" fmla="*/ 5681563 h 6858000"/>
              <a:gd name="connsiteX41" fmla="*/ 219294 w 6572708"/>
              <a:gd name="connsiteY41" fmla="*/ 5632219 h 6858000"/>
              <a:gd name="connsiteX42" fmla="*/ 252910 w 6572708"/>
              <a:gd name="connsiteY42" fmla="*/ 5551224 h 6858000"/>
              <a:gd name="connsiteX43" fmla="*/ 258253 w 6572708"/>
              <a:gd name="connsiteY43" fmla="*/ 5533854 h 6858000"/>
              <a:gd name="connsiteX44" fmla="*/ 255640 w 6572708"/>
              <a:gd name="connsiteY44" fmla="*/ 5518422 h 6858000"/>
              <a:gd name="connsiteX45" fmla="*/ 248756 w 6572708"/>
              <a:gd name="connsiteY45" fmla="*/ 5514403 h 6858000"/>
              <a:gd name="connsiteX46" fmla="*/ 250538 w 6572708"/>
              <a:gd name="connsiteY46" fmla="*/ 5504771 h 6858000"/>
              <a:gd name="connsiteX47" fmla="*/ 249507 w 6572708"/>
              <a:gd name="connsiteY47" fmla="*/ 5502102 h 6858000"/>
              <a:gd name="connsiteX48" fmla="*/ 245101 w 6572708"/>
              <a:gd name="connsiteY48" fmla="*/ 5486913 h 6858000"/>
              <a:gd name="connsiteX49" fmla="*/ 273088 w 6572708"/>
              <a:gd name="connsiteY49" fmla="*/ 5457083 h 6858000"/>
              <a:gd name="connsiteX50" fmla="*/ 276759 w 6572708"/>
              <a:gd name="connsiteY50" fmla="*/ 5418245 h 6858000"/>
              <a:gd name="connsiteX51" fmla="*/ 314712 w 6572708"/>
              <a:gd name="connsiteY51" fmla="*/ 5305770 h 6858000"/>
              <a:gd name="connsiteX52" fmla="*/ 320056 w 6572708"/>
              <a:gd name="connsiteY52" fmla="*/ 5298784 h 6858000"/>
              <a:gd name="connsiteX53" fmla="*/ 320763 w 6572708"/>
              <a:gd name="connsiteY53" fmla="*/ 5282149 h 6858000"/>
              <a:gd name="connsiteX54" fmla="*/ 325879 w 6572708"/>
              <a:gd name="connsiteY54" fmla="*/ 5270957 h 6858000"/>
              <a:gd name="connsiteX55" fmla="*/ 318913 w 6572708"/>
              <a:gd name="connsiteY55" fmla="*/ 5268991 h 6858000"/>
              <a:gd name="connsiteX56" fmla="*/ 317758 w 6572708"/>
              <a:gd name="connsiteY56" fmla="*/ 5250149 h 6858000"/>
              <a:gd name="connsiteX57" fmla="*/ 317275 w 6572708"/>
              <a:gd name="connsiteY57" fmla="*/ 5230130 h 6858000"/>
              <a:gd name="connsiteX58" fmla="*/ 329641 w 6572708"/>
              <a:gd name="connsiteY58" fmla="*/ 5216534 h 6858000"/>
              <a:gd name="connsiteX59" fmla="*/ 329088 w 6572708"/>
              <a:gd name="connsiteY59" fmla="*/ 5211732 h 6858000"/>
              <a:gd name="connsiteX60" fmla="*/ 291324 w 6572708"/>
              <a:gd name="connsiteY60" fmla="*/ 5147635 h 6858000"/>
              <a:gd name="connsiteX61" fmla="*/ 299864 w 6572708"/>
              <a:gd name="connsiteY61" fmla="*/ 5063838 h 6858000"/>
              <a:gd name="connsiteX62" fmla="*/ 323140 w 6572708"/>
              <a:gd name="connsiteY62" fmla="*/ 5036513 h 6858000"/>
              <a:gd name="connsiteX63" fmla="*/ 323855 w 6572708"/>
              <a:gd name="connsiteY63" fmla="*/ 4827737 h 6858000"/>
              <a:gd name="connsiteX64" fmla="*/ 333687 w 6572708"/>
              <a:gd name="connsiteY64" fmla="*/ 4774692 h 6858000"/>
              <a:gd name="connsiteX65" fmla="*/ 322637 w 6572708"/>
              <a:gd name="connsiteY65" fmla="*/ 4727427 h 6858000"/>
              <a:gd name="connsiteX66" fmla="*/ 330798 w 6572708"/>
              <a:gd name="connsiteY66" fmla="*/ 4708193 h 6858000"/>
              <a:gd name="connsiteX67" fmla="*/ 332420 w 6572708"/>
              <a:gd name="connsiteY67" fmla="*/ 4704882 h 6858000"/>
              <a:gd name="connsiteX68" fmla="*/ 334216 w 6572708"/>
              <a:gd name="connsiteY68" fmla="*/ 4691500 h 6858000"/>
              <a:gd name="connsiteX69" fmla="*/ 340601 w 6572708"/>
              <a:gd name="connsiteY69" fmla="*/ 4687895 h 6858000"/>
              <a:gd name="connsiteX70" fmla="*/ 347516 w 6572708"/>
              <a:gd name="connsiteY70" fmla="*/ 4667873 h 6858000"/>
              <a:gd name="connsiteX71" fmla="*/ 349175 w 6572708"/>
              <a:gd name="connsiteY71" fmla="*/ 4643189 h 6858000"/>
              <a:gd name="connsiteX72" fmla="*/ 350492 w 6572708"/>
              <a:gd name="connsiteY72" fmla="*/ 4525833 h 6858000"/>
              <a:gd name="connsiteX73" fmla="*/ 355031 w 6572708"/>
              <a:gd name="connsiteY73" fmla="*/ 4455649 h 6858000"/>
              <a:gd name="connsiteX74" fmla="*/ 362651 w 6572708"/>
              <a:gd name="connsiteY74" fmla="*/ 4429036 h 6858000"/>
              <a:gd name="connsiteX75" fmla="*/ 369327 w 6572708"/>
              <a:gd name="connsiteY75" fmla="*/ 4391840 h 6858000"/>
              <a:gd name="connsiteX76" fmla="*/ 371272 w 6572708"/>
              <a:gd name="connsiteY76" fmla="*/ 4358845 h 6858000"/>
              <a:gd name="connsiteX77" fmla="*/ 382342 w 6572708"/>
              <a:gd name="connsiteY77" fmla="*/ 4333764 h 6858000"/>
              <a:gd name="connsiteX78" fmla="*/ 381365 w 6572708"/>
              <a:gd name="connsiteY78" fmla="*/ 4331730 h 6858000"/>
              <a:gd name="connsiteX79" fmla="*/ 364244 w 6572708"/>
              <a:gd name="connsiteY79" fmla="*/ 4309700 h 6858000"/>
              <a:gd name="connsiteX80" fmla="*/ 363377 w 6572708"/>
              <a:gd name="connsiteY80" fmla="*/ 4285388 h 6858000"/>
              <a:gd name="connsiteX81" fmla="*/ 357697 w 6572708"/>
              <a:gd name="connsiteY81" fmla="*/ 4266169 h 6858000"/>
              <a:gd name="connsiteX82" fmla="*/ 356998 w 6572708"/>
              <a:gd name="connsiteY82" fmla="*/ 4247672 h 6858000"/>
              <a:gd name="connsiteX83" fmla="*/ 357549 w 6572708"/>
              <a:gd name="connsiteY83" fmla="*/ 4237120 h 6858000"/>
              <a:gd name="connsiteX84" fmla="*/ 358116 w 6572708"/>
              <a:gd name="connsiteY84" fmla="*/ 4232936 h 6858000"/>
              <a:gd name="connsiteX85" fmla="*/ 366243 w 6572708"/>
              <a:gd name="connsiteY85" fmla="*/ 4224051 h 6858000"/>
              <a:gd name="connsiteX86" fmla="*/ 363841 w 6572708"/>
              <a:gd name="connsiteY86" fmla="*/ 4211782 h 6858000"/>
              <a:gd name="connsiteX87" fmla="*/ 372159 w 6572708"/>
              <a:gd name="connsiteY87" fmla="*/ 4198810 h 6858000"/>
              <a:gd name="connsiteX88" fmla="*/ 366211 w 6572708"/>
              <a:gd name="connsiteY88" fmla="*/ 4195262 h 6858000"/>
              <a:gd name="connsiteX89" fmla="*/ 360561 w 6572708"/>
              <a:gd name="connsiteY89" fmla="*/ 4184054 h 6858000"/>
              <a:gd name="connsiteX90" fmla="*/ 373972 w 6572708"/>
              <a:gd name="connsiteY90" fmla="*/ 4155792 h 6858000"/>
              <a:gd name="connsiteX91" fmla="*/ 373150 w 6572708"/>
              <a:gd name="connsiteY91" fmla="*/ 4150364 h 6858000"/>
              <a:gd name="connsiteX92" fmla="*/ 383773 w 6572708"/>
              <a:gd name="connsiteY92" fmla="*/ 4132084 h 6858000"/>
              <a:gd name="connsiteX93" fmla="*/ 389140 w 6572708"/>
              <a:gd name="connsiteY93" fmla="*/ 4115873 h 6858000"/>
              <a:gd name="connsiteX94" fmla="*/ 378846 w 6572708"/>
              <a:gd name="connsiteY94" fmla="*/ 4082551 h 6858000"/>
              <a:gd name="connsiteX95" fmla="*/ 368001 w 6572708"/>
              <a:gd name="connsiteY95" fmla="*/ 3968090 h 6858000"/>
              <a:gd name="connsiteX96" fmla="*/ 372661 w 6572708"/>
              <a:gd name="connsiteY96" fmla="*/ 3881355 h 6858000"/>
              <a:gd name="connsiteX97" fmla="*/ 379210 w 6572708"/>
              <a:gd name="connsiteY97" fmla="*/ 3850569 h 6858000"/>
              <a:gd name="connsiteX98" fmla="*/ 389880 w 6572708"/>
              <a:gd name="connsiteY98" fmla="*/ 3798988 h 6858000"/>
              <a:gd name="connsiteX99" fmla="*/ 409909 w 6572708"/>
              <a:gd name="connsiteY99" fmla="*/ 3760424 h 6858000"/>
              <a:gd name="connsiteX100" fmla="*/ 414051 w 6572708"/>
              <a:gd name="connsiteY100" fmla="*/ 3717298 h 6858000"/>
              <a:gd name="connsiteX101" fmla="*/ 399424 w 6572708"/>
              <a:gd name="connsiteY101" fmla="*/ 3707291 h 6858000"/>
              <a:gd name="connsiteX102" fmla="*/ 394460 w 6572708"/>
              <a:gd name="connsiteY102" fmla="*/ 3673415 h 6858000"/>
              <a:gd name="connsiteX103" fmla="*/ 408918 w 6572708"/>
              <a:gd name="connsiteY103" fmla="*/ 3661155 h 6858000"/>
              <a:gd name="connsiteX104" fmla="*/ 425028 w 6572708"/>
              <a:gd name="connsiteY104" fmla="*/ 3591166 h 6858000"/>
              <a:gd name="connsiteX105" fmla="*/ 430292 w 6572708"/>
              <a:gd name="connsiteY105" fmla="*/ 3550801 h 6858000"/>
              <a:gd name="connsiteX106" fmla="*/ 437149 w 6572708"/>
              <a:gd name="connsiteY106" fmla="*/ 3497399 h 6858000"/>
              <a:gd name="connsiteX107" fmla="*/ 442017 w 6572708"/>
              <a:gd name="connsiteY107" fmla="*/ 3474143 h 6858000"/>
              <a:gd name="connsiteX108" fmla="*/ 437175 w 6572708"/>
              <a:gd name="connsiteY108" fmla="*/ 3463057 h 6858000"/>
              <a:gd name="connsiteX109" fmla="*/ 438483 w 6572708"/>
              <a:gd name="connsiteY109" fmla="*/ 3457563 h 6858000"/>
              <a:gd name="connsiteX110" fmla="*/ 438642 w 6572708"/>
              <a:gd name="connsiteY110" fmla="*/ 3439053 h 6858000"/>
              <a:gd name="connsiteX111" fmla="*/ 439678 w 6572708"/>
              <a:gd name="connsiteY111" fmla="*/ 3428537 h 6858000"/>
              <a:gd name="connsiteX112" fmla="*/ 440437 w 6572708"/>
              <a:gd name="connsiteY112" fmla="*/ 3424381 h 6858000"/>
              <a:gd name="connsiteX113" fmla="*/ 448781 w 6572708"/>
              <a:gd name="connsiteY113" fmla="*/ 3416042 h 6858000"/>
              <a:gd name="connsiteX114" fmla="*/ 448765 w 6572708"/>
              <a:gd name="connsiteY114" fmla="*/ 3414504 h 6858000"/>
              <a:gd name="connsiteX115" fmla="*/ 447134 w 6572708"/>
              <a:gd name="connsiteY115" fmla="*/ 3403498 h 6858000"/>
              <a:gd name="connsiteX116" fmla="*/ 452387 w 6572708"/>
              <a:gd name="connsiteY116" fmla="*/ 3396070 h 6858000"/>
              <a:gd name="connsiteX117" fmla="*/ 453996 w 6572708"/>
              <a:gd name="connsiteY117" fmla="*/ 3389553 h 6858000"/>
              <a:gd name="connsiteX118" fmla="*/ 450265 w 6572708"/>
              <a:gd name="connsiteY118" fmla="*/ 3387098 h 6858000"/>
              <a:gd name="connsiteX119" fmla="*/ 445137 w 6572708"/>
              <a:gd name="connsiteY119" fmla="*/ 3375655 h 6858000"/>
              <a:gd name="connsiteX120" fmla="*/ 453359 w 6572708"/>
              <a:gd name="connsiteY120" fmla="*/ 3367050 h 6858000"/>
              <a:gd name="connsiteX121" fmla="*/ 459842 w 6572708"/>
              <a:gd name="connsiteY121" fmla="*/ 3348005 h 6858000"/>
              <a:gd name="connsiteX122" fmla="*/ 459268 w 6572708"/>
              <a:gd name="connsiteY122" fmla="*/ 3342546 h 6858000"/>
              <a:gd name="connsiteX123" fmla="*/ 470590 w 6572708"/>
              <a:gd name="connsiteY123" fmla="*/ 3324958 h 6858000"/>
              <a:gd name="connsiteX124" fmla="*/ 468579 w 6572708"/>
              <a:gd name="connsiteY124" fmla="*/ 3306990 h 6858000"/>
              <a:gd name="connsiteX125" fmla="*/ 480123 w 6572708"/>
              <a:gd name="connsiteY125" fmla="*/ 3295094 h 6858000"/>
              <a:gd name="connsiteX126" fmla="*/ 482298 w 6572708"/>
              <a:gd name="connsiteY126" fmla="*/ 3293541 h 6858000"/>
              <a:gd name="connsiteX127" fmla="*/ 489102 w 6572708"/>
              <a:gd name="connsiteY127" fmla="*/ 3262198 h 6858000"/>
              <a:gd name="connsiteX128" fmla="*/ 497561 w 6572708"/>
              <a:gd name="connsiteY128" fmla="*/ 3253284 h 6858000"/>
              <a:gd name="connsiteX129" fmla="*/ 522157 w 6572708"/>
              <a:gd name="connsiteY129" fmla="*/ 3192563 h 6858000"/>
              <a:gd name="connsiteX130" fmla="*/ 529302 w 6572708"/>
              <a:gd name="connsiteY130" fmla="*/ 3175520 h 6858000"/>
              <a:gd name="connsiteX131" fmla="*/ 528284 w 6572708"/>
              <a:gd name="connsiteY131" fmla="*/ 3160058 h 6858000"/>
              <a:gd name="connsiteX132" fmla="*/ 521806 w 6572708"/>
              <a:gd name="connsiteY132" fmla="*/ 3155764 h 6858000"/>
              <a:gd name="connsiteX133" fmla="*/ 524589 w 6572708"/>
              <a:gd name="connsiteY133" fmla="*/ 3146261 h 6858000"/>
              <a:gd name="connsiteX134" fmla="*/ 523832 w 6572708"/>
              <a:gd name="connsiteY134" fmla="*/ 3143561 h 6858000"/>
              <a:gd name="connsiteX135" fmla="*/ 520994 w 6572708"/>
              <a:gd name="connsiteY135" fmla="*/ 3128263 h 6858000"/>
              <a:gd name="connsiteX136" fmla="*/ 552091 w 6572708"/>
              <a:gd name="connsiteY136" fmla="*/ 3099818 h 6858000"/>
              <a:gd name="connsiteX137" fmla="*/ 618216 w 6572708"/>
              <a:gd name="connsiteY137" fmla="*/ 2895965 h 6858000"/>
              <a:gd name="connsiteX138" fmla="*/ 724973 w 6572708"/>
              <a:gd name="connsiteY138" fmla="*/ 2755713 h 6858000"/>
              <a:gd name="connsiteX139" fmla="*/ 765538 w 6572708"/>
              <a:gd name="connsiteY139" fmla="*/ 2648081 h 6858000"/>
              <a:gd name="connsiteX140" fmla="*/ 780267 w 6572708"/>
              <a:gd name="connsiteY140" fmla="*/ 2641879 h 6858000"/>
              <a:gd name="connsiteX141" fmla="*/ 790836 w 6572708"/>
              <a:gd name="connsiteY141" fmla="*/ 2632919 h 6858000"/>
              <a:gd name="connsiteX142" fmla="*/ 790328 w 6572708"/>
              <a:gd name="connsiteY142" fmla="*/ 2631229 h 6858000"/>
              <a:gd name="connsiteX143" fmla="*/ 797257 w 6572708"/>
              <a:gd name="connsiteY143" fmla="*/ 2619054 h 6858000"/>
              <a:gd name="connsiteX144" fmla="*/ 802383 w 6572708"/>
              <a:gd name="connsiteY144" fmla="*/ 2617568 h 6858000"/>
              <a:gd name="connsiteX145" fmla="*/ 808267 w 6572708"/>
              <a:gd name="connsiteY145" fmla="*/ 2609586 h 6858000"/>
              <a:gd name="connsiteX146" fmla="*/ 822908 w 6572708"/>
              <a:gd name="connsiteY146" fmla="*/ 2594856 h 6858000"/>
              <a:gd name="connsiteX147" fmla="*/ 822791 w 6572708"/>
              <a:gd name="connsiteY147" fmla="*/ 2591164 h 6858000"/>
              <a:gd name="connsiteX148" fmla="*/ 840423 w 6572708"/>
              <a:gd name="connsiteY148" fmla="*/ 2567492 h 6858000"/>
              <a:gd name="connsiteX149" fmla="*/ 839313 w 6572708"/>
              <a:gd name="connsiteY149" fmla="*/ 2566722 h 6858000"/>
              <a:gd name="connsiteX150" fmla="*/ 838361 w 6572708"/>
              <a:gd name="connsiteY150" fmla="*/ 2558109 h 6858000"/>
              <a:gd name="connsiteX151" fmla="*/ 839637 w 6572708"/>
              <a:gd name="connsiteY151" fmla="*/ 2542662 h 6858000"/>
              <a:gd name="connsiteX152" fmla="*/ 825800 w 6572708"/>
              <a:gd name="connsiteY152" fmla="*/ 2501548 h 6858000"/>
              <a:gd name="connsiteX153" fmla="*/ 844035 w 6572708"/>
              <a:gd name="connsiteY153" fmla="*/ 2476819 h 6858000"/>
              <a:gd name="connsiteX154" fmla="*/ 846972 w 6572708"/>
              <a:gd name="connsiteY154" fmla="*/ 2471590 h 6858000"/>
              <a:gd name="connsiteX155" fmla="*/ 846730 w 6572708"/>
              <a:gd name="connsiteY155" fmla="*/ 2471378 h 6858000"/>
              <a:gd name="connsiteX156" fmla="*/ 849228 w 6572708"/>
              <a:gd name="connsiteY156" fmla="*/ 2465654 h 6858000"/>
              <a:gd name="connsiteX157" fmla="*/ 852330 w 6572708"/>
              <a:gd name="connsiteY157" fmla="*/ 2462052 h 6858000"/>
              <a:gd name="connsiteX158" fmla="*/ 858029 w 6572708"/>
              <a:gd name="connsiteY158" fmla="*/ 2451906 h 6858000"/>
              <a:gd name="connsiteX159" fmla="*/ 857986 w 6572708"/>
              <a:gd name="connsiteY159" fmla="*/ 2447716 h 6858000"/>
              <a:gd name="connsiteX160" fmla="*/ 855075 w 6572708"/>
              <a:gd name="connsiteY160" fmla="*/ 2445047 h 6858000"/>
              <a:gd name="connsiteX161" fmla="*/ 856006 w 6572708"/>
              <a:gd name="connsiteY161" fmla="*/ 2444265 h 6858000"/>
              <a:gd name="connsiteX162" fmla="*/ 856444 w 6572708"/>
              <a:gd name="connsiteY162" fmla="*/ 2421759 h 6858000"/>
              <a:gd name="connsiteX163" fmla="*/ 868981 w 6572708"/>
              <a:gd name="connsiteY163" fmla="*/ 2375200 h 6858000"/>
              <a:gd name="connsiteX164" fmla="*/ 880811 w 6572708"/>
              <a:gd name="connsiteY164" fmla="*/ 2350147 h 6858000"/>
              <a:gd name="connsiteX165" fmla="*/ 908124 w 6572708"/>
              <a:gd name="connsiteY165" fmla="*/ 2279761 h 6858000"/>
              <a:gd name="connsiteX166" fmla="*/ 931678 w 6572708"/>
              <a:gd name="connsiteY166" fmla="*/ 2207772 h 6858000"/>
              <a:gd name="connsiteX167" fmla="*/ 921761 w 6572708"/>
              <a:gd name="connsiteY167" fmla="*/ 2164302 h 6858000"/>
              <a:gd name="connsiteX168" fmla="*/ 923058 w 6572708"/>
              <a:gd name="connsiteY168" fmla="*/ 2160162 h 6858000"/>
              <a:gd name="connsiteX169" fmla="*/ 931663 w 6572708"/>
              <a:gd name="connsiteY169" fmla="*/ 2151458 h 6858000"/>
              <a:gd name="connsiteX170" fmla="*/ 935730 w 6572708"/>
              <a:gd name="connsiteY170" fmla="*/ 2148616 h 6858000"/>
              <a:gd name="connsiteX171" fmla="*/ 939910 w 6572708"/>
              <a:gd name="connsiteY171" fmla="*/ 2143540 h 6858000"/>
              <a:gd name="connsiteX172" fmla="*/ 939746 w 6572708"/>
              <a:gd name="connsiteY172" fmla="*/ 2143278 h 6858000"/>
              <a:gd name="connsiteX173" fmla="*/ 944182 w 6572708"/>
              <a:gd name="connsiteY173" fmla="*/ 2138791 h 6858000"/>
              <a:gd name="connsiteX174" fmla="*/ 969240 w 6572708"/>
              <a:gd name="connsiteY174" fmla="*/ 2118565 h 6858000"/>
              <a:gd name="connsiteX175" fmla="*/ 969333 w 6572708"/>
              <a:gd name="connsiteY175" fmla="*/ 2074914 h 6858000"/>
              <a:gd name="connsiteX176" fmla="*/ 975462 w 6572708"/>
              <a:gd name="connsiteY176" fmla="*/ 2059981 h 6858000"/>
              <a:gd name="connsiteX177" fmla="*/ 977313 w 6572708"/>
              <a:gd name="connsiteY177" fmla="*/ 2051279 h 6858000"/>
              <a:gd name="connsiteX178" fmla="*/ 976512 w 6572708"/>
              <a:gd name="connsiteY178" fmla="*/ 2050269 h 6858000"/>
              <a:gd name="connsiteX179" fmla="*/ 1000665 w 6572708"/>
              <a:gd name="connsiteY179" fmla="*/ 2030946 h 6858000"/>
              <a:gd name="connsiteX180" fmla="*/ 1001735 w 6572708"/>
              <a:gd name="connsiteY180" fmla="*/ 2027284 h 6858000"/>
              <a:gd name="connsiteX181" fmla="*/ 1020214 w 6572708"/>
              <a:gd name="connsiteY181" fmla="*/ 2016095 h 6858000"/>
              <a:gd name="connsiteX182" fmla="*/ 1028302 w 6572708"/>
              <a:gd name="connsiteY182" fmla="*/ 2009567 h 6858000"/>
              <a:gd name="connsiteX183" fmla="*/ 1033598 w 6572708"/>
              <a:gd name="connsiteY183" fmla="*/ 2009267 h 6858000"/>
              <a:gd name="connsiteX184" fmla="*/ 1044008 w 6572708"/>
              <a:gd name="connsiteY184" fmla="*/ 1998844 h 6858000"/>
              <a:gd name="connsiteX185" fmla="*/ 1044069 w 6572708"/>
              <a:gd name="connsiteY185" fmla="*/ 1997063 h 6858000"/>
              <a:gd name="connsiteX186" fmla="*/ 1056878 w 6572708"/>
              <a:gd name="connsiteY186" fmla="*/ 1990634 h 6858000"/>
              <a:gd name="connsiteX187" fmla="*/ 1072722 w 6572708"/>
              <a:gd name="connsiteY187" fmla="*/ 1987868 h 6858000"/>
              <a:gd name="connsiteX188" fmla="*/ 1145252 w 6572708"/>
              <a:gd name="connsiteY188" fmla="*/ 1891028 h 6858000"/>
              <a:gd name="connsiteX189" fmla="*/ 1226890 w 6572708"/>
              <a:gd name="connsiteY189" fmla="*/ 1845992 h 6858000"/>
              <a:gd name="connsiteX190" fmla="*/ 1323685 w 6572708"/>
              <a:gd name="connsiteY190" fmla="*/ 1758717 h 6858000"/>
              <a:gd name="connsiteX191" fmla="*/ 1398273 w 6572708"/>
              <a:gd name="connsiteY191" fmla="*/ 1627389 h 6858000"/>
              <a:gd name="connsiteX192" fmla="*/ 1417786 w 6572708"/>
              <a:gd name="connsiteY192" fmla="*/ 1591233 h 6858000"/>
              <a:gd name="connsiteX193" fmla="*/ 1456144 w 6572708"/>
              <a:gd name="connsiteY193" fmla="*/ 1570271 h 6858000"/>
              <a:gd name="connsiteX194" fmla="*/ 1458351 w 6572708"/>
              <a:gd name="connsiteY194" fmla="*/ 1554550 h 6858000"/>
              <a:gd name="connsiteX195" fmla="*/ 1458500 w 6572708"/>
              <a:gd name="connsiteY195" fmla="*/ 1551719 h 6858000"/>
              <a:gd name="connsiteX196" fmla="*/ 1464150 w 6572708"/>
              <a:gd name="connsiteY196" fmla="*/ 1542986 h 6858000"/>
              <a:gd name="connsiteX197" fmla="*/ 1459426 w 6572708"/>
              <a:gd name="connsiteY197" fmla="*/ 1537283 h 6858000"/>
              <a:gd name="connsiteX198" fmla="*/ 1463401 w 6572708"/>
              <a:gd name="connsiteY198" fmla="*/ 1521818 h 6858000"/>
              <a:gd name="connsiteX199" fmla="*/ 1475565 w 6572708"/>
              <a:gd name="connsiteY199" fmla="*/ 1506648 h 6858000"/>
              <a:gd name="connsiteX200" fmla="*/ 1540362 w 6572708"/>
              <a:gd name="connsiteY200" fmla="*/ 1438265 h 6858000"/>
              <a:gd name="connsiteX201" fmla="*/ 1575141 w 6572708"/>
              <a:gd name="connsiteY201" fmla="*/ 1395238 h 6858000"/>
              <a:gd name="connsiteX202" fmla="*/ 1582090 w 6572708"/>
              <a:gd name="connsiteY202" fmla="*/ 1375575 h 6858000"/>
              <a:gd name="connsiteX203" fmla="*/ 1596005 w 6572708"/>
              <a:gd name="connsiteY203" fmla="*/ 1350347 h 6858000"/>
              <a:gd name="connsiteX204" fmla="*/ 1615711 w 6572708"/>
              <a:gd name="connsiteY204" fmla="*/ 1303251 h 6858000"/>
              <a:gd name="connsiteX205" fmla="*/ 1650622 w 6572708"/>
              <a:gd name="connsiteY205" fmla="*/ 1244447 h 6858000"/>
              <a:gd name="connsiteX206" fmla="*/ 1702792 w 6572708"/>
              <a:gd name="connsiteY206" fmla="*/ 1215797 h 6858000"/>
              <a:gd name="connsiteX207" fmla="*/ 1700885 w 6572708"/>
              <a:gd name="connsiteY207" fmla="*/ 1209814 h 6858000"/>
              <a:gd name="connsiteX208" fmla="*/ 1723848 w 6572708"/>
              <a:gd name="connsiteY208" fmla="*/ 1183123 h 6858000"/>
              <a:gd name="connsiteX209" fmla="*/ 1759968 w 6572708"/>
              <a:gd name="connsiteY209" fmla="*/ 1166871 h 6858000"/>
              <a:gd name="connsiteX210" fmla="*/ 1767742 w 6572708"/>
              <a:gd name="connsiteY210" fmla="*/ 1158484 h 6858000"/>
              <a:gd name="connsiteX211" fmla="*/ 1773870 w 6572708"/>
              <a:gd name="connsiteY211" fmla="*/ 1125979 h 6858000"/>
              <a:gd name="connsiteX212" fmla="*/ 1767392 w 6572708"/>
              <a:gd name="connsiteY212" fmla="*/ 1121685 h 6858000"/>
              <a:gd name="connsiteX213" fmla="*/ 1770175 w 6572708"/>
              <a:gd name="connsiteY213" fmla="*/ 1112182 h 6858000"/>
              <a:gd name="connsiteX214" fmla="*/ 1769418 w 6572708"/>
              <a:gd name="connsiteY214" fmla="*/ 1109483 h 6858000"/>
              <a:gd name="connsiteX215" fmla="*/ 1766580 w 6572708"/>
              <a:gd name="connsiteY215" fmla="*/ 1094184 h 6858000"/>
              <a:gd name="connsiteX216" fmla="*/ 1797677 w 6572708"/>
              <a:gd name="connsiteY216" fmla="*/ 1065740 h 6858000"/>
              <a:gd name="connsiteX217" fmla="*/ 1805371 w 6572708"/>
              <a:gd name="connsiteY217" fmla="*/ 1027273 h 6858000"/>
              <a:gd name="connsiteX218" fmla="*/ 1882128 w 6572708"/>
              <a:gd name="connsiteY218" fmla="*/ 887059 h 6858000"/>
              <a:gd name="connsiteX219" fmla="*/ 1922110 w 6572708"/>
              <a:gd name="connsiteY219" fmla="*/ 824781 h 6858000"/>
              <a:gd name="connsiteX220" fmla="*/ 1970558 w 6572708"/>
              <a:gd name="connsiteY220" fmla="*/ 721635 h 6858000"/>
              <a:gd name="connsiteX221" fmla="*/ 1974257 w 6572708"/>
              <a:gd name="connsiteY221" fmla="*/ 713733 h 6858000"/>
              <a:gd name="connsiteX222" fmla="*/ 1971701 w 6572708"/>
              <a:gd name="connsiteY222" fmla="*/ 704563 h 6858000"/>
              <a:gd name="connsiteX223" fmla="*/ 1966819 w 6572708"/>
              <a:gd name="connsiteY223" fmla="*/ 628924 h 6858000"/>
              <a:gd name="connsiteX224" fmla="*/ 1956004 w 6572708"/>
              <a:gd name="connsiteY224" fmla="*/ 621102 h 6858000"/>
              <a:gd name="connsiteX225" fmla="*/ 1948613 w 6572708"/>
              <a:gd name="connsiteY225" fmla="*/ 609156 h 6858000"/>
              <a:gd name="connsiteX226" fmla="*/ 1949145 w 6572708"/>
              <a:gd name="connsiteY226" fmla="*/ 606753 h 6858000"/>
              <a:gd name="connsiteX227" fmla="*/ 1944819 w 6572708"/>
              <a:gd name="connsiteY227" fmla="*/ 590072 h 6858000"/>
              <a:gd name="connsiteX228" fmla="*/ 1941001 w 6572708"/>
              <a:gd name="connsiteY228" fmla="*/ 588296 h 6858000"/>
              <a:gd name="connsiteX229" fmla="*/ 1937134 w 6572708"/>
              <a:gd name="connsiteY229" fmla="*/ 577443 h 6858000"/>
              <a:gd name="connsiteX230" fmla="*/ 1927092 w 6572708"/>
              <a:gd name="connsiteY230" fmla="*/ 557642 h 6858000"/>
              <a:gd name="connsiteX231" fmla="*/ 1927484 w 6572708"/>
              <a:gd name="connsiteY231" fmla="*/ 552451 h 6858000"/>
              <a:gd name="connsiteX232" fmla="*/ 1915874 w 6572708"/>
              <a:gd name="connsiteY232" fmla="*/ 520271 h 6858000"/>
              <a:gd name="connsiteX233" fmla="*/ 1916793 w 6572708"/>
              <a:gd name="connsiteY233" fmla="*/ 519123 h 6858000"/>
              <a:gd name="connsiteX234" fmla="*/ 1918236 w 6572708"/>
              <a:gd name="connsiteY234" fmla="*/ 506970 h 6858000"/>
              <a:gd name="connsiteX235" fmla="*/ 1918529 w 6572708"/>
              <a:gd name="connsiteY235" fmla="*/ 485354 h 6858000"/>
              <a:gd name="connsiteX236" fmla="*/ 1932556 w 6572708"/>
              <a:gd name="connsiteY236" fmla="*/ 426779 h 6858000"/>
              <a:gd name="connsiteX237" fmla="*/ 1920572 w 6572708"/>
              <a:gd name="connsiteY237" fmla="*/ 393150 h 6858000"/>
              <a:gd name="connsiteX238" fmla="*/ 1918744 w 6572708"/>
              <a:gd name="connsiteY238" fmla="*/ 385981 h 6858000"/>
              <a:gd name="connsiteX239" fmla="*/ 1918949 w 6572708"/>
              <a:gd name="connsiteY239" fmla="*/ 385674 h 6858000"/>
              <a:gd name="connsiteX240" fmla="*/ 1917499 w 6572708"/>
              <a:gd name="connsiteY240" fmla="*/ 377782 h 6858000"/>
              <a:gd name="connsiteX241" fmla="*/ 1915412 w 6572708"/>
              <a:gd name="connsiteY241" fmla="*/ 372914 h 6858000"/>
              <a:gd name="connsiteX242" fmla="*/ 1911865 w 6572708"/>
              <a:gd name="connsiteY242" fmla="*/ 359009 h 6858000"/>
              <a:gd name="connsiteX243" fmla="*/ 1912244 w 6572708"/>
              <a:gd name="connsiteY243" fmla="*/ 353121 h 6858000"/>
              <a:gd name="connsiteX244" fmla="*/ 1933610 w 6572708"/>
              <a:gd name="connsiteY244" fmla="*/ 297387 h 6858000"/>
              <a:gd name="connsiteX245" fmla="*/ 1939454 w 6572708"/>
              <a:gd name="connsiteY245" fmla="*/ 194719 h 6858000"/>
              <a:gd name="connsiteX246" fmla="*/ 1942001 w 6572708"/>
              <a:gd name="connsiteY246" fmla="*/ 93227 h 6858000"/>
              <a:gd name="connsiteX247" fmla="*/ 1941351 w 6572708"/>
              <a:gd name="connsiteY247" fmla="*/ 56555 h 6858000"/>
              <a:gd name="connsiteX248" fmla="*/ 1950955 w 6572708"/>
              <a:gd name="connsiteY248" fmla="*/ 5312 h 6858000"/>
              <a:gd name="connsiteX249" fmla="*/ 1949546 w 6572708"/>
              <a:gd name="connsiteY249"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4727719 w 6572708"/>
              <a:gd name="connsiteY8" fmla="*/ 6858000 h 6858000"/>
              <a:gd name="connsiteX9" fmla="*/ 3831783 w 6572708"/>
              <a:gd name="connsiteY9" fmla="*/ 6858000 h 6858000"/>
              <a:gd name="connsiteX10" fmla="*/ 1368280 w 6572708"/>
              <a:gd name="connsiteY10" fmla="*/ 6858000 h 6858000"/>
              <a:gd name="connsiteX11" fmla="*/ 0 w 6572708"/>
              <a:gd name="connsiteY11" fmla="*/ 6858000 h 6858000"/>
              <a:gd name="connsiteX12" fmla="*/ 9990 w 6572708"/>
              <a:gd name="connsiteY12" fmla="*/ 6815347 h 6858000"/>
              <a:gd name="connsiteX13" fmla="*/ 11375 w 6572708"/>
              <a:gd name="connsiteY13" fmla="*/ 6764639 h 6858000"/>
              <a:gd name="connsiteX14" fmla="*/ 37994 w 6572708"/>
              <a:gd name="connsiteY14" fmla="*/ 6747193 h 6858000"/>
              <a:gd name="connsiteX15" fmla="*/ 60759 w 6572708"/>
              <a:gd name="connsiteY15" fmla="*/ 6667761 h 6858000"/>
              <a:gd name="connsiteX16" fmla="*/ 44882 w 6572708"/>
              <a:gd name="connsiteY16" fmla="*/ 6635203 h 6858000"/>
              <a:gd name="connsiteX17" fmla="*/ 38884 w 6572708"/>
              <a:gd name="connsiteY17" fmla="*/ 6601215 h 6858000"/>
              <a:gd name="connsiteX18" fmla="*/ 24537 w 6572708"/>
              <a:gd name="connsiteY18" fmla="*/ 6599857 h 6858000"/>
              <a:gd name="connsiteX19" fmla="*/ 30487 w 6572708"/>
              <a:gd name="connsiteY19" fmla="*/ 6582849 h 6858000"/>
              <a:gd name="connsiteX20" fmla="*/ 30797 w 6572708"/>
              <a:gd name="connsiteY20" fmla="*/ 6536021 h 6858000"/>
              <a:gd name="connsiteX21" fmla="*/ 10629 w 6572708"/>
              <a:gd name="connsiteY21" fmla="*/ 6483343 h 6858000"/>
              <a:gd name="connsiteX22" fmla="*/ 16211 w 6572708"/>
              <a:gd name="connsiteY22" fmla="*/ 6402087 h 6858000"/>
              <a:gd name="connsiteX23" fmla="*/ 25932 w 6572708"/>
              <a:gd name="connsiteY23" fmla="*/ 6321765 h 6858000"/>
              <a:gd name="connsiteX24" fmla="*/ 31488 w 6572708"/>
              <a:gd name="connsiteY24" fmla="*/ 6292746 h 6858000"/>
              <a:gd name="connsiteX25" fmla="*/ 32413 w 6572708"/>
              <a:gd name="connsiteY25" fmla="*/ 6240744 h 6858000"/>
              <a:gd name="connsiteX26" fmla="*/ 34430 w 6572708"/>
              <a:gd name="connsiteY26" fmla="*/ 6206738 h 6858000"/>
              <a:gd name="connsiteX27" fmla="*/ 55689 w 6572708"/>
              <a:gd name="connsiteY27" fmla="*/ 6203389 h 6858000"/>
              <a:gd name="connsiteX28" fmla="*/ 63475 w 6572708"/>
              <a:gd name="connsiteY28" fmla="*/ 6172740 h 6858000"/>
              <a:gd name="connsiteX29" fmla="*/ 50070 w 6572708"/>
              <a:gd name="connsiteY29" fmla="*/ 6141398 h 6858000"/>
              <a:gd name="connsiteX30" fmla="*/ 52252 w 6572708"/>
              <a:gd name="connsiteY30" fmla="*/ 6103364 h 6858000"/>
              <a:gd name="connsiteX31" fmla="*/ 53329 w 6572708"/>
              <a:gd name="connsiteY31" fmla="*/ 6080619 h 6858000"/>
              <a:gd name="connsiteX32" fmla="*/ 73573 w 6572708"/>
              <a:gd name="connsiteY32" fmla="*/ 6019868 h 6858000"/>
              <a:gd name="connsiteX33" fmla="*/ 149610 w 6572708"/>
              <a:gd name="connsiteY33" fmla="*/ 5918672 h 6858000"/>
              <a:gd name="connsiteX34" fmla="*/ 160505 w 6572708"/>
              <a:gd name="connsiteY34" fmla="*/ 5887690 h 6858000"/>
              <a:gd name="connsiteX35" fmla="*/ 156200 w 6572708"/>
              <a:gd name="connsiteY35" fmla="*/ 5882649 h 6858000"/>
              <a:gd name="connsiteX36" fmla="*/ 194213 w 6572708"/>
              <a:gd name="connsiteY36" fmla="*/ 5841953 h 6858000"/>
              <a:gd name="connsiteX37" fmla="*/ 203216 w 6572708"/>
              <a:gd name="connsiteY37" fmla="*/ 5777927 h 6858000"/>
              <a:gd name="connsiteX38" fmla="*/ 202536 w 6572708"/>
              <a:gd name="connsiteY38" fmla="*/ 5728879 h 6858000"/>
              <a:gd name="connsiteX39" fmla="*/ 205380 w 6572708"/>
              <a:gd name="connsiteY39" fmla="*/ 5701696 h 6858000"/>
              <a:gd name="connsiteX40" fmla="*/ 203870 w 6572708"/>
              <a:gd name="connsiteY40" fmla="*/ 5681563 h 6858000"/>
              <a:gd name="connsiteX41" fmla="*/ 219294 w 6572708"/>
              <a:gd name="connsiteY41" fmla="*/ 5632219 h 6858000"/>
              <a:gd name="connsiteX42" fmla="*/ 252910 w 6572708"/>
              <a:gd name="connsiteY42" fmla="*/ 5551224 h 6858000"/>
              <a:gd name="connsiteX43" fmla="*/ 258253 w 6572708"/>
              <a:gd name="connsiteY43" fmla="*/ 5533854 h 6858000"/>
              <a:gd name="connsiteX44" fmla="*/ 255640 w 6572708"/>
              <a:gd name="connsiteY44" fmla="*/ 5518422 h 6858000"/>
              <a:gd name="connsiteX45" fmla="*/ 248756 w 6572708"/>
              <a:gd name="connsiteY45" fmla="*/ 5514403 h 6858000"/>
              <a:gd name="connsiteX46" fmla="*/ 250538 w 6572708"/>
              <a:gd name="connsiteY46" fmla="*/ 5504771 h 6858000"/>
              <a:gd name="connsiteX47" fmla="*/ 249507 w 6572708"/>
              <a:gd name="connsiteY47" fmla="*/ 5502102 h 6858000"/>
              <a:gd name="connsiteX48" fmla="*/ 245101 w 6572708"/>
              <a:gd name="connsiteY48" fmla="*/ 5486913 h 6858000"/>
              <a:gd name="connsiteX49" fmla="*/ 273088 w 6572708"/>
              <a:gd name="connsiteY49" fmla="*/ 5457083 h 6858000"/>
              <a:gd name="connsiteX50" fmla="*/ 276759 w 6572708"/>
              <a:gd name="connsiteY50" fmla="*/ 5418245 h 6858000"/>
              <a:gd name="connsiteX51" fmla="*/ 314712 w 6572708"/>
              <a:gd name="connsiteY51" fmla="*/ 5305770 h 6858000"/>
              <a:gd name="connsiteX52" fmla="*/ 320056 w 6572708"/>
              <a:gd name="connsiteY52" fmla="*/ 5298784 h 6858000"/>
              <a:gd name="connsiteX53" fmla="*/ 320763 w 6572708"/>
              <a:gd name="connsiteY53" fmla="*/ 5282149 h 6858000"/>
              <a:gd name="connsiteX54" fmla="*/ 325879 w 6572708"/>
              <a:gd name="connsiteY54" fmla="*/ 5270957 h 6858000"/>
              <a:gd name="connsiteX55" fmla="*/ 318913 w 6572708"/>
              <a:gd name="connsiteY55" fmla="*/ 5268991 h 6858000"/>
              <a:gd name="connsiteX56" fmla="*/ 317758 w 6572708"/>
              <a:gd name="connsiteY56" fmla="*/ 5250149 h 6858000"/>
              <a:gd name="connsiteX57" fmla="*/ 317275 w 6572708"/>
              <a:gd name="connsiteY57" fmla="*/ 5230130 h 6858000"/>
              <a:gd name="connsiteX58" fmla="*/ 329641 w 6572708"/>
              <a:gd name="connsiteY58" fmla="*/ 5216534 h 6858000"/>
              <a:gd name="connsiteX59" fmla="*/ 329088 w 6572708"/>
              <a:gd name="connsiteY59" fmla="*/ 5211732 h 6858000"/>
              <a:gd name="connsiteX60" fmla="*/ 299864 w 6572708"/>
              <a:gd name="connsiteY60" fmla="*/ 5063838 h 6858000"/>
              <a:gd name="connsiteX61" fmla="*/ 323140 w 6572708"/>
              <a:gd name="connsiteY61" fmla="*/ 5036513 h 6858000"/>
              <a:gd name="connsiteX62" fmla="*/ 323855 w 6572708"/>
              <a:gd name="connsiteY62" fmla="*/ 4827737 h 6858000"/>
              <a:gd name="connsiteX63" fmla="*/ 333687 w 6572708"/>
              <a:gd name="connsiteY63" fmla="*/ 4774692 h 6858000"/>
              <a:gd name="connsiteX64" fmla="*/ 322637 w 6572708"/>
              <a:gd name="connsiteY64" fmla="*/ 4727427 h 6858000"/>
              <a:gd name="connsiteX65" fmla="*/ 330798 w 6572708"/>
              <a:gd name="connsiteY65" fmla="*/ 4708193 h 6858000"/>
              <a:gd name="connsiteX66" fmla="*/ 332420 w 6572708"/>
              <a:gd name="connsiteY66" fmla="*/ 4704882 h 6858000"/>
              <a:gd name="connsiteX67" fmla="*/ 334216 w 6572708"/>
              <a:gd name="connsiteY67" fmla="*/ 4691500 h 6858000"/>
              <a:gd name="connsiteX68" fmla="*/ 340601 w 6572708"/>
              <a:gd name="connsiteY68" fmla="*/ 4687895 h 6858000"/>
              <a:gd name="connsiteX69" fmla="*/ 347516 w 6572708"/>
              <a:gd name="connsiteY69" fmla="*/ 4667873 h 6858000"/>
              <a:gd name="connsiteX70" fmla="*/ 349175 w 6572708"/>
              <a:gd name="connsiteY70" fmla="*/ 4643189 h 6858000"/>
              <a:gd name="connsiteX71" fmla="*/ 350492 w 6572708"/>
              <a:gd name="connsiteY71" fmla="*/ 4525833 h 6858000"/>
              <a:gd name="connsiteX72" fmla="*/ 355031 w 6572708"/>
              <a:gd name="connsiteY72" fmla="*/ 4455649 h 6858000"/>
              <a:gd name="connsiteX73" fmla="*/ 362651 w 6572708"/>
              <a:gd name="connsiteY73" fmla="*/ 4429036 h 6858000"/>
              <a:gd name="connsiteX74" fmla="*/ 369327 w 6572708"/>
              <a:gd name="connsiteY74" fmla="*/ 4391840 h 6858000"/>
              <a:gd name="connsiteX75" fmla="*/ 371272 w 6572708"/>
              <a:gd name="connsiteY75" fmla="*/ 4358845 h 6858000"/>
              <a:gd name="connsiteX76" fmla="*/ 382342 w 6572708"/>
              <a:gd name="connsiteY76" fmla="*/ 4333764 h 6858000"/>
              <a:gd name="connsiteX77" fmla="*/ 381365 w 6572708"/>
              <a:gd name="connsiteY77" fmla="*/ 4331730 h 6858000"/>
              <a:gd name="connsiteX78" fmla="*/ 364244 w 6572708"/>
              <a:gd name="connsiteY78" fmla="*/ 4309700 h 6858000"/>
              <a:gd name="connsiteX79" fmla="*/ 363377 w 6572708"/>
              <a:gd name="connsiteY79" fmla="*/ 4285388 h 6858000"/>
              <a:gd name="connsiteX80" fmla="*/ 357697 w 6572708"/>
              <a:gd name="connsiteY80" fmla="*/ 4266169 h 6858000"/>
              <a:gd name="connsiteX81" fmla="*/ 356998 w 6572708"/>
              <a:gd name="connsiteY81" fmla="*/ 4247672 h 6858000"/>
              <a:gd name="connsiteX82" fmla="*/ 357549 w 6572708"/>
              <a:gd name="connsiteY82" fmla="*/ 4237120 h 6858000"/>
              <a:gd name="connsiteX83" fmla="*/ 358116 w 6572708"/>
              <a:gd name="connsiteY83" fmla="*/ 4232936 h 6858000"/>
              <a:gd name="connsiteX84" fmla="*/ 366243 w 6572708"/>
              <a:gd name="connsiteY84" fmla="*/ 4224051 h 6858000"/>
              <a:gd name="connsiteX85" fmla="*/ 363841 w 6572708"/>
              <a:gd name="connsiteY85" fmla="*/ 4211782 h 6858000"/>
              <a:gd name="connsiteX86" fmla="*/ 372159 w 6572708"/>
              <a:gd name="connsiteY86" fmla="*/ 4198810 h 6858000"/>
              <a:gd name="connsiteX87" fmla="*/ 366211 w 6572708"/>
              <a:gd name="connsiteY87" fmla="*/ 4195262 h 6858000"/>
              <a:gd name="connsiteX88" fmla="*/ 360561 w 6572708"/>
              <a:gd name="connsiteY88" fmla="*/ 4184054 h 6858000"/>
              <a:gd name="connsiteX89" fmla="*/ 373972 w 6572708"/>
              <a:gd name="connsiteY89" fmla="*/ 4155792 h 6858000"/>
              <a:gd name="connsiteX90" fmla="*/ 373150 w 6572708"/>
              <a:gd name="connsiteY90" fmla="*/ 4150364 h 6858000"/>
              <a:gd name="connsiteX91" fmla="*/ 383773 w 6572708"/>
              <a:gd name="connsiteY91" fmla="*/ 4132084 h 6858000"/>
              <a:gd name="connsiteX92" fmla="*/ 389140 w 6572708"/>
              <a:gd name="connsiteY92" fmla="*/ 4115873 h 6858000"/>
              <a:gd name="connsiteX93" fmla="*/ 378846 w 6572708"/>
              <a:gd name="connsiteY93" fmla="*/ 4082551 h 6858000"/>
              <a:gd name="connsiteX94" fmla="*/ 368001 w 6572708"/>
              <a:gd name="connsiteY94" fmla="*/ 3968090 h 6858000"/>
              <a:gd name="connsiteX95" fmla="*/ 372661 w 6572708"/>
              <a:gd name="connsiteY95" fmla="*/ 3881355 h 6858000"/>
              <a:gd name="connsiteX96" fmla="*/ 379210 w 6572708"/>
              <a:gd name="connsiteY96" fmla="*/ 3850569 h 6858000"/>
              <a:gd name="connsiteX97" fmla="*/ 389880 w 6572708"/>
              <a:gd name="connsiteY97" fmla="*/ 3798988 h 6858000"/>
              <a:gd name="connsiteX98" fmla="*/ 409909 w 6572708"/>
              <a:gd name="connsiteY98" fmla="*/ 3760424 h 6858000"/>
              <a:gd name="connsiteX99" fmla="*/ 414051 w 6572708"/>
              <a:gd name="connsiteY99" fmla="*/ 3717298 h 6858000"/>
              <a:gd name="connsiteX100" fmla="*/ 399424 w 6572708"/>
              <a:gd name="connsiteY100" fmla="*/ 3707291 h 6858000"/>
              <a:gd name="connsiteX101" fmla="*/ 394460 w 6572708"/>
              <a:gd name="connsiteY101" fmla="*/ 3673415 h 6858000"/>
              <a:gd name="connsiteX102" fmla="*/ 408918 w 6572708"/>
              <a:gd name="connsiteY102" fmla="*/ 3661155 h 6858000"/>
              <a:gd name="connsiteX103" fmla="*/ 425028 w 6572708"/>
              <a:gd name="connsiteY103" fmla="*/ 3591166 h 6858000"/>
              <a:gd name="connsiteX104" fmla="*/ 430292 w 6572708"/>
              <a:gd name="connsiteY104" fmla="*/ 3550801 h 6858000"/>
              <a:gd name="connsiteX105" fmla="*/ 437149 w 6572708"/>
              <a:gd name="connsiteY105" fmla="*/ 3497399 h 6858000"/>
              <a:gd name="connsiteX106" fmla="*/ 442017 w 6572708"/>
              <a:gd name="connsiteY106" fmla="*/ 3474143 h 6858000"/>
              <a:gd name="connsiteX107" fmla="*/ 437175 w 6572708"/>
              <a:gd name="connsiteY107" fmla="*/ 3463057 h 6858000"/>
              <a:gd name="connsiteX108" fmla="*/ 438483 w 6572708"/>
              <a:gd name="connsiteY108" fmla="*/ 3457563 h 6858000"/>
              <a:gd name="connsiteX109" fmla="*/ 438642 w 6572708"/>
              <a:gd name="connsiteY109" fmla="*/ 3439053 h 6858000"/>
              <a:gd name="connsiteX110" fmla="*/ 439678 w 6572708"/>
              <a:gd name="connsiteY110" fmla="*/ 3428537 h 6858000"/>
              <a:gd name="connsiteX111" fmla="*/ 440437 w 6572708"/>
              <a:gd name="connsiteY111" fmla="*/ 3424381 h 6858000"/>
              <a:gd name="connsiteX112" fmla="*/ 448781 w 6572708"/>
              <a:gd name="connsiteY112" fmla="*/ 3416042 h 6858000"/>
              <a:gd name="connsiteX113" fmla="*/ 448765 w 6572708"/>
              <a:gd name="connsiteY113" fmla="*/ 3414504 h 6858000"/>
              <a:gd name="connsiteX114" fmla="*/ 447134 w 6572708"/>
              <a:gd name="connsiteY114" fmla="*/ 3403498 h 6858000"/>
              <a:gd name="connsiteX115" fmla="*/ 452387 w 6572708"/>
              <a:gd name="connsiteY115" fmla="*/ 3396070 h 6858000"/>
              <a:gd name="connsiteX116" fmla="*/ 453996 w 6572708"/>
              <a:gd name="connsiteY116" fmla="*/ 3389553 h 6858000"/>
              <a:gd name="connsiteX117" fmla="*/ 450265 w 6572708"/>
              <a:gd name="connsiteY117" fmla="*/ 3387098 h 6858000"/>
              <a:gd name="connsiteX118" fmla="*/ 445137 w 6572708"/>
              <a:gd name="connsiteY118" fmla="*/ 3375655 h 6858000"/>
              <a:gd name="connsiteX119" fmla="*/ 453359 w 6572708"/>
              <a:gd name="connsiteY119" fmla="*/ 3367050 h 6858000"/>
              <a:gd name="connsiteX120" fmla="*/ 459842 w 6572708"/>
              <a:gd name="connsiteY120" fmla="*/ 3348005 h 6858000"/>
              <a:gd name="connsiteX121" fmla="*/ 459268 w 6572708"/>
              <a:gd name="connsiteY121" fmla="*/ 3342546 h 6858000"/>
              <a:gd name="connsiteX122" fmla="*/ 470590 w 6572708"/>
              <a:gd name="connsiteY122" fmla="*/ 3324958 h 6858000"/>
              <a:gd name="connsiteX123" fmla="*/ 468579 w 6572708"/>
              <a:gd name="connsiteY123" fmla="*/ 3306990 h 6858000"/>
              <a:gd name="connsiteX124" fmla="*/ 480123 w 6572708"/>
              <a:gd name="connsiteY124" fmla="*/ 3295094 h 6858000"/>
              <a:gd name="connsiteX125" fmla="*/ 482298 w 6572708"/>
              <a:gd name="connsiteY125" fmla="*/ 3293541 h 6858000"/>
              <a:gd name="connsiteX126" fmla="*/ 489102 w 6572708"/>
              <a:gd name="connsiteY126" fmla="*/ 3262198 h 6858000"/>
              <a:gd name="connsiteX127" fmla="*/ 497561 w 6572708"/>
              <a:gd name="connsiteY127" fmla="*/ 3253284 h 6858000"/>
              <a:gd name="connsiteX128" fmla="*/ 522157 w 6572708"/>
              <a:gd name="connsiteY128" fmla="*/ 3192563 h 6858000"/>
              <a:gd name="connsiteX129" fmla="*/ 529302 w 6572708"/>
              <a:gd name="connsiteY129" fmla="*/ 3175520 h 6858000"/>
              <a:gd name="connsiteX130" fmla="*/ 528284 w 6572708"/>
              <a:gd name="connsiteY130" fmla="*/ 3160058 h 6858000"/>
              <a:gd name="connsiteX131" fmla="*/ 521806 w 6572708"/>
              <a:gd name="connsiteY131" fmla="*/ 3155764 h 6858000"/>
              <a:gd name="connsiteX132" fmla="*/ 524589 w 6572708"/>
              <a:gd name="connsiteY132" fmla="*/ 3146261 h 6858000"/>
              <a:gd name="connsiteX133" fmla="*/ 523832 w 6572708"/>
              <a:gd name="connsiteY133" fmla="*/ 3143561 h 6858000"/>
              <a:gd name="connsiteX134" fmla="*/ 520994 w 6572708"/>
              <a:gd name="connsiteY134" fmla="*/ 3128263 h 6858000"/>
              <a:gd name="connsiteX135" fmla="*/ 552091 w 6572708"/>
              <a:gd name="connsiteY135" fmla="*/ 3099818 h 6858000"/>
              <a:gd name="connsiteX136" fmla="*/ 618216 w 6572708"/>
              <a:gd name="connsiteY136" fmla="*/ 2895965 h 6858000"/>
              <a:gd name="connsiteX137" fmla="*/ 724973 w 6572708"/>
              <a:gd name="connsiteY137" fmla="*/ 2755713 h 6858000"/>
              <a:gd name="connsiteX138" fmla="*/ 765538 w 6572708"/>
              <a:gd name="connsiteY138" fmla="*/ 2648081 h 6858000"/>
              <a:gd name="connsiteX139" fmla="*/ 780267 w 6572708"/>
              <a:gd name="connsiteY139" fmla="*/ 2641879 h 6858000"/>
              <a:gd name="connsiteX140" fmla="*/ 790836 w 6572708"/>
              <a:gd name="connsiteY140" fmla="*/ 2632919 h 6858000"/>
              <a:gd name="connsiteX141" fmla="*/ 790328 w 6572708"/>
              <a:gd name="connsiteY141" fmla="*/ 2631229 h 6858000"/>
              <a:gd name="connsiteX142" fmla="*/ 797257 w 6572708"/>
              <a:gd name="connsiteY142" fmla="*/ 2619054 h 6858000"/>
              <a:gd name="connsiteX143" fmla="*/ 802383 w 6572708"/>
              <a:gd name="connsiteY143" fmla="*/ 2617568 h 6858000"/>
              <a:gd name="connsiteX144" fmla="*/ 808267 w 6572708"/>
              <a:gd name="connsiteY144" fmla="*/ 2609586 h 6858000"/>
              <a:gd name="connsiteX145" fmla="*/ 822908 w 6572708"/>
              <a:gd name="connsiteY145" fmla="*/ 2594856 h 6858000"/>
              <a:gd name="connsiteX146" fmla="*/ 822791 w 6572708"/>
              <a:gd name="connsiteY146" fmla="*/ 2591164 h 6858000"/>
              <a:gd name="connsiteX147" fmla="*/ 840423 w 6572708"/>
              <a:gd name="connsiteY147" fmla="*/ 2567492 h 6858000"/>
              <a:gd name="connsiteX148" fmla="*/ 839313 w 6572708"/>
              <a:gd name="connsiteY148" fmla="*/ 2566722 h 6858000"/>
              <a:gd name="connsiteX149" fmla="*/ 838361 w 6572708"/>
              <a:gd name="connsiteY149" fmla="*/ 2558109 h 6858000"/>
              <a:gd name="connsiteX150" fmla="*/ 839637 w 6572708"/>
              <a:gd name="connsiteY150" fmla="*/ 2542662 h 6858000"/>
              <a:gd name="connsiteX151" fmla="*/ 825800 w 6572708"/>
              <a:gd name="connsiteY151" fmla="*/ 2501548 h 6858000"/>
              <a:gd name="connsiteX152" fmla="*/ 844035 w 6572708"/>
              <a:gd name="connsiteY152" fmla="*/ 2476819 h 6858000"/>
              <a:gd name="connsiteX153" fmla="*/ 846972 w 6572708"/>
              <a:gd name="connsiteY153" fmla="*/ 2471590 h 6858000"/>
              <a:gd name="connsiteX154" fmla="*/ 846730 w 6572708"/>
              <a:gd name="connsiteY154" fmla="*/ 2471378 h 6858000"/>
              <a:gd name="connsiteX155" fmla="*/ 849228 w 6572708"/>
              <a:gd name="connsiteY155" fmla="*/ 2465654 h 6858000"/>
              <a:gd name="connsiteX156" fmla="*/ 852330 w 6572708"/>
              <a:gd name="connsiteY156" fmla="*/ 2462052 h 6858000"/>
              <a:gd name="connsiteX157" fmla="*/ 858029 w 6572708"/>
              <a:gd name="connsiteY157" fmla="*/ 2451906 h 6858000"/>
              <a:gd name="connsiteX158" fmla="*/ 857986 w 6572708"/>
              <a:gd name="connsiteY158" fmla="*/ 2447716 h 6858000"/>
              <a:gd name="connsiteX159" fmla="*/ 855075 w 6572708"/>
              <a:gd name="connsiteY159" fmla="*/ 2445047 h 6858000"/>
              <a:gd name="connsiteX160" fmla="*/ 856006 w 6572708"/>
              <a:gd name="connsiteY160" fmla="*/ 2444265 h 6858000"/>
              <a:gd name="connsiteX161" fmla="*/ 856444 w 6572708"/>
              <a:gd name="connsiteY161" fmla="*/ 2421759 h 6858000"/>
              <a:gd name="connsiteX162" fmla="*/ 868981 w 6572708"/>
              <a:gd name="connsiteY162" fmla="*/ 2375200 h 6858000"/>
              <a:gd name="connsiteX163" fmla="*/ 880811 w 6572708"/>
              <a:gd name="connsiteY163" fmla="*/ 2350147 h 6858000"/>
              <a:gd name="connsiteX164" fmla="*/ 908124 w 6572708"/>
              <a:gd name="connsiteY164" fmla="*/ 2279761 h 6858000"/>
              <a:gd name="connsiteX165" fmla="*/ 931678 w 6572708"/>
              <a:gd name="connsiteY165" fmla="*/ 2207772 h 6858000"/>
              <a:gd name="connsiteX166" fmla="*/ 921761 w 6572708"/>
              <a:gd name="connsiteY166" fmla="*/ 2164302 h 6858000"/>
              <a:gd name="connsiteX167" fmla="*/ 923058 w 6572708"/>
              <a:gd name="connsiteY167" fmla="*/ 2160162 h 6858000"/>
              <a:gd name="connsiteX168" fmla="*/ 931663 w 6572708"/>
              <a:gd name="connsiteY168" fmla="*/ 2151458 h 6858000"/>
              <a:gd name="connsiteX169" fmla="*/ 935730 w 6572708"/>
              <a:gd name="connsiteY169" fmla="*/ 2148616 h 6858000"/>
              <a:gd name="connsiteX170" fmla="*/ 939910 w 6572708"/>
              <a:gd name="connsiteY170" fmla="*/ 2143540 h 6858000"/>
              <a:gd name="connsiteX171" fmla="*/ 939746 w 6572708"/>
              <a:gd name="connsiteY171" fmla="*/ 2143278 h 6858000"/>
              <a:gd name="connsiteX172" fmla="*/ 944182 w 6572708"/>
              <a:gd name="connsiteY172" fmla="*/ 2138791 h 6858000"/>
              <a:gd name="connsiteX173" fmla="*/ 969240 w 6572708"/>
              <a:gd name="connsiteY173" fmla="*/ 2118565 h 6858000"/>
              <a:gd name="connsiteX174" fmla="*/ 969333 w 6572708"/>
              <a:gd name="connsiteY174" fmla="*/ 2074914 h 6858000"/>
              <a:gd name="connsiteX175" fmla="*/ 975462 w 6572708"/>
              <a:gd name="connsiteY175" fmla="*/ 2059981 h 6858000"/>
              <a:gd name="connsiteX176" fmla="*/ 977313 w 6572708"/>
              <a:gd name="connsiteY176" fmla="*/ 2051279 h 6858000"/>
              <a:gd name="connsiteX177" fmla="*/ 976512 w 6572708"/>
              <a:gd name="connsiteY177" fmla="*/ 2050269 h 6858000"/>
              <a:gd name="connsiteX178" fmla="*/ 1000665 w 6572708"/>
              <a:gd name="connsiteY178" fmla="*/ 2030946 h 6858000"/>
              <a:gd name="connsiteX179" fmla="*/ 1001735 w 6572708"/>
              <a:gd name="connsiteY179" fmla="*/ 2027284 h 6858000"/>
              <a:gd name="connsiteX180" fmla="*/ 1020214 w 6572708"/>
              <a:gd name="connsiteY180" fmla="*/ 2016095 h 6858000"/>
              <a:gd name="connsiteX181" fmla="*/ 1028302 w 6572708"/>
              <a:gd name="connsiteY181" fmla="*/ 2009567 h 6858000"/>
              <a:gd name="connsiteX182" fmla="*/ 1033598 w 6572708"/>
              <a:gd name="connsiteY182" fmla="*/ 2009267 h 6858000"/>
              <a:gd name="connsiteX183" fmla="*/ 1044008 w 6572708"/>
              <a:gd name="connsiteY183" fmla="*/ 1998844 h 6858000"/>
              <a:gd name="connsiteX184" fmla="*/ 1044069 w 6572708"/>
              <a:gd name="connsiteY184" fmla="*/ 1997063 h 6858000"/>
              <a:gd name="connsiteX185" fmla="*/ 1056878 w 6572708"/>
              <a:gd name="connsiteY185" fmla="*/ 1990634 h 6858000"/>
              <a:gd name="connsiteX186" fmla="*/ 1072722 w 6572708"/>
              <a:gd name="connsiteY186" fmla="*/ 1987868 h 6858000"/>
              <a:gd name="connsiteX187" fmla="*/ 1145252 w 6572708"/>
              <a:gd name="connsiteY187" fmla="*/ 1891028 h 6858000"/>
              <a:gd name="connsiteX188" fmla="*/ 1226890 w 6572708"/>
              <a:gd name="connsiteY188" fmla="*/ 1845992 h 6858000"/>
              <a:gd name="connsiteX189" fmla="*/ 1323685 w 6572708"/>
              <a:gd name="connsiteY189" fmla="*/ 1758717 h 6858000"/>
              <a:gd name="connsiteX190" fmla="*/ 1398273 w 6572708"/>
              <a:gd name="connsiteY190" fmla="*/ 1627389 h 6858000"/>
              <a:gd name="connsiteX191" fmla="*/ 1417786 w 6572708"/>
              <a:gd name="connsiteY191" fmla="*/ 1591233 h 6858000"/>
              <a:gd name="connsiteX192" fmla="*/ 1456144 w 6572708"/>
              <a:gd name="connsiteY192" fmla="*/ 1570271 h 6858000"/>
              <a:gd name="connsiteX193" fmla="*/ 1458351 w 6572708"/>
              <a:gd name="connsiteY193" fmla="*/ 1554550 h 6858000"/>
              <a:gd name="connsiteX194" fmla="*/ 1458500 w 6572708"/>
              <a:gd name="connsiteY194" fmla="*/ 1551719 h 6858000"/>
              <a:gd name="connsiteX195" fmla="*/ 1464150 w 6572708"/>
              <a:gd name="connsiteY195" fmla="*/ 1542986 h 6858000"/>
              <a:gd name="connsiteX196" fmla="*/ 1459426 w 6572708"/>
              <a:gd name="connsiteY196" fmla="*/ 1537283 h 6858000"/>
              <a:gd name="connsiteX197" fmla="*/ 1463401 w 6572708"/>
              <a:gd name="connsiteY197" fmla="*/ 1521818 h 6858000"/>
              <a:gd name="connsiteX198" fmla="*/ 1475565 w 6572708"/>
              <a:gd name="connsiteY198" fmla="*/ 1506648 h 6858000"/>
              <a:gd name="connsiteX199" fmla="*/ 1540362 w 6572708"/>
              <a:gd name="connsiteY199" fmla="*/ 1438265 h 6858000"/>
              <a:gd name="connsiteX200" fmla="*/ 1575141 w 6572708"/>
              <a:gd name="connsiteY200" fmla="*/ 1395238 h 6858000"/>
              <a:gd name="connsiteX201" fmla="*/ 1582090 w 6572708"/>
              <a:gd name="connsiteY201" fmla="*/ 1375575 h 6858000"/>
              <a:gd name="connsiteX202" fmla="*/ 1596005 w 6572708"/>
              <a:gd name="connsiteY202" fmla="*/ 1350347 h 6858000"/>
              <a:gd name="connsiteX203" fmla="*/ 1615711 w 6572708"/>
              <a:gd name="connsiteY203" fmla="*/ 1303251 h 6858000"/>
              <a:gd name="connsiteX204" fmla="*/ 1650622 w 6572708"/>
              <a:gd name="connsiteY204" fmla="*/ 1244447 h 6858000"/>
              <a:gd name="connsiteX205" fmla="*/ 1702792 w 6572708"/>
              <a:gd name="connsiteY205" fmla="*/ 1215797 h 6858000"/>
              <a:gd name="connsiteX206" fmla="*/ 1700885 w 6572708"/>
              <a:gd name="connsiteY206" fmla="*/ 1209814 h 6858000"/>
              <a:gd name="connsiteX207" fmla="*/ 1723848 w 6572708"/>
              <a:gd name="connsiteY207" fmla="*/ 1183123 h 6858000"/>
              <a:gd name="connsiteX208" fmla="*/ 1759968 w 6572708"/>
              <a:gd name="connsiteY208" fmla="*/ 1166871 h 6858000"/>
              <a:gd name="connsiteX209" fmla="*/ 1767742 w 6572708"/>
              <a:gd name="connsiteY209" fmla="*/ 1158484 h 6858000"/>
              <a:gd name="connsiteX210" fmla="*/ 1773870 w 6572708"/>
              <a:gd name="connsiteY210" fmla="*/ 1125979 h 6858000"/>
              <a:gd name="connsiteX211" fmla="*/ 1767392 w 6572708"/>
              <a:gd name="connsiteY211" fmla="*/ 1121685 h 6858000"/>
              <a:gd name="connsiteX212" fmla="*/ 1770175 w 6572708"/>
              <a:gd name="connsiteY212" fmla="*/ 1112182 h 6858000"/>
              <a:gd name="connsiteX213" fmla="*/ 1769418 w 6572708"/>
              <a:gd name="connsiteY213" fmla="*/ 1109483 h 6858000"/>
              <a:gd name="connsiteX214" fmla="*/ 1766580 w 6572708"/>
              <a:gd name="connsiteY214" fmla="*/ 1094184 h 6858000"/>
              <a:gd name="connsiteX215" fmla="*/ 1797677 w 6572708"/>
              <a:gd name="connsiteY215" fmla="*/ 1065740 h 6858000"/>
              <a:gd name="connsiteX216" fmla="*/ 1805371 w 6572708"/>
              <a:gd name="connsiteY216" fmla="*/ 1027273 h 6858000"/>
              <a:gd name="connsiteX217" fmla="*/ 1882128 w 6572708"/>
              <a:gd name="connsiteY217" fmla="*/ 887059 h 6858000"/>
              <a:gd name="connsiteX218" fmla="*/ 1922110 w 6572708"/>
              <a:gd name="connsiteY218" fmla="*/ 824781 h 6858000"/>
              <a:gd name="connsiteX219" fmla="*/ 1970558 w 6572708"/>
              <a:gd name="connsiteY219" fmla="*/ 721635 h 6858000"/>
              <a:gd name="connsiteX220" fmla="*/ 1974257 w 6572708"/>
              <a:gd name="connsiteY220" fmla="*/ 713733 h 6858000"/>
              <a:gd name="connsiteX221" fmla="*/ 1971701 w 6572708"/>
              <a:gd name="connsiteY221" fmla="*/ 704563 h 6858000"/>
              <a:gd name="connsiteX222" fmla="*/ 1966819 w 6572708"/>
              <a:gd name="connsiteY222" fmla="*/ 628924 h 6858000"/>
              <a:gd name="connsiteX223" fmla="*/ 1956004 w 6572708"/>
              <a:gd name="connsiteY223" fmla="*/ 621102 h 6858000"/>
              <a:gd name="connsiteX224" fmla="*/ 1948613 w 6572708"/>
              <a:gd name="connsiteY224" fmla="*/ 609156 h 6858000"/>
              <a:gd name="connsiteX225" fmla="*/ 1949145 w 6572708"/>
              <a:gd name="connsiteY225" fmla="*/ 606753 h 6858000"/>
              <a:gd name="connsiteX226" fmla="*/ 1944819 w 6572708"/>
              <a:gd name="connsiteY226" fmla="*/ 590072 h 6858000"/>
              <a:gd name="connsiteX227" fmla="*/ 1941001 w 6572708"/>
              <a:gd name="connsiteY227" fmla="*/ 588296 h 6858000"/>
              <a:gd name="connsiteX228" fmla="*/ 1937134 w 6572708"/>
              <a:gd name="connsiteY228" fmla="*/ 577443 h 6858000"/>
              <a:gd name="connsiteX229" fmla="*/ 1927092 w 6572708"/>
              <a:gd name="connsiteY229" fmla="*/ 557642 h 6858000"/>
              <a:gd name="connsiteX230" fmla="*/ 1927484 w 6572708"/>
              <a:gd name="connsiteY230" fmla="*/ 552451 h 6858000"/>
              <a:gd name="connsiteX231" fmla="*/ 1915874 w 6572708"/>
              <a:gd name="connsiteY231" fmla="*/ 520271 h 6858000"/>
              <a:gd name="connsiteX232" fmla="*/ 1916793 w 6572708"/>
              <a:gd name="connsiteY232" fmla="*/ 519123 h 6858000"/>
              <a:gd name="connsiteX233" fmla="*/ 1918236 w 6572708"/>
              <a:gd name="connsiteY233" fmla="*/ 506970 h 6858000"/>
              <a:gd name="connsiteX234" fmla="*/ 1918529 w 6572708"/>
              <a:gd name="connsiteY234" fmla="*/ 485354 h 6858000"/>
              <a:gd name="connsiteX235" fmla="*/ 1932556 w 6572708"/>
              <a:gd name="connsiteY235" fmla="*/ 426779 h 6858000"/>
              <a:gd name="connsiteX236" fmla="*/ 1920572 w 6572708"/>
              <a:gd name="connsiteY236" fmla="*/ 393150 h 6858000"/>
              <a:gd name="connsiteX237" fmla="*/ 1918744 w 6572708"/>
              <a:gd name="connsiteY237" fmla="*/ 385981 h 6858000"/>
              <a:gd name="connsiteX238" fmla="*/ 1918949 w 6572708"/>
              <a:gd name="connsiteY238" fmla="*/ 385674 h 6858000"/>
              <a:gd name="connsiteX239" fmla="*/ 1917499 w 6572708"/>
              <a:gd name="connsiteY239" fmla="*/ 377782 h 6858000"/>
              <a:gd name="connsiteX240" fmla="*/ 1915412 w 6572708"/>
              <a:gd name="connsiteY240" fmla="*/ 372914 h 6858000"/>
              <a:gd name="connsiteX241" fmla="*/ 1911865 w 6572708"/>
              <a:gd name="connsiteY241" fmla="*/ 359009 h 6858000"/>
              <a:gd name="connsiteX242" fmla="*/ 1912244 w 6572708"/>
              <a:gd name="connsiteY242" fmla="*/ 353121 h 6858000"/>
              <a:gd name="connsiteX243" fmla="*/ 1933610 w 6572708"/>
              <a:gd name="connsiteY243" fmla="*/ 297387 h 6858000"/>
              <a:gd name="connsiteX244" fmla="*/ 1939454 w 6572708"/>
              <a:gd name="connsiteY244" fmla="*/ 194719 h 6858000"/>
              <a:gd name="connsiteX245" fmla="*/ 1942001 w 6572708"/>
              <a:gd name="connsiteY245" fmla="*/ 93227 h 6858000"/>
              <a:gd name="connsiteX246" fmla="*/ 1941351 w 6572708"/>
              <a:gd name="connsiteY246" fmla="*/ 56555 h 6858000"/>
              <a:gd name="connsiteX247" fmla="*/ 1950955 w 6572708"/>
              <a:gd name="connsiteY247" fmla="*/ 5312 h 6858000"/>
              <a:gd name="connsiteX248" fmla="*/ 1949546 w 6572708"/>
              <a:gd name="connsiteY248"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4727719 w 6572708"/>
              <a:gd name="connsiteY8" fmla="*/ 6858000 h 6858000"/>
              <a:gd name="connsiteX9" fmla="*/ 3831783 w 6572708"/>
              <a:gd name="connsiteY9" fmla="*/ 6858000 h 6858000"/>
              <a:gd name="connsiteX10" fmla="*/ 1368280 w 6572708"/>
              <a:gd name="connsiteY10" fmla="*/ 6858000 h 6858000"/>
              <a:gd name="connsiteX11" fmla="*/ 0 w 6572708"/>
              <a:gd name="connsiteY11" fmla="*/ 6858000 h 6858000"/>
              <a:gd name="connsiteX12" fmla="*/ 9990 w 6572708"/>
              <a:gd name="connsiteY12" fmla="*/ 6815347 h 6858000"/>
              <a:gd name="connsiteX13" fmla="*/ 11375 w 6572708"/>
              <a:gd name="connsiteY13" fmla="*/ 6764639 h 6858000"/>
              <a:gd name="connsiteX14" fmla="*/ 37994 w 6572708"/>
              <a:gd name="connsiteY14" fmla="*/ 6747193 h 6858000"/>
              <a:gd name="connsiteX15" fmla="*/ 60759 w 6572708"/>
              <a:gd name="connsiteY15" fmla="*/ 6667761 h 6858000"/>
              <a:gd name="connsiteX16" fmla="*/ 44882 w 6572708"/>
              <a:gd name="connsiteY16" fmla="*/ 6635203 h 6858000"/>
              <a:gd name="connsiteX17" fmla="*/ 38884 w 6572708"/>
              <a:gd name="connsiteY17" fmla="*/ 6601215 h 6858000"/>
              <a:gd name="connsiteX18" fmla="*/ 24537 w 6572708"/>
              <a:gd name="connsiteY18" fmla="*/ 6599857 h 6858000"/>
              <a:gd name="connsiteX19" fmla="*/ 30487 w 6572708"/>
              <a:gd name="connsiteY19" fmla="*/ 6582849 h 6858000"/>
              <a:gd name="connsiteX20" fmla="*/ 30797 w 6572708"/>
              <a:gd name="connsiteY20" fmla="*/ 6536021 h 6858000"/>
              <a:gd name="connsiteX21" fmla="*/ 10629 w 6572708"/>
              <a:gd name="connsiteY21" fmla="*/ 6483343 h 6858000"/>
              <a:gd name="connsiteX22" fmla="*/ 16211 w 6572708"/>
              <a:gd name="connsiteY22" fmla="*/ 6402087 h 6858000"/>
              <a:gd name="connsiteX23" fmla="*/ 25932 w 6572708"/>
              <a:gd name="connsiteY23" fmla="*/ 6321765 h 6858000"/>
              <a:gd name="connsiteX24" fmla="*/ 31488 w 6572708"/>
              <a:gd name="connsiteY24" fmla="*/ 6292746 h 6858000"/>
              <a:gd name="connsiteX25" fmla="*/ 32413 w 6572708"/>
              <a:gd name="connsiteY25" fmla="*/ 6240744 h 6858000"/>
              <a:gd name="connsiteX26" fmla="*/ 34430 w 6572708"/>
              <a:gd name="connsiteY26" fmla="*/ 6206738 h 6858000"/>
              <a:gd name="connsiteX27" fmla="*/ 55689 w 6572708"/>
              <a:gd name="connsiteY27" fmla="*/ 6203389 h 6858000"/>
              <a:gd name="connsiteX28" fmla="*/ 63475 w 6572708"/>
              <a:gd name="connsiteY28" fmla="*/ 6172740 h 6858000"/>
              <a:gd name="connsiteX29" fmla="*/ 50070 w 6572708"/>
              <a:gd name="connsiteY29" fmla="*/ 6141398 h 6858000"/>
              <a:gd name="connsiteX30" fmla="*/ 52252 w 6572708"/>
              <a:gd name="connsiteY30" fmla="*/ 6103364 h 6858000"/>
              <a:gd name="connsiteX31" fmla="*/ 53329 w 6572708"/>
              <a:gd name="connsiteY31" fmla="*/ 6080619 h 6858000"/>
              <a:gd name="connsiteX32" fmla="*/ 73573 w 6572708"/>
              <a:gd name="connsiteY32" fmla="*/ 6019868 h 6858000"/>
              <a:gd name="connsiteX33" fmla="*/ 149610 w 6572708"/>
              <a:gd name="connsiteY33" fmla="*/ 5918672 h 6858000"/>
              <a:gd name="connsiteX34" fmla="*/ 160505 w 6572708"/>
              <a:gd name="connsiteY34" fmla="*/ 5887690 h 6858000"/>
              <a:gd name="connsiteX35" fmla="*/ 156200 w 6572708"/>
              <a:gd name="connsiteY35" fmla="*/ 5882649 h 6858000"/>
              <a:gd name="connsiteX36" fmla="*/ 194213 w 6572708"/>
              <a:gd name="connsiteY36" fmla="*/ 5841953 h 6858000"/>
              <a:gd name="connsiteX37" fmla="*/ 203216 w 6572708"/>
              <a:gd name="connsiteY37" fmla="*/ 5777927 h 6858000"/>
              <a:gd name="connsiteX38" fmla="*/ 202536 w 6572708"/>
              <a:gd name="connsiteY38" fmla="*/ 5728879 h 6858000"/>
              <a:gd name="connsiteX39" fmla="*/ 205380 w 6572708"/>
              <a:gd name="connsiteY39" fmla="*/ 5701696 h 6858000"/>
              <a:gd name="connsiteX40" fmla="*/ 203870 w 6572708"/>
              <a:gd name="connsiteY40" fmla="*/ 5681563 h 6858000"/>
              <a:gd name="connsiteX41" fmla="*/ 219294 w 6572708"/>
              <a:gd name="connsiteY41" fmla="*/ 5632219 h 6858000"/>
              <a:gd name="connsiteX42" fmla="*/ 252910 w 6572708"/>
              <a:gd name="connsiteY42" fmla="*/ 5551224 h 6858000"/>
              <a:gd name="connsiteX43" fmla="*/ 258253 w 6572708"/>
              <a:gd name="connsiteY43" fmla="*/ 5533854 h 6858000"/>
              <a:gd name="connsiteX44" fmla="*/ 255640 w 6572708"/>
              <a:gd name="connsiteY44" fmla="*/ 5518422 h 6858000"/>
              <a:gd name="connsiteX45" fmla="*/ 248756 w 6572708"/>
              <a:gd name="connsiteY45" fmla="*/ 5514403 h 6858000"/>
              <a:gd name="connsiteX46" fmla="*/ 250538 w 6572708"/>
              <a:gd name="connsiteY46" fmla="*/ 5504771 h 6858000"/>
              <a:gd name="connsiteX47" fmla="*/ 249507 w 6572708"/>
              <a:gd name="connsiteY47" fmla="*/ 5502102 h 6858000"/>
              <a:gd name="connsiteX48" fmla="*/ 245101 w 6572708"/>
              <a:gd name="connsiteY48" fmla="*/ 5486913 h 6858000"/>
              <a:gd name="connsiteX49" fmla="*/ 273088 w 6572708"/>
              <a:gd name="connsiteY49" fmla="*/ 5457083 h 6858000"/>
              <a:gd name="connsiteX50" fmla="*/ 276759 w 6572708"/>
              <a:gd name="connsiteY50" fmla="*/ 5418245 h 6858000"/>
              <a:gd name="connsiteX51" fmla="*/ 314712 w 6572708"/>
              <a:gd name="connsiteY51" fmla="*/ 5305770 h 6858000"/>
              <a:gd name="connsiteX52" fmla="*/ 320056 w 6572708"/>
              <a:gd name="connsiteY52" fmla="*/ 5298784 h 6858000"/>
              <a:gd name="connsiteX53" fmla="*/ 320763 w 6572708"/>
              <a:gd name="connsiteY53" fmla="*/ 5282149 h 6858000"/>
              <a:gd name="connsiteX54" fmla="*/ 325879 w 6572708"/>
              <a:gd name="connsiteY54" fmla="*/ 5270957 h 6858000"/>
              <a:gd name="connsiteX55" fmla="*/ 318913 w 6572708"/>
              <a:gd name="connsiteY55" fmla="*/ 5268991 h 6858000"/>
              <a:gd name="connsiteX56" fmla="*/ 317275 w 6572708"/>
              <a:gd name="connsiteY56" fmla="*/ 5230130 h 6858000"/>
              <a:gd name="connsiteX57" fmla="*/ 329641 w 6572708"/>
              <a:gd name="connsiteY57" fmla="*/ 5216534 h 6858000"/>
              <a:gd name="connsiteX58" fmla="*/ 329088 w 6572708"/>
              <a:gd name="connsiteY58" fmla="*/ 5211732 h 6858000"/>
              <a:gd name="connsiteX59" fmla="*/ 299864 w 6572708"/>
              <a:gd name="connsiteY59" fmla="*/ 5063838 h 6858000"/>
              <a:gd name="connsiteX60" fmla="*/ 323140 w 6572708"/>
              <a:gd name="connsiteY60" fmla="*/ 5036513 h 6858000"/>
              <a:gd name="connsiteX61" fmla="*/ 323855 w 6572708"/>
              <a:gd name="connsiteY61" fmla="*/ 4827737 h 6858000"/>
              <a:gd name="connsiteX62" fmla="*/ 333687 w 6572708"/>
              <a:gd name="connsiteY62" fmla="*/ 4774692 h 6858000"/>
              <a:gd name="connsiteX63" fmla="*/ 322637 w 6572708"/>
              <a:gd name="connsiteY63" fmla="*/ 4727427 h 6858000"/>
              <a:gd name="connsiteX64" fmla="*/ 330798 w 6572708"/>
              <a:gd name="connsiteY64" fmla="*/ 4708193 h 6858000"/>
              <a:gd name="connsiteX65" fmla="*/ 332420 w 6572708"/>
              <a:gd name="connsiteY65" fmla="*/ 4704882 h 6858000"/>
              <a:gd name="connsiteX66" fmla="*/ 334216 w 6572708"/>
              <a:gd name="connsiteY66" fmla="*/ 4691500 h 6858000"/>
              <a:gd name="connsiteX67" fmla="*/ 340601 w 6572708"/>
              <a:gd name="connsiteY67" fmla="*/ 4687895 h 6858000"/>
              <a:gd name="connsiteX68" fmla="*/ 347516 w 6572708"/>
              <a:gd name="connsiteY68" fmla="*/ 4667873 h 6858000"/>
              <a:gd name="connsiteX69" fmla="*/ 349175 w 6572708"/>
              <a:gd name="connsiteY69" fmla="*/ 4643189 h 6858000"/>
              <a:gd name="connsiteX70" fmla="*/ 350492 w 6572708"/>
              <a:gd name="connsiteY70" fmla="*/ 4525833 h 6858000"/>
              <a:gd name="connsiteX71" fmla="*/ 355031 w 6572708"/>
              <a:gd name="connsiteY71" fmla="*/ 4455649 h 6858000"/>
              <a:gd name="connsiteX72" fmla="*/ 362651 w 6572708"/>
              <a:gd name="connsiteY72" fmla="*/ 4429036 h 6858000"/>
              <a:gd name="connsiteX73" fmla="*/ 369327 w 6572708"/>
              <a:gd name="connsiteY73" fmla="*/ 4391840 h 6858000"/>
              <a:gd name="connsiteX74" fmla="*/ 371272 w 6572708"/>
              <a:gd name="connsiteY74" fmla="*/ 4358845 h 6858000"/>
              <a:gd name="connsiteX75" fmla="*/ 382342 w 6572708"/>
              <a:gd name="connsiteY75" fmla="*/ 4333764 h 6858000"/>
              <a:gd name="connsiteX76" fmla="*/ 381365 w 6572708"/>
              <a:gd name="connsiteY76" fmla="*/ 4331730 h 6858000"/>
              <a:gd name="connsiteX77" fmla="*/ 364244 w 6572708"/>
              <a:gd name="connsiteY77" fmla="*/ 4309700 h 6858000"/>
              <a:gd name="connsiteX78" fmla="*/ 363377 w 6572708"/>
              <a:gd name="connsiteY78" fmla="*/ 4285388 h 6858000"/>
              <a:gd name="connsiteX79" fmla="*/ 357697 w 6572708"/>
              <a:gd name="connsiteY79" fmla="*/ 4266169 h 6858000"/>
              <a:gd name="connsiteX80" fmla="*/ 356998 w 6572708"/>
              <a:gd name="connsiteY80" fmla="*/ 4247672 h 6858000"/>
              <a:gd name="connsiteX81" fmla="*/ 357549 w 6572708"/>
              <a:gd name="connsiteY81" fmla="*/ 4237120 h 6858000"/>
              <a:gd name="connsiteX82" fmla="*/ 358116 w 6572708"/>
              <a:gd name="connsiteY82" fmla="*/ 4232936 h 6858000"/>
              <a:gd name="connsiteX83" fmla="*/ 366243 w 6572708"/>
              <a:gd name="connsiteY83" fmla="*/ 4224051 h 6858000"/>
              <a:gd name="connsiteX84" fmla="*/ 363841 w 6572708"/>
              <a:gd name="connsiteY84" fmla="*/ 4211782 h 6858000"/>
              <a:gd name="connsiteX85" fmla="*/ 372159 w 6572708"/>
              <a:gd name="connsiteY85" fmla="*/ 4198810 h 6858000"/>
              <a:gd name="connsiteX86" fmla="*/ 366211 w 6572708"/>
              <a:gd name="connsiteY86" fmla="*/ 4195262 h 6858000"/>
              <a:gd name="connsiteX87" fmla="*/ 360561 w 6572708"/>
              <a:gd name="connsiteY87" fmla="*/ 4184054 h 6858000"/>
              <a:gd name="connsiteX88" fmla="*/ 373972 w 6572708"/>
              <a:gd name="connsiteY88" fmla="*/ 4155792 h 6858000"/>
              <a:gd name="connsiteX89" fmla="*/ 373150 w 6572708"/>
              <a:gd name="connsiteY89" fmla="*/ 4150364 h 6858000"/>
              <a:gd name="connsiteX90" fmla="*/ 383773 w 6572708"/>
              <a:gd name="connsiteY90" fmla="*/ 4132084 h 6858000"/>
              <a:gd name="connsiteX91" fmla="*/ 389140 w 6572708"/>
              <a:gd name="connsiteY91" fmla="*/ 4115873 h 6858000"/>
              <a:gd name="connsiteX92" fmla="*/ 378846 w 6572708"/>
              <a:gd name="connsiteY92" fmla="*/ 4082551 h 6858000"/>
              <a:gd name="connsiteX93" fmla="*/ 368001 w 6572708"/>
              <a:gd name="connsiteY93" fmla="*/ 3968090 h 6858000"/>
              <a:gd name="connsiteX94" fmla="*/ 372661 w 6572708"/>
              <a:gd name="connsiteY94" fmla="*/ 3881355 h 6858000"/>
              <a:gd name="connsiteX95" fmla="*/ 379210 w 6572708"/>
              <a:gd name="connsiteY95" fmla="*/ 3850569 h 6858000"/>
              <a:gd name="connsiteX96" fmla="*/ 389880 w 6572708"/>
              <a:gd name="connsiteY96" fmla="*/ 3798988 h 6858000"/>
              <a:gd name="connsiteX97" fmla="*/ 409909 w 6572708"/>
              <a:gd name="connsiteY97" fmla="*/ 3760424 h 6858000"/>
              <a:gd name="connsiteX98" fmla="*/ 414051 w 6572708"/>
              <a:gd name="connsiteY98" fmla="*/ 3717298 h 6858000"/>
              <a:gd name="connsiteX99" fmla="*/ 399424 w 6572708"/>
              <a:gd name="connsiteY99" fmla="*/ 3707291 h 6858000"/>
              <a:gd name="connsiteX100" fmla="*/ 394460 w 6572708"/>
              <a:gd name="connsiteY100" fmla="*/ 3673415 h 6858000"/>
              <a:gd name="connsiteX101" fmla="*/ 408918 w 6572708"/>
              <a:gd name="connsiteY101" fmla="*/ 3661155 h 6858000"/>
              <a:gd name="connsiteX102" fmla="*/ 425028 w 6572708"/>
              <a:gd name="connsiteY102" fmla="*/ 3591166 h 6858000"/>
              <a:gd name="connsiteX103" fmla="*/ 430292 w 6572708"/>
              <a:gd name="connsiteY103" fmla="*/ 3550801 h 6858000"/>
              <a:gd name="connsiteX104" fmla="*/ 437149 w 6572708"/>
              <a:gd name="connsiteY104" fmla="*/ 3497399 h 6858000"/>
              <a:gd name="connsiteX105" fmla="*/ 442017 w 6572708"/>
              <a:gd name="connsiteY105" fmla="*/ 3474143 h 6858000"/>
              <a:gd name="connsiteX106" fmla="*/ 437175 w 6572708"/>
              <a:gd name="connsiteY106" fmla="*/ 3463057 h 6858000"/>
              <a:gd name="connsiteX107" fmla="*/ 438483 w 6572708"/>
              <a:gd name="connsiteY107" fmla="*/ 3457563 h 6858000"/>
              <a:gd name="connsiteX108" fmla="*/ 438642 w 6572708"/>
              <a:gd name="connsiteY108" fmla="*/ 3439053 h 6858000"/>
              <a:gd name="connsiteX109" fmla="*/ 439678 w 6572708"/>
              <a:gd name="connsiteY109" fmla="*/ 3428537 h 6858000"/>
              <a:gd name="connsiteX110" fmla="*/ 440437 w 6572708"/>
              <a:gd name="connsiteY110" fmla="*/ 3424381 h 6858000"/>
              <a:gd name="connsiteX111" fmla="*/ 448781 w 6572708"/>
              <a:gd name="connsiteY111" fmla="*/ 3416042 h 6858000"/>
              <a:gd name="connsiteX112" fmla="*/ 448765 w 6572708"/>
              <a:gd name="connsiteY112" fmla="*/ 3414504 h 6858000"/>
              <a:gd name="connsiteX113" fmla="*/ 447134 w 6572708"/>
              <a:gd name="connsiteY113" fmla="*/ 3403498 h 6858000"/>
              <a:gd name="connsiteX114" fmla="*/ 452387 w 6572708"/>
              <a:gd name="connsiteY114" fmla="*/ 3396070 h 6858000"/>
              <a:gd name="connsiteX115" fmla="*/ 453996 w 6572708"/>
              <a:gd name="connsiteY115" fmla="*/ 3389553 h 6858000"/>
              <a:gd name="connsiteX116" fmla="*/ 450265 w 6572708"/>
              <a:gd name="connsiteY116" fmla="*/ 3387098 h 6858000"/>
              <a:gd name="connsiteX117" fmla="*/ 445137 w 6572708"/>
              <a:gd name="connsiteY117" fmla="*/ 3375655 h 6858000"/>
              <a:gd name="connsiteX118" fmla="*/ 453359 w 6572708"/>
              <a:gd name="connsiteY118" fmla="*/ 3367050 h 6858000"/>
              <a:gd name="connsiteX119" fmla="*/ 459842 w 6572708"/>
              <a:gd name="connsiteY119" fmla="*/ 3348005 h 6858000"/>
              <a:gd name="connsiteX120" fmla="*/ 459268 w 6572708"/>
              <a:gd name="connsiteY120" fmla="*/ 3342546 h 6858000"/>
              <a:gd name="connsiteX121" fmla="*/ 470590 w 6572708"/>
              <a:gd name="connsiteY121" fmla="*/ 3324958 h 6858000"/>
              <a:gd name="connsiteX122" fmla="*/ 468579 w 6572708"/>
              <a:gd name="connsiteY122" fmla="*/ 3306990 h 6858000"/>
              <a:gd name="connsiteX123" fmla="*/ 480123 w 6572708"/>
              <a:gd name="connsiteY123" fmla="*/ 3295094 h 6858000"/>
              <a:gd name="connsiteX124" fmla="*/ 482298 w 6572708"/>
              <a:gd name="connsiteY124" fmla="*/ 3293541 h 6858000"/>
              <a:gd name="connsiteX125" fmla="*/ 489102 w 6572708"/>
              <a:gd name="connsiteY125" fmla="*/ 3262198 h 6858000"/>
              <a:gd name="connsiteX126" fmla="*/ 497561 w 6572708"/>
              <a:gd name="connsiteY126" fmla="*/ 3253284 h 6858000"/>
              <a:gd name="connsiteX127" fmla="*/ 522157 w 6572708"/>
              <a:gd name="connsiteY127" fmla="*/ 3192563 h 6858000"/>
              <a:gd name="connsiteX128" fmla="*/ 529302 w 6572708"/>
              <a:gd name="connsiteY128" fmla="*/ 3175520 h 6858000"/>
              <a:gd name="connsiteX129" fmla="*/ 528284 w 6572708"/>
              <a:gd name="connsiteY129" fmla="*/ 3160058 h 6858000"/>
              <a:gd name="connsiteX130" fmla="*/ 521806 w 6572708"/>
              <a:gd name="connsiteY130" fmla="*/ 3155764 h 6858000"/>
              <a:gd name="connsiteX131" fmla="*/ 524589 w 6572708"/>
              <a:gd name="connsiteY131" fmla="*/ 3146261 h 6858000"/>
              <a:gd name="connsiteX132" fmla="*/ 523832 w 6572708"/>
              <a:gd name="connsiteY132" fmla="*/ 3143561 h 6858000"/>
              <a:gd name="connsiteX133" fmla="*/ 520994 w 6572708"/>
              <a:gd name="connsiteY133" fmla="*/ 3128263 h 6858000"/>
              <a:gd name="connsiteX134" fmla="*/ 552091 w 6572708"/>
              <a:gd name="connsiteY134" fmla="*/ 3099818 h 6858000"/>
              <a:gd name="connsiteX135" fmla="*/ 618216 w 6572708"/>
              <a:gd name="connsiteY135" fmla="*/ 2895965 h 6858000"/>
              <a:gd name="connsiteX136" fmla="*/ 724973 w 6572708"/>
              <a:gd name="connsiteY136" fmla="*/ 2755713 h 6858000"/>
              <a:gd name="connsiteX137" fmla="*/ 765538 w 6572708"/>
              <a:gd name="connsiteY137" fmla="*/ 2648081 h 6858000"/>
              <a:gd name="connsiteX138" fmla="*/ 780267 w 6572708"/>
              <a:gd name="connsiteY138" fmla="*/ 2641879 h 6858000"/>
              <a:gd name="connsiteX139" fmla="*/ 790836 w 6572708"/>
              <a:gd name="connsiteY139" fmla="*/ 2632919 h 6858000"/>
              <a:gd name="connsiteX140" fmla="*/ 790328 w 6572708"/>
              <a:gd name="connsiteY140" fmla="*/ 2631229 h 6858000"/>
              <a:gd name="connsiteX141" fmla="*/ 797257 w 6572708"/>
              <a:gd name="connsiteY141" fmla="*/ 2619054 h 6858000"/>
              <a:gd name="connsiteX142" fmla="*/ 802383 w 6572708"/>
              <a:gd name="connsiteY142" fmla="*/ 2617568 h 6858000"/>
              <a:gd name="connsiteX143" fmla="*/ 808267 w 6572708"/>
              <a:gd name="connsiteY143" fmla="*/ 2609586 h 6858000"/>
              <a:gd name="connsiteX144" fmla="*/ 822908 w 6572708"/>
              <a:gd name="connsiteY144" fmla="*/ 2594856 h 6858000"/>
              <a:gd name="connsiteX145" fmla="*/ 822791 w 6572708"/>
              <a:gd name="connsiteY145" fmla="*/ 2591164 h 6858000"/>
              <a:gd name="connsiteX146" fmla="*/ 840423 w 6572708"/>
              <a:gd name="connsiteY146" fmla="*/ 2567492 h 6858000"/>
              <a:gd name="connsiteX147" fmla="*/ 839313 w 6572708"/>
              <a:gd name="connsiteY147" fmla="*/ 2566722 h 6858000"/>
              <a:gd name="connsiteX148" fmla="*/ 838361 w 6572708"/>
              <a:gd name="connsiteY148" fmla="*/ 2558109 h 6858000"/>
              <a:gd name="connsiteX149" fmla="*/ 839637 w 6572708"/>
              <a:gd name="connsiteY149" fmla="*/ 2542662 h 6858000"/>
              <a:gd name="connsiteX150" fmla="*/ 825800 w 6572708"/>
              <a:gd name="connsiteY150" fmla="*/ 2501548 h 6858000"/>
              <a:gd name="connsiteX151" fmla="*/ 844035 w 6572708"/>
              <a:gd name="connsiteY151" fmla="*/ 2476819 h 6858000"/>
              <a:gd name="connsiteX152" fmla="*/ 846972 w 6572708"/>
              <a:gd name="connsiteY152" fmla="*/ 2471590 h 6858000"/>
              <a:gd name="connsiteX153" fmla="*/ 846730 w 6572708"/>
              <a:gd name="connsiteY153" fmla="*/ 2471378 h 6858000"/>
              <a:gd name="connsiteX154" fmla="*/ 849228 w 6572708"/>
              <a:gd name="connsiteY154" fmla="*/ 2465654 h 6858000"/>
              <a:gd name="connsiteX155" fmla="*/ 852330 w 6572708"/>
              <a:gd name="connsiteY155" fmla="*/ 2462052 h 6858000"/>
              <a:gd name="connsiteX156" fmla="*/ 858029 w 6572708"/>
              <a:gd name="connsiteY156" fmla="*/ 2451906 h 6858000"/>
              <a:gd name="connsiteX157" fmla="*/ 857986 w 6572708"/>
              <a:gd name="connsiteY157" fmla="*/ 2447716 h 6858000"/>
              <a:gd name="connsiteX158" fmla="*/ 855075 w 6572708"/>
              <a:gd name="connsiteY158" fmla="*/ 2445047 h 6858000"/>
              <a:gd name="connsiteX159" fmla="*/ 856006 w 6572708"/>
              <a:gd name="connsiteY159" fmla="*/ 2444265 h 6858000"/>
              <a:gd name="connsiteX160" fmla="*/ 856444 w 6572708"/>
              <a:gd name="connsiteY160" fmla="*/ 2421759 h 6858000"/>
              <a:gd name="connsiteX161" fmla="*/ 868981 w 6572708"/>
              <a:gd name="connsiteY161" fmla="*/ 2375200 h 6858000"/>
              <a:gd name="connsiteX162" fmla="*/ 880811 w 6572708"/>
              <a:gd name="connsiteY162" fmla="*/ 2350147 h 6858000"/>
              <a:gd name="connsiteX163" fmla="*/ 908124 w 6572708"/>
              <a:gd name="connsiteY163" fmla="*/ 2279761 h 6858000"/>
              <a:gd name="connsiteX164" fmla="*/ 931678 w 6572708"/>
              <a:gd name="connsiteY164" fmla="*/ 2207772 h 6858000"/>
              <a:gd name="connsiteX165" fmla="*/ 921761 w 6572708"/>
              <a:gd name="connsiteY165" fmla="*/ 2164302 h 6858000"/>
              <a:gd name="connsiteX166" fmla="*/ 923058 w 6572708"/>
              <a:gd name="connsiteY166" fmla="*/ 2160162 h 6858000"/>
              <a:gd name="connsiteX167" fmla="*/ 931663 w 6572708"/>
              <a:gd name="connsiteY167" fmla="*/ 2151458 h 6858000"/>
              <a:gd name="connsiteX168" fmla="*/ 935730 w 6572708"/>
              <a:gd name="connsiteY168" fmla="*/ 2148616 h 6858000"/>
              <a:gd name="connsiteX169" fmla="*/ 939910 w 6572708"/>
              <a:gd name="connsiteY169" fmla="*/ 2143540 h 6858000"/>
              <a:gd name="connsiteX170" fmla="*/ 939746 w 6572708"/>
              <a:gd name="connsiteY170" fmla="*/ 2143278 h 6858000"/>
              <a:gd name="connsiteX171" fmla="*/ 944182 w 6572708"/>
              <a:gd name="connsiteY171" fmla="*/ 2138791 h 6858000"/>
              <a:gd name="connsiteX172" fmla="*/ 969240 w 6572708"/>
              <a:gd name="connsiteY172" fmla="*/ 2118565 h 6858000"/>
              <a:gd name="connsiteX173" fmla="*/ 969333 w 6572708"/>
              <a:gd name="connsiteY173" fmla="*/ 2074914 h 6858000"/>
              <a:gd name="connsiteX174" fmla="*/ 975462 w 6572708"/>
              <a:gd name="connsiteY174" fmla="*/ 2059981 h 6858000"/>
              <a:gd name="connsiteX175" fmla="*/ 977313 w 6572708"/>
              <a:gd name="connsiteY175" fmla="*/ 2051279 h 6858000"/>
              <a:gd name="connsiteX176" fmla="*/ 976512 w 6572708"/>
              <a:gd name="connsiteY176" fmla="*/ 2050269 h 6858000"/>
              <a:gd name="connsiteX177" fmla="*/ 1000665 w 6572708"/>
              <a:gd name="connsiteY177" fmla="*/ 2030946 h 6858000"/>
              <a:gd name="connsiteX178" fmla="*/ 1001735 w 6572708"/>
              <a:gd name="connsiteY178" fmla="*/ 2027284 h 6858000"/>
              <a:gd name="connsiteX179" fmla="*/ 1020214 w 6572708"/>
              <a:gd name="connsiteY179" fmla="*/ 2016095 h 6858000"/>
              <a:gd name="connsiteX180" fmla="*/ 1028302 w 6572708"/>
              <a:gd name="connsiteY180" fmla="*/ 2009567 h 6858000"/>
              <a:gd name="connsiteX181" fmla="*/ 1033598 w 6572708"/>
              <a:gd name="connsiteY181" fmla="*/ 2009267 h 6858000"/>
              <a:gd name="connsiteX182" fmla="*/ 1044008 w 6572708"/>
              <a:gd name="connsiteY182" fmla="*/ 1998844 h 6858000"/>
              <a:gd name="connsiteX183" fmla="*/ 1044069 w 6572708"/>
              <a:gd name="connsiteY183" fmla="*/ 1997063 h 6858000"/>
              <a:gd name="connsiteX184" fmla="*/ 1056878 w 6572708"/>
              <a:gd name="connsiteY184" fmla="*/ 1990634 h 6858000"/>
              <a:gd name="connsiteX185" fmla="*/ 1072722 w 6572708"/>
              <a:gd name="connsiteY185" fmla="*/ 1987868 h 6858000"/>
              <a:gd name="connsiteX186" fmla="*/ 1145252 w 6572708"/>
              <a:gd name="connsiteY186" fmla="*/ 1891028 h 6858000"/>
              <a:gd name="connsiteX187" fmla="*/ 1226890 w 6572708"/>
              <a:gd name="connsiteY187" fmla="*/ 1845992 h 6858000"/>
              <a:gd name="connsiteX188" fmla="*/ 1323685 w 6572708"/>
              <a:gd name="connsiteY188" fmla="*/ 1758717 h 6858000"/>
              <a:gd name="connsiteX189" fmla="*/ 1398273 w 6572708"/>
              <a:gd name="connsiteY189" fmla="*/ 1627389 h 6858000"/>
              <a:gd name="connsiteX190" fmla="*/ 1417786 w 6572708"/>
              <a:gd name="connsiteY190" fmla="*/ 1591233 h 6858000"/>
              <a:gd name="connsiteX191" fmla="*/ 1456144 w 6572708"/>
              <a:gd name="connsiteY191" fmla="*/ 1570271 h 6858000"/>
              <a:gd name="connsiteX192" fmla="*/ 1458351 w 6572708"/>
              <a:gd name="connsiteY192" fmla="*/ 1554550 h 6858000"/>
              <a:gd name="connsiteX193" fmla="*/ 1458500 w 6572708"/>
              <a:gd name="connsiteY193" fmla="*/ 1551719 h 6858000"/>
              <a:gd name="connsiteX194" fmla="*/ 1464150 w 6572708"/>
              <a:gd name="connsiteY194" fmla="*/ 1542986 h 6858000"/>
              <a:gd name="connsiteX195" fmla="*/ 1459426 w 6572708"/>
              <a:gd name="connsiteY195" fmla="*/ 1537283 h 6858000"/>
              <a:gd name="connsiteX196" fmla="*/ 1463401 w 6572708"/>
              <a:gd name="connsiteY196" fmla="*/ 1521818 h 6858000"/>
              <a:gd name="connsiteX197" fmla="*/ 1475565 w 6572708"/>
              <a:gd name="connsiteY197" fmla="*/ 1506648 h 6858000"/>
              <a:gd name="connsiteX198" fmla="*/ 1540362 w 6572708"/>
              <a:gd name="connsiteY198" fmla="*/ 1438265 h 6858000"/>
              <a:gd name="connsiteX199" fmla="*/ 1575141 w 6572708"/>
              <a:gd name="connsiteY199" fmla="*/ 1395238 h 6858000"/>
              <a:gd name="connsiteX200" fmla="*/ 1582090 w 6572708"/>
              <a:gd name="connsiteY200" fmla="*/ 1375575 h 6858000"/>
              <a:gd name="connsiteX201" fmla="*/ 1596005 w 6572708"/>
              <a:gd name="connsiteY201" fmla="*/ 1350347 h 6858000"/>
              <a:gd name="connsiteX202" fmla="*/ 1615711 w 6572708"/>
              <a:gd name="connsiteY202" fmla="*/ 1303251 h 6858000"/>
              <a:gd name="connsiteX203" fmla="*/ 1650622 w 6572708"/>
              <a:gd name="connsiteY203" fmla="*/ 1244447 h 6858000"/>
              <a:gd name="connsiteX204" fmla="*/ 1702792 w 6572708"/>
              <a:gd name="connsiteY204" fmla="*/ 1215797 h 6858000"/>
              <a:gd name="connsiteX205" fmla="*/ 1700885 w 6572708"/>
              <a:gd name="connsiteY205" fmla="*/ 1209814 h 6858000"/>
              <a:gd name="connsiteX206" fmla="*/ 1723848 w 6572708"/>
              <a:gd name="connsiteY206" fmla="*/ 1183123 h 6858000"/>
              <a:gd name="connsiteX207" fmla="*/ 1759968 w 6572708"/>
              <a:gd name="connsiteY207" fmla="*/ 1166871 h 6858000"/>
              <a:gd name="connsiteX208" fmla="*/ 1767742 w 6572708"/>
              <a:gd name="connsiteY208" fmla="*/ 1158484 h 6858000"/>
              <a:gd name="connsiteX209" fmla="*/ 1773870 w 6572708"/>
              <a:gd name="connsiteY209" fmla="*/ 1125979 h 6858000"/>
              <a:gd name="connsiteX210" fmla="*/ 1767392 w 6572708"/>
              <a:gd name="connsiteY210" fmla="*/ 1121685 h 6858000"/>
              <a:gd name="connsiteX211" fmla="*/ 1770175 w 6572708"/>
              <a:gd name="connsiteY211" fmla="*/ 1112182 h 6858000"/>
              <a:gd name="connsiteX212" fmla="*/ 1769418 w 6572708"/>
              <a:gd name="connsiteY212" fmla="*/ 1109483 h 6858000"/>
              <a:gd name="connsiteX213" fmla="*/ 1766580 w 6572708"/>
              <a:gd name="connsiteY213" fmla="*/ 1094184 h 6858000"/>
              <a:gd name="connsiteX214" fmla="*/ 1797677 w 6572708"/>
              <a:gd name="connsiteY214" fmla="*/ 1065740 h 6858000"/>
              <a:gd name="connsiteX215" fmla="*/ 1805371 w 6572708"/>
              <a:gd name="connsiteY215" fmla="*/ 1027273 h 6858000"/>
              <a:gd name="connsiteX216" fmla="*/ 1882128 w 6572708"/>
              <a:gd name="connsiteY216" fmla="*/ 887059 h 6858000"/>
              <a:gd name="connsiteX217" fmla="*/ 1922110 w 6572708"/>
              <a:gd name="connsiteY217" fmla="*/ 824781 h 6858000"/>
              <a:gd name="connsiteX218" fmla="*/ 1970558 w 6572708"/>
              <a:gd name="connsiteY218" fmla="*/ 721635 h 6858000"/>
              <a:gd name="connsiteX219" fmla="*/ 1974257 w 6572708"/>
              <a:gd name="connsiteY219" fmla="*/ 713733 h 6858000"/>
              <a:gd name="connsiteX220" fmla="*/ 1971701 w 6572708"/>
              <a:gd name="connsiteY220" fmla="*/ 704563 h 6858000"/>
              <a:gd name="connsiteX221" fmla="*/ 1966819 w 6572708"/>
              <a:gd name="connsiteY221" fmla="*/ 628924 h 6858000"/>
              <a:gd name="connsiteX222" fmla="*/ 1956004 w 6572708"/>
              <a:gd name="connsiteY222" fmla="*/ 621102 h 6858000"/>
              <a:gd name="connsiteX223" fmla="*/ 1948613 w 6572708"/>
              <a:gd name="connsiteY223" fmla="*/ 609156 h 6858000"/>
              <a:gd name="connsiteX224" fmla="*/ 1949145 w 6572708"/>
              <a:gd name="connsiteY224" fmla="*/ 606753 h 6858000"/>
              <a:gd name="connsiteX225" fmla="*/ 1944819 w 6572708"/>
              <a:gd name="connsiteY225" fmla="*/ 590072 h 6858000"/>
              <a:gd name="connsiteX226" fmla="*/ 1941001 w 6572708"/>
              <a:gd name="connsiteY226" fmla="*/ 588296 h 6858000"/>
              <a:gd name="connsiteX227" fmla="*/ 1937134 w 6572708"/>
              <a:gd name="connsiteY227" fmla="*/ 577443 h 6858000"/>
              <a:gd name="connsiteX228" fmla="*/ 1927092 w 6572708"/>
              <a:gd name="connsiteY228" fmla="*/ 557642 h 6858000"/>
              <a:gd name="connsiteX229" fmla="*/ 1927484 w 6572708"/>
              <a:gd name="connsiteY229" fmla="*/ 552451 h 6858000"/>
              <a:gd name="connsiteX230" fmla="*/ 1915874 w 6572708"/>
              <a:gd name="connsiteY230" fmla="*/ 520271 h 6858000"/>
              <a:gd name="connsiteX231" fmla="*/ 1916793 w 6572708"/>
              <a:gd name="connsiteY231" fmla="*/ 519123 h 6858000"/>
              <a:gd name="connsiteX232" fmla="*/ 1918236 w 6572708"/>
              <a:gd name="connsiteY232" fmla="*/ 506970 h 6858000"/>
              <a:gd name="connsiteX233" fmla="*/ 1918529 w 6572708"/>
              <a:gd name="connsiteY233" fmla="*/ 485354 h 6858000"/>
              <a:gd name="connsiteX234" fmla="*/ 1932556 w 6572708"/>
              <a:gd name="connsiteY234" fmla="*/ 426779 h 6858000"/>
              <a:gd name="connsiteX235" fmla="*/ 1920572 w 6572708"/>
              <a:gd name="connsiteY235" fmla="*/ 393150 h 6858000"/>
              <a:gd name="connsiteX236" fmla="*/ 1918744 w 6572708"/>
              <a:gd name="connsiteY236" fmla="*/ 385981 h 6858000"/>
              <a:gd name="connsiteX237" fmla="*/ 1918949 w 6572708"/>
              <a:gd name="connsiteY237" fmla="*/ 385674 h 6858000"/>
              <a:gd name="connsiteX238" fmla="*/ 1917499 w 6572708"/>
              <a:gd name="connsiteY238" fmla="*/ 377782 h 6858000"/>
              <a:gd name="connsiteX239" fmla="*/ 1915412 w 6572708"/>
              <a:gd name="connsiteY239" fmla="*/ 372914 h 6858000"/>
              <a:gd name="connsiteX240" fmla="*/ 1911865 w 6572708"/>
              <a:gd name="connsiteY240" fmla="*/ 359009 h 6858000"/>
              <a:gd name="connsiteX241" fmla="*/ 1912244 w 6572708"/>
              <a:gd name="connsiteY241" fmla="*/ 353121 h 6858000"/>
              <a:gd name="connsiteX242" fmla="*/ 1933610 w 6572708"/>
              <a:gd name="connsiteY242" fmla="*/ 297387 h 6858000"/>
              <a:gd name="connsiteX243" fmla="*/ 1939454 w 6572708"/>
              <a:gd name="connsiteY243" fmla="*/ 194719 h 6858000"/>
              <a:gd name="connsiteX244" fmla="*/ 1942001 w 6572708"/>
              <a:gd name="connsiteY244" fmla="*/ 93227 h 6858000"/>
              <a:gd name="connsiteX245" fmla="*/ 1941351 w 6572708"/>
              <a:gd name="connsiteY245" fmla="*/ 56555 h 6858000"/>
              <a:gd name="connsiteX246" fmla="*/ 1950955 w 6572708"/>
              <a:gd name="connsiteY246" fmla="*/ 5312 h 6858000"/>
              <a:gd name="connsiteX247" fmla="*/ 1949546 w 6572708"/>
              <a:gd name="connsiteY247"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4727719 w 6572708"/>
              <a:gd name="connsiteY8" fmla="*/ 6858000 h 6858000"/>
              <a:gd name="connsiteX9" fmla="*/ 3831783 w 6572708"/>
              <a:gd name="connsiteY9" fmla="*/ 6858000 h 6858000"/>
              <a:gd name="connsiteX10" fmla="*/ 1368280 w 6572708"/>
              <a:gd name="connsiteY10" fmla="*/ 6858000 h 6858000"/>
              <a:gd name="connsiteX11" fmla="*/ 0 w 6572708"/>
              <a:gd name="connsiteY11" fmla="*/ 6858000 h 6858000"/>
              <a:gd name="connsiteX12" fmla="*/ 9990 w 6572708"/>
              <a:gd name="connsiteY12" fmla="*/ 6815347 h 6858000"/>
              <a:gd name="connsiteX13" fmla="*/ 11375 w 6572708"/>
              <a:gd name="connsiteY13" fmla="*/ 6764639 h 6858000"/>
              <a:gd name="connsiteX14" fmla="*/ 37994 w 6572708"/>
              <a:gd name="connsiteY14" fmla="*/ 6747193 h 6858000"/>
              <a:gd name="connsiteX15" fmla="*/ 60759 w 6572708"/>
              <a:gd name="connsiteY15" fmla="*/ 6667761 h 6858000"/>
              <a:gd name="connsiteX16" fmla="*/ 44882 w 6572708"/>
              <a:gd name="connsiteY16" fmla="*/ 6635203 h 6858000"/>
              <a:gd name="connsiteX17" fmla="*/ 38884 w 6572708"/>
              <a:gd name="connsiteY17" fmla="*/ 6601215 h 6858000"/>
              <a:gd name="connsiteX18" fmla="*/ 24537 w 6572708"/>
              <a:gd name="connsiteY18" fmla="*/ 6599857 h 6858000"/>
              <a:gd name="connsiteX19" fmla="*/ 30487 w 6572708"/>
              <a:gd name="connsiteY19" fmla="*/ 6582849 h 6858000"/>
              <a:gd name="connsiteX20" fmla="*/ 30797 w 6572708"/>
              <a:gd name="connsiteY20" fmla="*/ 6536021 h 6858000"/>
              <a:gd name="connsiteX21" fmla="*/ 10629 w 6572708"/>
              <a:gd name="connsiteY21" fmla="*/ 6483343 h 6858000"/>
              <a:gd name="connsiteX22" fmla="*/ 16211 w 6572708"/>
              <a:gd name="connsiteY22" fmla="*/ 6402087 h 6858000"/>
              <a:gd name="connsiteX23" fmla="*/ 25932 w 6572708"/>
              <a:gd name="connsiteY23" fmla="*/ 6321765 h 6858000"/>
              <a:gd name="connsiteX24" fmla="*/ 31488 w 6572708"/>
              <a:gd name="connsiteY24" fmla="*/ 6292746 h 6858000"/>
              <a:gd name="connsiteX25" fmla="*/ 32413 w 6572708"/>
              <a:gd name="connsiteY25" fmla="*/ 6240744 h 6858000"/>
              <a:gd name="connsiteX26" fmla="*/ 34430 w 6572708"/>
              <a:gd name="connsiteY26" fmla="*/ 6206738 h 6858000"/>
              <a:gd name="connsiteX27" fmla="*/ 55689 w 6572708"/>
              <a:gd name="connsiteY27" fmla="*/ 6203389 h 6858000"/>
              <a:gd name="connsiteX28" fmla="*/ 63475 w 6572708"/>
              <a:gd name="connsiteY28" fmla="*/ 6172740 h 6858000"/>
              <a:gd name="connsiteX29" fmla="*/ 50070 w 6572708"/>
              <a:gd name="connsiteY29" fmla="*/ 6141398 h 6858000"/>
              <a:gd name="connsiteX30" fmla="*/ 52252 w 6572708"/>
              <a:gd name="connsiteY30" fmla="*/ 6103364 h 6858000"/>
              <a:gd name="connsiteX31" fmla="*/ 53329 w 6572708"/>
              <a:gd name="connsiteY31" fmla="*/ 6080619 h 6858000"/>
              <a:gd name="connsiteX32" fmla="*/ 73573 w 6572708"/>
              <a:gd name="connsiteY32" fmla="*/ 6019868 h 6858000"/>
              <a:gd name="connsiteX33" fmla="*/ 149610 w 6572708"/>
              <a:gd name="connsiteY33" fmla="*/ 5918672 h 6858000"/>
              <a:gd name="connsiteX34" fmla="*/ 160505 w 6572708"/>
              <a:gd name="connsiteY34" fmla="*/ 5887690 h 6858000"/>
              <a:gd name="connsiteX35" fmla="*/ 156200 w 6572708"/>
              <a:gd name="connsiteY35" fmla="*/ 5882649 h 6858000"/>
              <a:gd name="connsiteX36" fmla="*/ 194213 w 6572708"/>
              <a:gd name="connsiteY36" fmla="*/ 5841953 h 6858000"/>
              <a:gd name="connsiteX37" fmla="*/ 203216 w 6572708"/>
              <a:gd name="connsiteY37" fmla="*/ 5777927 h 6858000"/>
              <a:gd name="connsiteX38" fmla="*/ 202536 w 6572708"/>
              <a:gd name="connsiteY38" fmla="*/ 5728879 h 6858000"/>
              <a:gd name="connsiteX39" fmla="*/ 205380 w 6572708"/>
              <a:gd name="connsiteY39" fmla="*/ 5701696 h 6858000"/>
              <a:gd name="connsiteX40" fmla="*/ 203870 w 6572708"/>
              <a:gd name="connsiteY40" fmla="*/ 5681563 h 6858000"/>
              <a:gd name="connsiteX41" fmla="*/ 219294 w 6572708"/>
              <a:gd name="connsiteY41" fmla="*/ 5632219 h 6858000"/>
              <a:gd name="connsiteX42" fmla="*/ 252910 w 6572708"/>
              <a:gd name="connsiteY42" fmla="*/ 5551224 h 6858000"/>
              <a:gd name="connsiteX43" fmla="*/ 258253 w 6572708"/>
              <a:gd name="connsiteY43" fmla="*/ 5533854 h 6858000"/>
              <a:gd name="connsiteX44" fmla="*/ 255640 w 6572708"/>
              <a:gd name="connsiteY44" fmla="*/ 5518422 h 6858000"/>
              <a:gd name="connsiteX45" fmla="*/ 248756 w 6572708"/>
              <a:gd name="connsiteY45" fmla="*/ 5514403 h 6858000"/>
              <a:gd name="connsiteX46" fmla="*/ 250538 w 6572708"/>
              <a:gd name="connsiteY46" fmla="*/ 5504771 h 6858000"/>
              <a:gd name="connsiteX47" fmla="*/ 249507 w 6572708"/>
              <a:gd name="connsiteY47" fmla="*/ 5502102 h 6858000"/>
              <a:gd name="connsiteX48" fmla="*/ 245101 w 6572708"/>
              <a:gd name="connsiteY48" fmla="*/ 5486913 h 6858000"/>
              <a:gd name="connsiteX49" fmla="*/ 273088 w 6572708"/>
              <a:gd name="connsiteY49" fmla="*/ 5457083 h 6858000"/>
              <a:gd name="connsiteX50" fmla="*/ 276759 w 6572708"/>
              <a:gd name="connsiteY50" fmla="*/ 5418245 h 6858000"/>
              <a:gd name="connsiteX51" fmla="*/ 314712 w 6572708"/>
              <a:gd name="connsiteY51" fmla="*/ 5305770 h 6858000"/>
              <a:gd name="connsiteX52" fmla="*/ 320056 w 6572708"/>
              <a:gd name="connsiteY52" fmla="*/ 5298784 h 6858000"/>
              <a:gd name="connsiteX53" fmla="*/ 320763 w 6572708"/>
              <a:gd name="connsiteY53" fmla="*/ 5282149 h 6858000"/>
              <a:gd name="connsiteX54" fmla="*/ 325879 w 6572708"/>
              <a:gd name="connsiteY54" fmla="*/ 5270957 h 6858000"/>
              <a:gd name="connsiteX55" fmla="*/ 318913 w 6572708"/>
              <a:gd name="connsiteY55" fmla="*/ 5268991 h 6858000"/>
              <a:gd name="connsiteX56" fmla="*/ 317275 w 6572708"/>
              <a:gd name="connsiteY56" fmla="*/ 5230130 h 6858000"/>
              <a:gd name="connsiteX57" fmla="*/ 329641 w 6572708"/>
              <a:gd name="connsiteY57" fmla="*/ 5216534 h 6858000"/>
              <a:gd name="connsiteX58" fmla="*/ 329088 w 6572708"/>
              <a:gd name="connsiteY58" fmla="*/ 5211732 h 6858000"/>
              <a:gd name="connsiteX59" fmla="*/ 299864 w 6572708"/>
              <a:gd name="connsiteY59" fmla="*/ 5063838 h 6858000"/>
              <a:gd name="connsiteX60" fmla="*/ 323855 w 6572708"/>
              <a:gd name="connsiteY60" fmla="*/ 4827737 h 6858000"/>
              <a:gd name="connsiteX61" fmla="*/ 333687 w 6572708"/>
              <a:gd name="connsiteY61" fmla="*/ 4774692 h 6858000"/>
              <a:gd name="connsiteX62" fmla="*/ 322637 w 6572708"/>
              <a:gd name="connsiteY62" fmla="*/ 4727427 h 6858000"/>
              <a:gd name="connsiteX63" fmla="*/ 330798 w 6572708"/>
              <a:gd name="connsiteY63" fmla="*/ 4708193 h 6858000"/>
              <a:gd name="connsiteX64" fmla="*/ 332420 w 6572708"/>
              <a:gd name="connsiteY64" fmla="*/ 4704882 h 6858000"/>
              <a:gd name="connsiteX65" fmla="*/ 334216 w 6572708"/>
              <a:gd name="connsiteY65" fmla="*/ 4691500 h 6858000"/>
              <a:gd name="connsiteX66" fmla="*/ 340601 w 6572708"/>
              <a:gd name="connsiteY66" fmla="*/ 4687895 h 6858000"/>
              <a:gd name="connsiteX67" fmla="*/ 347516 w 6572708"/>
              <a:gd name="connsiteY67" fmla="*/ 4667873 h 6858000"/>
              <a:gd name="connsiteX68" fmla="*/ 349175 w 6572708"/>
              <a:gd name="connsiteY68" fmla="*/ 4643189 h 6858000"/>
              <a:gd name="connsiteX69" fmla="*/ 350492 w 6572708"/>
              <a:gd name="connsiteY69" fmla="*/ 4525833 h 6858000"/>
              <a:gd name="connsiteX70" fmla="*/ 355031 w 6572708"/>
              <a:gd name="connsiteY70" fmla="*/ 4455649 h 6858000"/>
              <a:gd name="connsiteX71" fmla="*/ 362651 w 6572708"/>
              <a:gd name="connsiteY71" fmla="*/ 4429036 h 6858000"/>
              <a:gd name="connsiteX72" fmla="*/ 369327 w 6572708"/>
              <a:gd name="connsiteY72" fmla="*/ 4391840 h 6858000"/>
              <a:gd name="connsiteX73" fmla="*/ 371272 w 6572708"/>
              <a:gd name="connsiteY73" fmla="*/ 4358845 h 6858000"/>
              <a:gd name="connsiteX74" fmla="*/ 382342 w 6572708"/>
              <a:gd name="connsiteY74" fmla="*/ 4333764 h 6858000"/>
              <a:gd name="connsiteX75" fmla="*/ 381365 w 6572708"/>
              <a:gd name="connsiteY75" fmla="*/ 4331730 h 6858000"/>
              <a:gd name="connsiteX76" fmla="*/ 364244 w 6572708"/>
              <a:gd name="connsiteY76" fmla="*/ 4309700 h 6858000"/>
              <a:gd name="connsiteX77" fmla="*/ 363377 w 6572708"/>
              <a:gd name="connsiteY77" fmla="*/ 4285388 h 6858000"/>
              <a:gd name="connsiteX78" fmla="*/ 357697 w 6572708"/>
              <a:gd name="connsiteY78" fmla="*/ 4266169 h 6858000"/>
              <a:gd name="connsiteX79" fmla="*/ 356998 w 6572708"/>
              <a:gd name="connsiteY79" fmla="*/ 4247672 h 6858000"/>
              <a:gd name="connsiteX80" fmla="*/ 357549 w 6572708"/>
              <a:gd name="connsiteY80" fmla="*/ 4237120 h 6858000"/>
              <a:gd name="connsiteX81" fmla="*/ 358116 w 6572708"/>
              <a:gd name="connsiteY81" fmla="*/ 4232936 h 6858000"/>
              <a:gd name="connsiteX82" fmla="*/ 366243 w 6572708"/>
              <a:gd name="connsiteY82" fmla="*/ 4224051 h 6858000"/>
              <a:gd name="connsiteX83" fmla="*/ 363841 w 6572708"/>
              <a:gd name="connsiteY83" fmla="*/ 4211782 h 6858000"/>
              <a:gd name="connsiteX84" fmla="*/ 372159 w 6572708"/>
              <a:gd name="connsiteY84" fmla="*/ 4198810 h 6858000"/>
              <a:gd name="connsiteX85" fmla="*/ 366211 w 6572708"/>
              <a:gd name="connsiteY85" fmla="*/ 4195262 h 6858000"/>
              <a:gd name="connsiteX86" fmla="*/ 360561 w 6572708"/>
              <a:gd name="connsiteY86" fmla="*/ 4184054 h 6858000"/>
              <a:gd name="connsiteX87" fmla="*/ 373972 w 6572708"/>
              <a:gd name="connsiteY87" fmla="*/ 4155792 h 6858000"/>
              <a:gd name="connsiteX88" fmla="*/ 373150 w 6572708"/>
              <a:gd name="connsiteY88" fmla="*/ 4150364 h 6858000"/>
              <a:gd name="connsiteX89" fmla="*/ 383773 w 6572708"/>
              <a:gd name="connsiteY89" fmla="*/ 4132084 h 6858000"/>
              <a:gd name="connsiteX90" fmla="*/ 389140 w 6572708"/>
              <a:gd name="connsiteY90" fmla="*/ 4115873 h 6858000"/>
              <a:gd name="connsiteX91" fmla="*/ 378846 w 6572708"/>
              <a:gd name="connsiteY91" fmla="*/ 4082551 h 6858000"/>
              <a:gd name="connsiteX92" fmla="*/ 368001 w 6572708"/>
              <a:gd name="connsiteY92" fmla="*/ 3968090 h 6858000"/>
              <a:gd name="connsiteX93" fmla="*/ 372661 w 6572708"/>
              <a:gd name="connsiteY93" fmla="*/ 3881355 h 6858000"/>
              <a:gd name="connsiteX94" fmla="*/ 379210 w 6572708"/>
              <a:gd name="connsiteY94" fmla="*/ 3850569 h 6858000"/>
              <a:gd name="connsiteX95" fmla="*/ 389880 w 6572708"/>
              <a:gd name="connsiteY95" fmla="*/ 3798988 h 6858000"/>
              <a:gd name="connsiteX96" fmla="*/ 409909 w 6572708"/>
              <a:gd name="connsiteY96" fmla="*/ 3760424 h 6858000"/>
              <a:gd name="connsiteX97" fmla="*/ 414051 w 6572708"/>
              <a:gd name="connsiteY97" fmla="*/ 3717298 h 6858000"/>
              <a:gd name="connsiteX98" fmla="*/ 399424 w 6572708"/>
              <a:gd name="connsiteY98" fmla="*/ 3707291 h 6858000"/>
              <a:gd name="connsiteX99" fmla="*/ 394460 w 6572708"/>
              <a:gd name="connsiteY99" fmla="*/ 3673415 h 6858000"/>
              <a:gd name="connsiteX100" fmla="*/ 408918 w 6572708"/>
              <a:gd name="connsiteY100" fmla="*/ 3661155 h 6858000"/>
              <a:gd name="connsiteX101" fmla="*/ 425028 w 6572708"/>
              <a:gd name="connsiteY101" fmla="*/ 3591166 h 6858000"/>
              <a:gd name="connsiteX102" fmla="*/ 430292 w 6572708"/>
              <a:gd name="connsiteY102" fmla="*/ 3550801 h 6858000"/>
              <a:gd name="connsiteX103" fmla="*/ 437149 w 6572708"/>
              <a:gd name="connsiteY103" fmla="*/ 3497399 h 6858000"/>
              <a:gd name="connsiteX104" fmla="*/ 442017 w 6572708"/>
              <a:gd name="connsiteY104" fmla="*/ 3474143 h 6858000"/>
              <a:gd name="connsiteX105" fmla="*/ 437175 w 6572708"/>
              <a:gd name="connsiteY105" fmla="*/ 3463057 h 6858000"/>
              <a:gd name="connsiteX106" fmla="*/ 438483 w 6572708"/>
              <a:gd name="connsiteY106" fmla="*/ 3457563 h 6858000"/>
              <a:gd name="connsiteX107" fmla="*/ 438642 w 6572708"/>
              <a:gd name="connsiteY107" fmla="*/ 3439053 h 6858000"/>
              <a:gd name="connsiteX108" fmla="*/ 439678 w 6572708"/>
              <a:gd name="connsiteY108" fmla="*/ 3428537 h 6858000"/>
              <a:gd name="connsiteX109" fmla="*/ 440437 w 6572708"/>
              <a:gd name="connsiteY109" fmla="*/ 3424381 h 6858000"/>
              <a:gd name="connsiteX110" fmla="*/ 448781 w 6572708"/>
              <a:gd name="connsiteY110" fmla="*/ 3416042 h 6858000"/>
              <a:gd name="connsiteX111" fmla="*/ 448765 w 6572708"/>
              <a:gd name="connsiteY111" fmla="*/ 3414504 h 6858000"/>
              <a:gd name="connsiteX112" fmla="*/ 447134 w 6572708"/>
              <a:gd name="connsiteY112" fmla="*/ 3403498 h 6858000"/>
              <a:gd name="connsiteX113" fmla="*/ 452387 w 6572708"/>
              <a:gd name="connsiteY113" fmla="*/ 3396070 h 6858000"/>
              <a:gd name="connsiteX114" fmla="*/ 453996 w 6572708"/>
              <a:gd name="connsiteY114" fmla="*/ 3389553 h 6858000"/>
              <a:gd name="connsiteX115" fmla="*/ 450265 w 6572708"/>
              <a:gd name="connsiteY115" fmla="*/ 3387098 h 6858000"/>
              <a:gd name="connsiteX116" fmla="*/ 445137 w 6572708"/>
              <a:gd name="connsiteY116" fmla="*/ 3375655 h 6858000"/>
              <a:gd name="connsiteX117" fmla="*/ 453359 w 6572708"/>
              <a:gd name="connsiteY117" fmla="*/ 3367050 h 6858000"/>
              <a:gd name="connsiteX118" fmla="*/ 459842 w 6572708"/>
              <a:gd name="connsiteY118" fmla="*/ 3348005 h 6858000"/>
              <a:gd name="connsiteX119" fmla="*/ 459268 w 6572708"/>
              <a:gd name="connsiteY119" fmla="*/ 3342546 h 6858000"/>
              <a:gd name="connsiteX120" fmla="*/ 470590 w 6572708"/>
              <a:gd name="connsiteY120" fmla="*/ 3324958 h 6858000"/>
              <a:gd name="connsiteX121" fmla="*/ 468579 w 6572708"/>
              <a:gd name="connsiteY121" fmla="*/ 3306990 h 6858000"/>
              <a:gd name="connsiteX122" fmla="*/ 480123 w 6572708"/>
              <a:gd name="connsiteY122" fmla="*/ 3295094 h 6858000"/>
              <a:gd name="connsiteX123" fmla="*/ 482298 w 6572708"/>
              <a:gd name="connsiteY123" fmla="*/ 3293541 h 6858000"/>
              <a:gd name="connsiteX124" fmla="*/ 489102 w 6572708"/>
              <a:gd name="connsiteY124" fmla="*/ 3262198 h 6858000"/>
              <a:gd name="connsiteX125" fmla="*/ 497561 w 6572708"/>
              <a:gd name="connsiteY125" fmla="*/ 3253284 h 6858000"/>
              <a:gd name="connsiteX126" fmla="*/ 522157 w 6572708"/>
              <a:gd name="connsiteY126" fmla="*/ 3192563 h 6858000"/>
              <a:gd name="connsiteX127" fmla="*/ 529302 w 6572708"/>
              <a:gd name="connsiteY127" fmla="*/ 3175520 h 6858000"/>
              <a:gd name="connsiteX128" fmla="*/ 528284 w 6572708"/>
              <a:gd name="connsiteY128" fmla="*/ 3160058 h 6858000"/>
              <a:gd name="connsiteX129" fmla="*/ 521806 w 6572708"/>
              <a:gd name="connsiteY129" fmla="*/ 3155764 h 6858000"/>
              <a:gd name="connsiteX130" fmla="*/ 524589 w 6572708"/>
              <a:gd name="connsiteY130" fmla="*/ 3146261 h 6858000"/>
              <a:gd name="connsiteX131" fmla="*/ 523832 w 6572708"/>
              <a:gd name="connsiteY131" fmla="*/ 3143561 h 6858000"/>
              <a:gd name="connsiteX132" fmla="*/ 520994 w 6572708"/>
              <a:gd name="connsiteY132" fmla="*/ 3128263 h 6858000"/>
              <a:gd name="connsiteX133" fmla="*/ 552091 w 6572708"/>
              <a:gd name="connsiteY133" fmla="*/ 3099818 h 6858000"/>
              <a:gd name="connsiteX134" fmla="*/ 618216 w 6572708"/>
              <a:gd name="connsiteY134" fmla="*/ 2895965 h 6858000"/>
              <a:gd name="connsiteX135" fmla="*/ 724973 w 6572708"/>
              <a:gd name="connsiteY135" fmla="*/ 2755713 h 6858000"/>
              <a:gd name="connsiteX136" fmla="*/ 765538 w 6572708"/>
              <a:gd name="connsiteY136" fmla="*/ 2648081 h 6858000"/>
              <a:gd name="connsiteX137" fmla="*/ 780267 w 6572708"/>
              <a:gd name="connsiteY137" fmla="*/ 2641879 h 6858000"/>
              <a:gd name="connsiteX138" fmla="*/ 790836 w 6572708"/>
              <a:gd name="connsiteY138" fmla="*/ 2632919 h 6858000"/>
              <a:gd name="connsiteX139" fmla="*/ 790328 w 6572708"/>
              <a:gd name="connsiteY139" fmla="*/ 2631229 h 6858000"/>
              <a:gd name="connsiteX140" fmla="*/ 797257 w 6572708"/>
              <a:gd name="connsiteY140" fmla="*/ 2619054 h 6858000"/>
              <a:gd name="connsiteX141" fmla="*/ 802383 w 6572708"/>
              <a:gd name="connsiteY141" fmla="*/ 2617568 h 6858000"/>
              <a:gd name="connsiteX142" fmla="*/ 808267 w 6572708"/>
              <a:gd name="connsiteY142" fmla="*/ 2609586 h 6858000"/>
              <a:gd name="connsiteX143" fmla="*/ 822908 w 6572708"/>
              <a:gd name="connsiteY143" fmla="*/ 2594856 h 6858000"/>
              <a:gd name="connsiteX144" fmla="*/ 822791 w 6572708"/>
              <a:gd name="connsiteY144" fmla="*/ 2591164 h 6858000"/>
              <a:gd name="connsiteX145" fmla="*/ 840423 w 6572708"/>
              <a:gd name="connsiteY145" fmla="*/ 2567492 h 6858000"/>
              <a:gd name="connsiteX146" fmla="*/ 839313 w 6572708"/>
              <a:gd name="connsiteY146" fmla="*/ 2566722 h 6858000"/>
              <a:gd name="connsiteX147" fmla="*/ 838361 w 6572708"/>
              <a:gd name="connsiteY147" fmla="*/ 2558109 h 6858000"/>
              <a:gd name="connsiteX148" fmla="*/ 839637 w 6572708"/>
              <a:gd name="connsiteY148" fmla="*/ 2542662 h 6858000"/>
              <a:gd name="connsiteX149" fmla="*/ 825800 w 6572708"/>
              <a:gd name="connsiteY149" fmla="*/ 2501548 h 6858000"/>
              <a:gd name="connsiteX150" fmla="*/ 844035 w 6572708"/>
              <a:gd name="connsiteY150" fmla="*/ 2476819 h 6858000"/>
              <a:gd name="connsiteX151" fmla="*/ 846972 w 6572708"/>
              <a:gd name="connsiteY151" fmla="*/ 2471590 h 6858000"/>
              <a:gd name="connsiteX152" fmla="*/ 846730 w 6572708"/>
              <a:gd name="connsiteY152" fmla="*/ 2471378 h 6858000"/>
              <a:gd name="connsiteX153" fmla="*/ 849228 w 6572708"/>
              <a:gd name="connsiteY153" fmla="*/ 2465654 h 6858000"/>
              <a:gd name="connsiteX154" fmla="*/ 852330 w 6572708"/>
              <a:gd name="connsiteY154" fmla="*/ 2462052 h 6858000"/>
              <a:gd name="connsiteX155" fmla="*/ 858029 w 6572708"/>
              <a:gd name="connsiteY155" fmla="*/ 2451906 h 6858000"/>
              <a:gd name="connsiteX156" fmla="*/ 857986 w 6572708"/>
              <a:gd name="connsiteY156" fmla="*/ 2447716 h 6858000"/>
              <a:gd name="connsiteX157" fmla="*/ 855075 w 6572708"/>
              <a:gd name="connsiteY157" fmla="*/ 2445047 h 6858000"/>
              <a:gd name="connsiteX158" fmla="*/ 856006 w 6572708"/>
              <a:gd name="connsiteY158" fmla="*/ 2444265 h 6858000"/>
              <a:gd name="connsiteX159" fmla="*/ 856444 w 6572708"/>
              <a:gd name="connsiteY159" fmla="*/ 2421759 h 6858000"/>
              <a:gd name="connsiteX160" fmla="*/ 868981 w 6572708"/>
              <a:gd name="connsiteY160" fmla="*/ 2375200 h 6858000"/>
              <a:gd name="connsiteX161" fmla="*/ 880811 w 6572708"/>
              <a:gd name="connsiteY161" fmla="*/ 2350147 h 6858000"/>
              <a:gd name="connsiteX162" fmla="*/ 908124 w 6572708"/>
              <a:gd name="connsiteY162" fmla="*/ 2279761 h 6858000"/>
              <a:gd name="connsiteX163" fmla="*/ 931678 w 6572708"/>
              <a:gd name="connsiteY163" fmla="*/ 2207772 h 6858000"/>
              <a:gd name="connsiteX164" fmla="*/ 921761 w 6572708"/>
              <a:gd name="connsiteY164" fmla="*/ 2164302 h 6858000"/>
              <a:gd name="connsiteX165" fmla="*/ 923058 w 6572708"/>
              <a:gd name="connsiteY165" fmla="*/ 2160162 h 6858000"/>
              <a:gd name="connsiteX166" fmla="*/ 931663 w 6572708"/>
              <a:gd name="connsiteY166" fmla="*/ 2151458 h 6858000"/>
              <a:gd name="connsiteX167" fmla="*/ 935730 w 6572708"/>
              <a:gd name="connsiteY167" fmla="*/ 2148616 h 6858000"/>
              <a:gd name="connsiteX168" fmla="*/ 939910 w 6572708"/>
              <a:gd name="connsiteY168" fmla="*/ 2143540 h 6858000"/>
              <a:gd name="connsiteX169" fmla="*/ 939746 w 6572708"/>
              <a:gd name="connsiteY169" fmla="*/ 2143278 h 6858000"/>
              <a:gd name="connsiteX170" fmla="*/ 944182 w 6572708"/>
              <a:gd name="connsiteY170" fmla="*/ 2138791 h 6858000"/>
              <a:gd name="connsiteX171" fmla="*/ 969240 w 6572708"/>
              <a:gd name="connsiteY171" fmla="*/ 2118565 h 6858000"/>
              <a:gd name="connsiteX172" fmla="*/ 969333 w 6572708"/>
              <a:gd name="connsiteY172" fmla="*/ 2074914 h 6858000"/>
              <a:gd name="connsiteX173" fmla="*/ 975462 w 6572708"/>
              <a:gd name="connsiteY173" fmla="*/ 2059981 h 6858000"/>
              <a:gd name="connsiteX174" fmla="*/ 977313 w 6572708"/>
              <a:gd name="connsiteY174" fmla="*/ 2051279 h 6858000"/>
              <a:gd name="connsiteX175" fmla="*/ 976512 w 6572708"/>
              <a:gd name="connsiteY175" fmla="*/ 2050269 h 6858000"/>
              <a:gd name="connsiteX176" fmla="*/ 1000665 w 6572708"/>
              <a:gd name="connsiteY176" fmla="*/ 2030946 h 6858000"/>
              <a:gd name="connsiteX177" fmla="*/ 1001735 w 6572708"/>
              <a:gd name="connsiteY177" fmla="*/ 2027284 h 6858000"/>
              <a:gd name="connsiteX178" fmla="*/ 1020214 w 6572708"/>
              <a:gd name="connsiteY178" fmla="*/ 2016095 h 6858000"/>
              <a:gd name="connsiteX179" fmla="*/ 1028302 w 6572708"/>
              <a:gd name="connsiteY179" fmla="*/ 2009567 h 6858000"/>
              <a:gd name="connsiteX180" fmla="*/ 1033598 w 6572708"/>
              <a:gd name="connsiteY180" fmla="*/ 2009267 h 6858000"/>
              <a:gd name="connsiteX181" fmla="*/ 1044008 w 6572708"/>
              <a:gd name="connsiteY181" fmla="*/ 1998844 h 6858000"/>
              <a:gd name="connsiteX182" fmla="*/ 1044069 w 6572708"/>
              <a:gd name="connsiteY182" fmla="*/ 1997063 h 6858000"/>
              <a:gd name="connsiteX183" fmla="*/ 1056878 w 6572708"/>
              <a:gd name="connsiteY183" fmla="*/ 1990634 h 6858000"/>
              <a:gd name="connsiteX184" fmla="*/ 1072722 w 6572708"/>
              <a:gd name="connsiteY184" fmla="*/ 1987868 h 6858000"/>
              <a:gd name="connsiteX185" fmla="*/ 1145252 w 6572708"/>
              <a:gd name="connsiteY185" fmla="*/ 1891028 h 6858000"/>
              <a:gd name="connsiteX186" fmla="*/ 1226890 w 6572708"/>
              <a:gd name="connsiteY186" fmla="*/ 1845992 h 6858000"/>
              <a:gd name="connsiteX187" fmla="*/ 1323685 w 6572708"/>
              <a:gd name="connsiteY187" fmla="*/ 1758717 h 6858000"/>
              <a:gd name="connsiteX188" fmla="*/ 1398273 w 6572708"/>
              <a:gd name="connsiteY188" fmla="*/ 1627389 h 6858000"/>
              <a:gd name="connsiteX189" fmla="*/ 1417786 w 6572708"/>
              <a:gd name="connsiteY189" fmla="*/ 1591233 h 6858000"/>
              <a:gd name="connsiteX190" fmla="*/ 1456144 w 6572708"/>
              <a:gd name="connsiteY190" fmla="*/ 1570271 h 6858000"/>
              <a:gd name="connsiteX191" fmla="*/ 1458351 w 6572708"/>
              <a:gd name="connsiteY191" fmla="*/ 1554550 h 6858000"/>
              <a:gd name="connsiteX192" fmla="*/ 1458500 w 6572708"/>
              <a:gd name="connsiteY192" fmla="*/ 1551719 h 6858000"/>
              <a:gd name="connsiteX193" fmla="*/ 1464150 w 6572708"/>
              <a:gd name="connsiteY193" fmla="*/ 1542986 h 6858000"/>
              <a:gd name="connsiteX194" fmla="*/ 1459426 w 6572708"/>
              <a:gd name="connsiteY194" fmla="*/ 1537283 h 6858000"/>
              <a:gd name="connsiteX195" fmla="*/ 1463401 w 6572708"/>
              <a:gd name="connsiteY195" fmla="*/ 1521818 h 6858000"/>
              <a:gd name="connsiteX196" fmla="*/ 1475565 w 6572708"/>
              <a:gd name="connsiteY196" fmla="*/ 1506648 h 6858000"/>
              <a:gd name="connsiteX197" fmla="*/ 1540362 w 6572708"/>
              <a:gd name="connsiteY197" fmla="*/ 1438265 h 6858000"/>
              <a:gd name="connsiteX198" fmla="*/ 1575141 w 6572708"/>
              <a:gd name="connsiteY198" fmla="*/ 1395238 h 6858000"/>
              <a:gd name="connsiteX199" fmla="*/ 1582090 w 6572708"/>
              <a:gd name="connsiteY199" fmla="*/ 1375575 h 6858000"/>
              <a:gd name="connsiteX200" fmla="*/ 1596005 w 6572708"/>
              <a:gd name="connsiteY200" fmla="*/ 1350347 h 6858000"/>
              <a:gd name="connsiteX201" fmla="*/ 1615711 w 6572708"/>
              <a:gd name="connsiteY201" fmla="*/ 1303251 h 6858000"/>
              <a:gd name="connsiteX202" fmla="*/ 1650622 w 6572708"/>
              <a:gd name="connsiteY202" fmla="*/ 1244447 h 6858000"/>
              <a:gd name="connsiteX203" fmla="*/ 1702792 w 6572708"/>
              <a:gd name="connsiteY203" fmla="*/ 1215797 h 6858000"/>
              <a:gd name="connsiteX204" fmla="*/ 1700885 w 6572708"/>
              <a:gd name="connsiteY204" fmla="*/ 1209814 h 6858000"/>
              <a:gd name="connsiteX205" fmla="*/ 1723848 w 6572708"/>
              <a:gd name="connsiteY205" fmla="*/ 1183123 h 6858000"/>
              <a:gd name="connsiteX206" fmla="*/ 1759968 w 6572708"/>
              <a:gd name="connsiteY206" fmla="*/ 1166871 h 6858000"/>
              <a:gd name="connsiteX207" fmla="*/ 1767742 w 6572708"/>
              <a:gd name="connsiteY207" fmla="*/ 1158484 h 6858000"/>
              <a:gd name="connsiteX208" fmla="*/ 1773870 w 6572708"/>
              <a:gd name="connsiteY208" fmla="*/ 1125979 h 6858000"/>
              <a:gd name="connsiteX209" fmla="*/ 1767392 w 6572708"/>
              <a:gd name="connsiteY209" fmla="*/ 1121685 h 6858000"/>
              <a:gd name="connsiteX210" fmla="*/ 1770175 w 6572708"/>
              <a:gd name="connsiteY210" fmla="*/ 1112182 h 6858000"/>
              <a:gd name="connsiteX211" fmla="*/ 1769418 w 6572708"/>
              <a:gd name="connsiteY211" fmla="*/ 1109483 h 6858000"/>
              <a:gd name="connsiteX212" fmla="*/ 1766580 w 6572708"/>
              <a:gd name="connsiteY212" fmla="*/ 1094184 h 6858000"/>
              <a:gd name="connsiteX213" fmla="*/ 1797677 w 6572708"/>
              <a:gd name="connsiteY213" fmla="*/ 1065740 h 6858000"/>
              <a:gd name="connsiteX214" fmla="*/ 1805371 w 6572708"/>
              <a:gd name="connsiteY214" fmla="*/ 1027273 h 6858000"/>
              <a:gd name="connsiteX215" fmla="*/ 1882128 w 6572708"/>
              <a:gd name="connsiteY215" fmla="*/ 887059 h 6858000"/>
              <a:gd name="connsiteX216" fmla="*/ 1922110 w 6572708"/>
              <a:gd name="connsiteY216" fmla="*/ 824781 h 6858000"/>
              <a:gd name="connsiteX217" fmla="*/ 1970558 w 6572708"/>
              <a:gd name="connsiteY217" fmla="*/ 721635 h 6858000"/>
              <a:gd name="connsiteX218" fmla="*/ 1974257 w 6572708"/>
              <a:gd name="connsiteY218" fmla="*/ 713733 h 6858000"/>
              <a:gd name="connsiteX219" fmla="*/ 1971701 w 6572708"/>
              <a:gd name="connsiteY219" fmla="*/ 704563 h 6858000"/>
              <a:gd name="connsiteX220" fmla="*/ 1966819 w 6572708"/>
              <a:gd name="connsiteY220" fmla="*/ 628924 h 6858000"/>
              <a:gd name="connsiteX221" fmla="*/ 1956004 w 6572708"/>
              <a:gd name="connsiteY221" fmla="*/ 621102 h 6858000"/>
              <a:gd name="connsiteX222" fmla="*/ 1948613 w 6572708"/>
              <a:gd name="connsiteY222" fmla="*/ 609156 h 6858000"/>
              <a:gd name="connsiteX223" fmla="*/ 1949145 w 6572708"/>
              <a:gd name="connsiteY223" fmla="*/ 606753 h 6858000"/>
              <a:gd name="connsiteX224" fmla="*/ 1944819 w 6572708"/>
              <a:gd name="connsiteY224" fmla="*/ 590072 h 6858000"/>
              <a:gd name="connsiteX225" fmla="*/ 1941001 w 6572708"/>
              <a:gd name="connsiteY225" fmla="*/ 588296 h 6858000"/>
              <a:gd name="connsiteX226" fmla="*/ 1937134 w 6572708"/>
              <a:gd name="connsiteY226" fmla="*/ 577443 h 6858000"/>
              <a:gd name="connsiteX227" fmla="*/ 1927092 w 6572708"/>
              <a:gd name="connsiteY227" fmla="*/ 557642 h 6858000"/>
              <a:gd name="connsiteX228" fmla="*/ 1927484 w 6572708"/>
              <a:gd name="connsiteY228" fmla="*/ 552451 h 6858000"/>
              <a:gd name="connsiteX229" fmla="*/ 1915874 w 6572708"/>
              <a:gd name="connsiteY229" fmla="*/ 520271 h 6858000"/>
              <a:gd name="connsiteX230" fmla="*/ 1916793 w 6572708"/>
              <a:gd name="connsiteY230" fmla="*/ 519123 h 6858000"/>
              <a:gd name="connsiteX231" fmla="*/ 1918236 w 6572708"/>
              <a:gd name="connsiteY231" fmla="*/ 506970 h 6858000"/>
              <a:gd name="connsiteX232" fmla="*/ 1918529 w 6572708"/>
              <a:gd name="connsiteY232" fmla="*/ 485354 h 6858000"/>
              <a:gd name="connsiteX233" fmla="*/ 1932556 w 6572708"/>
              <a:gd name="connsiteY233" fmla="*/ 426779 h 6858000"/>
              <a:gd name="connsiteX234" fmla="*/ 1920572 w 6572708"/>
              <a:gd name="connsiteY234" fmla="*/ 393150 h 6858000"/>
              <a:gd name="connsiteX235" fmla="*/ 1918744 w 6572708"/>
              <a:gd name="connsiteY235" fmla="*/ 385981 h 6858000"/>
              <a:gd name="connsiteX236" fmla="*/ 1918949 w 6572708"/>
              <a:gd name="connsiteY236" fmla="*/ 385674 h 6858000"/>
              <a:gd name="connsiteX237" fmla="*/ 1917499 w 6572708"/>
              <a:gd name="connsiteY237" fmla="*/ 377782 h 6858000"/>
              <a:gd name="connsiteX238" fmla="*/ 1915412 w 6572708"/>
              <a:gd name="connsiteY238" fmla="*/ 372914 h 6858000"/>
              <a:gd name="connsiteX239" fmla="*/ 1911865 w 6572708"/>
              <a:gd name="connsiteY239" fmla="*/ 359009 h 6858000"/>
              <a:gd name="connsiteX240" fmla="*/ 1912244 w 6572708"/>
              <a:gd name="connsiteY240" fmla="*/ 353121 h 6858000"/>
              <a:gd name="connsiteX241" fmla="*/ 1933610 w 6572708"/>
              <a:gd name="connsiteY241" fmla="*/ 297387 h 6858000"/>
              <a:gd name="connsiteX242" fmla="*/ 1939454 w 6572708"/>
              <a:gd name="connsiteY242" fmla="*/ 194719 h 6858000"/>
              <a:gd name="connsiteX243" fmla="*/ 1942001 w 6572708"/>
              <a:gd name="connsiteY243" fmla="*/ 93227 h 6858000"/>
              <a:gd name="connsiteX244" fmla="*/ 1941351 w 6572708"/>
              <a:gd name="connsiteY244" fmla="*/ 56555 h 6858000"/>
              <a:gd name="connsiteX245" fmla="*/ 1950955 w 6572708"/>
              <a:gd name="connsiteY245" fmla="*/ 5312 h 6858000"/>
              <a:gd name="connsiteX246" fmla="*/ 1949546 w 6572708"/>
              <a:gd name="connsiteY246"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4727719 w 6572708"/>
              <a:gd name="connsiteY8" fmla="*/ 6858000 h 6858000"/>
              <a:gd name="connsiteX9" fmla="*/ 3831783 w 6572708"/>
              <a:gd name="connsiteY9" fmla="*/ 6858000 h 6858000"/>
              <a:gd name="connsiteX10" fmla="*/ 1368280 w 6572708"/>
              <a:gd name="connsiteY10" fmla="*/ 6858000 h 6858000"/>
              <a:gd name="connsiteX11" fmla="*/ 0 w 6572708"/>
              <a:gd name="connsiteY11" fmla="*/ 6858000 h 6858000"/>
              <a:gd name="connsiteX12" fmla="*/ 9990 w 6572708"/>
              <a:gd name="connsiteY12" fmla="*/ 6815347 h 6858000"/>
              <a:gd name="connsiteX13" fmla="*/ 11375 w 6572708"/>
              <a:gd name="connsiteY13" fmla="*/ 6764639 h 6858000"/>
              <a:gd name="connsiteX14" fmla="*/ 37994 w 6572708"/>
              <a:gd name="connsiteY14" fmla="*/ 6747193 h 6858000"/>
              <a:gd name="connsiteX15" fmla="*/ 60759 w 6572708"/>
              <a:gd name="connsiteY15" fmla="*/ 6667761 h 6858000"/>
              <a:gd name="connsiteX16" fmla="*/ 44882 w 6572708"/>
              <a:gd name="connsiteY16" fmla="*/ 6635203 h 6858000"/>
              <a:gd name="connsiteX17" fmla="*/ 38884 w 6572708"/>
              <a:gd name="connsiteY17" fmla="*/ 6601215 h 6858000"/>
              <a:gd name="connsiteX18" fmla="*/ 24537 w 6572708"/>
              <a:gd name="connsiteY18" fmla="*/ 6599857 h 6858000"/>
              <a:gd name="connsiteX19" fmla="*/ 30487 w 6572708"/>
              <a:gd name="connsiteY19" fmla="*/ 6582849 h 6858000"/>
              <a:gd name="connsiteX20" fmla="*/ 30797 w 6572708"/>
              <a:gd name="connsiteY20" fmla="*/ 6536021 h 6858000"/>
              <a:gd name="connsiteX21" fmla="*/ 10629 w 6572708"/>
              <a:gd name="connsiteY21" fmla="*/ 6483343 h 6858000"/>
              <a:gd name="connsiteX22" fmla="*/ 16211 w 6572708"/>
              <a:gd name="connsiteY22" fmla="*/ 6402087 h 6858000"/>
              <a:gd name="connsiteX23" fmla="*/ 25932 w 6572708"/>
              <a:gd name="connsiteY23" fmla="*/ 6321765 h 6858000"/>
              <a:gd name="connsiteX24" fmla="*/ 31488 w 6572708"/>
              <a:gd name="connsiteY24" fmla="*/ 6292746 h 6858000"/>
              <a:gd name="connsiteX25" fmla="*/ 32413 w 6572708"/>
              <a:gd name="connsiteY25" fmla="*/ 6240744 h 6858000"/>
              <a:gd name="connsiteX26" fmla="*/ 34430 w 6572708"/>
              <a:gd name="connsiteY26" fmla="*/ 6206738 h 6858000"/>
              <a:gd name="connsiteX27" fmla="*/ 55689 w 6572708"/>
              <a:gd name="connsiteY27" fmla="*/ 6203389 h 6858000"/>
              <a:gd name="connsiteX28" fmla="*/ 63475 w 6572708"/>
              <a:gd name="connsiteY28" fmla="*/ 6172740 h 6858000"/>
              <a:gd name="connsiteX29" fmla="*/ 50070 w 6572708"/>
              <a:gd name="connsiteY29" fmla="*/ 6141398 h 6858000"/>
              <a:gd name="connsiteX30" fmla="*/ 52252 w 6572708"/>
              <a:gd name="connsiteY30" fmla="*/ 6103364 h 6858000"/>
              <a:gd name="connsiteX31" fmla="*/ 53329 w 6572708"/>
              <a:gd name="connsiteY31" fmla="*/ 6080619 h 6858000"/>
              <a:gd name="connsiteX32" fmla="*/ 73573 w 6572708"/>
              <a:gd name="connsiteY32" fmla="*/ 6019868 h 6858000"/>
              <a:gd name="connsiteX33" fmla="*/ 149610 w 6572708"/>
              <a:gd name="connsiteY33" fmla="*/ 5918672 h 6858000"/>
              <a:gd name="connsiteX34" fmla="*/ 160505 w 6572708"/>
              <a:gd name="connsiteY34" fmla="*/ 5887690 h 6858000"/>
              <a:gd name="connsiteX35" fmla="*/ 156200 w 6572708"/>
              <a:gd name="connsiteY35" fmla="*/ 5882649 h 6858000"/>
              <a:gd name="connsiteX36" fmla="*/ 194213 w 6572708"/>
              <a:gd name="connsiteY36" fmla="*/ 5841953 h 6858000"/>
              <a:gd name="connsiteX37" fmla="*/ 203216 w 6572708"/>
              <a:gd name="connsiteY37" fmla="*/ 5777927 h 6858000"/>
              <a:gd name="connsiteX38" fmla="*/ 202536 w 6572708"/>
              <a:gd name="connsiteY38" fmla="*/ 5728879 h 6858000"/>
              <a:gd name="connsiteX39" fmla="*/ 205380 w 6572708"/>
              <a:gd name="connsiteY39" fmla="*/ 5701696 h 6858000"/>
              <a:gd name="connsiteX40" fmla="*/ 203870 w 6572708"/>
              <a:gd name="connsiteY40" fmla="*/ 5681563 h 6858000"/>
              <a:gd name="connsiteX41" fmla="*/ 219294 w 6572708"/>
              <a:gd name="connsiteY41" fmla="*/ 5632219 h 6858000"/>
              <a:gd name="connsiteX42" fmla="*/ 252910 w 6572708"/>
              <a:gd name="connsiteY42" fmla="*/ 5551224 h 6858000"/>
              <a:gd name="connsiteX43" fmla="*/ 258253 w 6572708"/>
              <a:gd name="connsiteY43" fmla="*/ 5533854 h 6858000"/>
              <a:gd name="connsiteX44" fmla="*/ 255640 w 6572708"/>
              <a:gd name="connsiteY44" fmla="*/ 5518422 h 6858000"/>
              <a:gd name="connsiteX45" fmla="*/ 248756 w 6572708"/>
              <a:gd name="connsiteY45" fmla="*/ 5514403 h 6858000"/>
              <a:gd name="connsiteX46" fmla="*/ 250538 w 6572708"/>
              <a:gd name="connsiteY46" fmla="*/ 5504771 h 6858000"/>
              <a:gd name="connsiteX47" fmla="*/ 249507 w 6572708"/>
              <a:gd name="connsiteY47" fmla="*/ 5502102 h 6858000"/>
              <a:gd name="connsiteX48" fmla="*/ 245101 w 6572708"/>
              <a:gd name="connsiteY48" fmla="*/ 5486913 h 6858000"/>
              <a:gd name="connsiteX49" fmla="*/ 273088 w 6572708"/>
              <a:gd name="connsiteY49" fmla="*/ 5457083 h 6858000"/>
              <a:gd name="connsiteX50" fmla="*/ 276759 w 6572708"/>
              <a:gd name="connsiteY50" fmla="*/ 5418245 h 6858000"/>
              <a:gd name="connsiteX51" fmla="*/ 314712 w 6572708"/>
              <a:gd name="connsiteY51" fmla="*/ 5305770 h 6858000"/>
              <a:gd name="connsiteX52" fmla="*/ 320056 w 6572708"/>
              <a:gd name="connsiteY52" fmla="*/ 5298784 h 6858000"/>
              <a:gd name="connsiteX53" fmla="*/ 320763 w 6572708"/>
              <a:gd name="connsiteY53" fmla="*/ 5282149 h 6858000"/>
              <a:gd name="connsiteX54" fmla="*/ 325879 w 6572708"/>
              <a:gd name="connsiteY54" fmla="*/ 5270957 h 6858000"/>
              <a:gd name="connsiteX55" fmla="*/ 318913 w 6572708"/>
              <a:gd name="connsiteY55" fmla="*/ 5268991 h 6858000"/>
              <a:gd name="connsiteX56" fmla="*/ 317275 w 6572708"/>
              <a:gd name="connsiteY56" fmla="*/ 5230130 h 6858000"/>
              <a:gd name="connsiteX57" fmla="*/ 329641 w 6572708"/>
              <a:gd name="connsiteY57" fmla="*/ 5216534 h 6858000"/>
              <a:gd name="connsiteX58" fmla="*/ 329088 w 6572708"/>
              <a:gd name="connsiteY58" fmla="*/ 5211732 h 6858000"/>
              <a:gd name="connsiteX59" fmla="*/ 331669 w 6572708"/>
              <a:gd name="connsiteY59" fmla="*/ 5058537 h 6858000"/>
              <a:gd name="connsiteX60" fmla="*/ 323855 w 6572708"/>
              <a:gd name="connsiteY60" fmla="*/ 4827737 h 6858000"/>
              <a:gd name="connsiteX61" fmla="*/ 333687 w 6572708"/>
              <a:gd name="connsiteY61" fmla="*/ 4774692 h 6858000"/>
              <a:gd name="connsiteX62" fmla="*/ 322637 w 6572708"/>
              <a:gd name="connsiteY62" fmla="*/ 4727427 h 6858000"/>
              <a:gd name="connsiteX63" fmla="*/ 330798 w 6572708"/>
              <a:gd name="connsiteY63" fmla="*/ 4708193 h 6858000"/>
              <a:gd name="connsiteX64" fmla="*/ 332420 w 6572708"/>
              <a:gd name="connsiteY64" fmla="*/ 4704882 h 6858000"/>
              <a:gd name="connsiteX65" fmla="*/ 334216 w 6572708"/>
              <a:gd name="connsiteY65" fmla="*/ 4691500 h 6858000"/>
              <a:gd name="connsiteX66" fmla="*/ 340601 w 6572708"/>
              <a:gd name="connsiteY66" fmla="*/ 4687895 h 6858000"/>
              <a:gd name="connsiteX67" fmla="*/ 347516 w 6572708"/>
              <a:gd name="connsiteY67" fmla="*/ 4667873 h 6858000"/>
              <a:gd name="connsiteX68" fmla="*/ 349175 w 6572708"/>
              <a:gd name="connsiteY68" fmla="*/ 4643189 h 6858000"/>
              <a:gd name="connsiteX69" fmla="*/ 350492 w 6572708"/>
              <a:gd name="connsiteY69" fmla="*/ 4525833 h 6858000"/>
              <a:gd name="connsiteX70" fmla="*/ 355031 w 6572708"/>
              <a:gd name="connsiteY70" fmla="*/ 4455649 h 6858000"/>
              <a:gd name="connsiteX71" fmla="*/ 362651 w 6572708"/>
              <a:gd name="connsiteY71" fmla="*/ 4429036 h 6858000"/>
              <a:gd name="connsiteX72" fmla="*/ 369327 w 6572708"/>
              <a:gd name="connsiteY72" fmla="*/ 4391840 h 6858000"/>
              <a:gd name="connsiteX73" fmla="*/ 371272 w 6572708"/>
              <a:gd name="connsiteY73" fmla="*/ 4358845 h 6858000"/>
              <a:gd name="connsiteX74" fmla="*/ 382342 w 6572708"/>
              <a:gd name="connsiteY74" fmla="*/ 4333764 h 6858000"/>
              <a:gd name="connsiteX75" fmla="*/ 381365 w 6572708"/>
              <a:gd name="connsiteY75" fmla="*/ 4331730 h 6858000"/>
              <a:gd name="connsiteX76" fmla="*/ 364244 w 6572708"/>
              <a:gd name="connsiteY76" fmla="*/ 4309700 h 6858000"/>
              <a:gd name="connsiteX77" fmla="*/ 363377 w 6572708"/>
              <a:gd name="connsiteY77" fmla="*/ 4285388 h 6858000"/>
              <a:gd name="connsiteX78" fmla="*/ 357697 w 6572708"/>
              <a:gd name="connsiteY78" fmla="*/ 4266169 h 6858000"/>
              <a:gd name="connsiteX79" fmla="*/ 356998 w 6572708"/>
              <a:gd name="connsiteY79" fmla="*/ 4247672 h 6858000"/>
              <a:gd name="connsiteX80" fmla="*/ 357549 w 6572708"/>
              <a:gd name="connsiteY80" fmla="*/ 4237120 h 6858000"/>
              <a:gd name="connsiteX81" fmla="*/ 358116 w 6572708"/>
              <a:gd name="connsiteY81" fmla="*/ 4232936 h 6858000"/>
              <a:gd name="connsiteX82" fmla="*/ 366243 w 6572708"/>
              <a:gd name="connsiteY82" fmla="*/ 4224051 h 6858000"/>
              <a:gd name="connsiteX83" fmla="*/ 363841 w 6572708"/>
              <a:gd name="connsiteY83" fmla="*/ 4211782 h 6858000"/>
              <a:gd name="connsiteX84" fmla="*/ 372159 w 6572708"/>
              <a:gd name="connsiteY84" fmla="*/ 4198810 h 6858000"/>
              <a:gd name="connsiteX85" fmla="*/ 366211 w 6572708"/>
              <a:gd name="connsiteY85" fmla="*/ 4195262 h 6858000"/>
              <a:gd name="connsiteX86" fmla="*/ 360561 w 6572708"/>
              <a:gd name="connsiteY86" fmla="*/ 4184054 h 6858000"/>
              <a:gd name="connsiteX87" fmla="*/ 373972 w 6572708"/>
              <a:gd name="connsiteY87" fmla="*/ 4155792 h 6858000"/>
              <a:gd name="connsiteX88" fmla="*/ 373150 w 6572708"/>
              <a:gd name="connsiteY88" fmla="*/ 4150364 h 6858000"/>
              <a:gd name="connsiteX89" fmla="*/ 383773 w 6572708"/>
              <a:gd name="connsiteY89" fmla="*/ 4132084 h 6858000"/>
              <a:gd name="connsiteX90" fmla="*/ 389140 w 6572708"/>
              <a:gd name="connsiteY90" fmla="*/ 4115873 h 6858000"/>
              <a:gd name="connsiteX91" fmla="*/ 378846 w 6572708"/>
              <a:gd name="connsiteY91" fmla="*/ 4082551 h 6858000"/>
              <a:gd name="connsiteX92" fmla="*/ 368001 w 6572708"/>
              <a:gd name="connsiteY92" fmla="*/ 3968090 h 6858000"/>
              <a:gd name="connsiteX93" fmla="*/ 372661 w 6572708"/>
              <a:gd name="connsiteY93" fmla="*/ 3881355 h 6858000"/>
              <a:gd name="connsiteX94" fmla="*/ 379210 w 6572708"/>
              <a:gd name="connsiteY94" fmla="*/ 3850569 h 6858000"/>
              <a:gd name="connsiteX95" fmla="*/ 389880 w 6572708"/>
              <a:gd name="connsiteY95" fmla="*/ 3798988 h 6858000"/>
              <a:gd name="connsiteX96" fmla="*/ 409909 w 6572708"/>
              <a:gd name="connsiteY96" fmla="*/ 3760424 h 6858000"/>
              <a:gd name="connsiteX97" fmla="*/ 414051 w 6572708"/>
              <a:gd name="connsiteY97" fmla="*/ 3717298 h 6858000"/>
              <a:gd name="connsiteX98" fmla="*/ 399424 w 6572708"/>
              <a:gd name="connsiteY98" fmla="*/ 3707291 h 6858000"/>
              <a:gd name="connsiteX99" fmla="*/ 394460 w 6572708"/>
              <a:gd name="connsiteY99" fmla="*/ 3673415 h 6858000"/>
              <a:gd name="connsiteX100" fmla="*/ 408918 w 6572708"/>
              <a:gd name="connsiteY100" fmla="*/ 3661155 h 6858000"/>
              <a:gd name="connsiteX101" fmla="*/ 425028 w 6572708"/>
              <a:gd name="connsiteY101" fmla="*/ 3591166 h 6858000"/>
              <a:gd name="connsiteX102" fmla="*/ 430292 w 6572708"/>
              <a:gd name="connsiteY102" fmla="*/ 3550801 h 6858000"/>
              <a:gd name="connsiteX103" fmla="*/ 437149 w 6572708"/>
              <a:gd name="connsiteY103" fmla="*/ 3497399 h 6858000"/>
              <a:gd name="connsiteX104" fmla="*/ 442017 w 6572708"/>
              <a:gd name="connsiteY104" fmla="*/ 3474143 h 6858000"/>
              <a:gd name="connsiteX105" fmla="*/ 437175 w 6572708"/>
              <a:gd name="connsiteY105" fmla="*/ 3463057 h 6858000"/>
              <a:gd name="connsiteX106" fmla="*/ 438483 w 6572708"/>
              <a:gd name="connsiteY106" fmla="*/ 3457563 h 6858000"/>
              <a:gd name="connsiteX107" fmla="*/ 438642 w 6572708"/>
              <a:gd name="connsiteY107" fmla="*/ 3439053 h 6858000"/>
              <a:gd name="connsiteX108" fmla="*/ 439678 w 6572708"/>
              <a:gd name="connsiteY108" fmla="*/ 3428537 h 6858000"/>
              <a:gd name="connsiteX109" fmla="*/ 440437 w 6572708"/>
              <a:gd name="connsiteY109" fmla="*/ 3424381 h 6858000"/>
              <a:gd name="connsiteX110" fmla="*/ 448781 w 6572708"/>
              <a:gd name="connsiteY110" fmla="*/ 3416042 h 6858000"/>
              <a:gd name="connsiteX111" fmla="*/ 448765 w 6572708"/>
              <a:gd name="connsiteY111" fmla="*/ 3414504 h 6858000"/>
              <a:gd name="connsiteX112" fmla="*/ 447134 w 6572708"/>
              <a:gd name="connsiteY112" fmla="*/ 3403498 h 6858000"/>
              <a:gd name="connsiteX113" fmla="*/ 452387 w 6572708"/>
              <a:gd name="connsiteY113" fmla="*/ 3396070 h 6858000"/>
              <a:gd name="connsiteX114" fmla="*/ 453996 w 6572708"/>
              <a:gd name="connsiteY114" fmla="*/ 3389553 h 6858000"/>
              <a:gd name="connsiteX115" fmla="*/ 450265 w 6572708"/>
              <a:gd name="connsiteY115" fmla="*/ 3387098 h 6858000"/>
              <a:gd name="connsiteX116" fmla="*/ 445137 w 6572708"/>
              <a:gd name="connsiteY116" fmla="*/ 3375655 h 6858000"/>
              <a:gd name="connsiteX117" fmla="*/ 453359 w 6572708"/>
              <a:gd name="connsiteY117" fmla="*/ 3367050 h 6858000"/>
              <a:gd name="connsiteX118" fmla="*/ 459842 w 6572708"/>
              <a:gd name="connsiteY118" fmla="*/ 3348005 h 6858000"/>
              <a:gd name="connsiteX119" fmla="*/ 459268 w 6572708"/>
              <a:gd name="connsiteY119" fmla="*/ 3342546 h 6858000"/>
              <a:gd name="connsiteX120" fmla="*/ 470590 w 6572708"/>
              <a:gd name="connsiteY120" fmla="*/ 3324958 h 6858000"/>
              <a:gd name="connsiteX121" fmla="*/ 468579 w 6572708"/>
              <a:gd name="connsiteY121" fmla="*/ 3306990 h 6858000"/>
              <a:gd name="connsiteX122" fmla="*/ 480123 w 6572708"/>
              <a:gd name="connsiteY122" fmla="*/ 3295094 h 6858000"/>
              <a:gd name="connsiteX123" fmla="*/ 482298 w 6572708"/>
              <a:gd name="connsiteY123" fmla="*/ 3293541 h 6858000"/>
              <a:gd name="connsiteX124" fmla="*/ 489102 w 6572708"/>
              <a:gd name="connsiteY124" fmla="*/ 3262198 h 6858000"/>
              <a:gd name="connsiteX125" fmla="*/ 497561 w 6572708"/>
              <a:gd name="connsiteY125" fmla="*/ 3253284 h 6858000"/>
              <a:gd name="connsiteX126" fmla="*/ 522157 w 6572708"/>
              <a:gd name="connsiteY126" fmla="*/ 3192563 h 6858000"/>
              <a:gd name="connsiteX127" fmla="*/ 529302 w 6572708"/>
              <a:gd name="connsiteY127" fmla="*/ 3175520 h 6858000"/>
              <a:gd name="connsiteX128" fmla="*/ 528284 w 6572708"/>
              <a:gd name="connsiteY128" fmla="*/ 3160058 h 6858000"/>
              <a:gd name="connsiteX129" fmla="*/ 521806 w 6572708"/>
              <a:gd name="connsiteY129" fmla="*/ 3155764 h 6858000"/>
              <a:gd name="connsiteX130" fmla="*/ 524589 w 6572708"/>
              <a:gd name="connsiteY130" fmla="*/ 3146261 h 6858000"/>
              <a:gd name="connsiteX131" fmla="*/ 523832 w 6572708"/>
              <a:gd name="connsiteY131" fmla="*/ 3143561 h 6858000"/>
              <a:gd name="connsiteX132" fmla="*/ 520994 w 6572708"/>
              <a:gd name="connsiteY132" fmla="*/ 3128263 h 6858000"/>
              <a:gd name="connsiteX133" fmla="*/ 552091 w 6572708"/>
              <a:gd name="connsiteY133" fmla="*/ 3099818 h 6858000"/>
              <a:gd name="connsiteX134" fmla="*/ 618216 w 6572708"/>
              <a:gd name="connsiteY134" fmla="*/ 2895965 h 6858000"/>
              <a:gd name="connsiteX135" fmla="*/ 724973 w 6572708"/>
              <a:gd name="connsiteY135" fmla="*/ 2755713 h 6858000"/>
              <a:gd name="connsiteX136" fmla="*/ 765538 w 6572708"/>
              <a:gd name="connsiteY136" fmla="*/ 2648081 h 6858000"/>
              <a:gd name="connsiteX137" fmla="*/ 780267 w 6572708"/>
              <a:gd name="connsiteY137" fmla="*/ 2641879 h 6858000"/>
              <a:gd name="connsiteX138" fmla="*/ 790836 w 6572708"/>
              <a:gd name="connsiteY138" fmla="*/ 2632919 h 6858000"/>
              <a:gd name="connsiteX139" fmla="*/ 790328 w 6572708"/>
              <a:gd name="connsiteY139" fmla="*/ 2631229 h 6858000"/>
              <a:gd name="connsiteX140" fmla="*/ 797257 w 6572708"/>
              <a:gd name="connsiteY140" fmla="*/ 2619054 h 6858000"/>
              <a:gd name="connsiteX141" fmla="*/ 802383 w 6572708"/>
              <a:gd name="connsiteY141" fmla="*/ 2617568 h 6858000"/>
              <a:gd name="connsiteX142" fmla="*/ 808267 w 6572708"/>
              <a:gd name="connsiteY142" fmla="*/ 2609586 h 6858000"/>
              <a:gd name="connsiteX143" fmla="*/ 822908 w 6572708"/>
              <a:gd name="connsiteY143" fmla="*/ 2594856 h 6858000"/>
              <a:gd name="connsiteX144" fmla="*/ 822791 w 6572708"/>
              <a:gd name="connsiteY144" fmla="*/ 2591164 h 6858000"/>
              <a:gd name="connsiteX145" fmla="*/ 840423 w 6572708"/>
              <a:gd name="connsiteY145" fmla="*/ 2567492 h 6858000"/>
              <a:gd name="connsiteX146" fmla="*/ 839313 w 6572708"/>
              <a:gd name="connsiteY146" fmla="*/ 2566722 h 6858000"/>
              <a:gd name="connsiteX147" fmla="*/ 838361 w 6572708"/>
              <a:gd name="connsiteY147" fmla="*/ 2558109 h 6858000"/>
              <a:gd name="connsiteX148" fmla="*/ 839637 w 6572708"/>
              <a:gd name="connsiteY148" fmla="*/ 2542662 h 6858000"/>
              <a:gd name="connsiteX149" fmla="*/ 825800 w 6572708"/>
              <a:gd name="connsiteY149" fmla="*/ 2501548 h 6858000"/>
              <a:gd name="connsiteX150" fmla="*/ 844035 w 6572708"/>
              <a:gd name="connsiteY150" fmla="*/ 2476819 h 6858000"/>
              <a:gd name="connsiteX151" fmla="*/ 846972 w 6572708"/>
              <a:gd name="connsiteY151" fmla="*/ 2471590 h 6858000"/>
              <a:gd name="connsiteX152" fmla="*/ 846730 w 6572708"/>
              <a:gd name="connsiteY152" fmla="*/ 2471378 h 6858000"/>
              <a:gd name="connsiteX153" fmla="*/ 849228 w 6572708"/>
              <a:gd name="connsiteY153" fmla="*/ 2465654 h 6858000"/>
              <a:gd name="connsiteX154" fmla="*/ 852330 w 6572708"/>
              <a:gd name="connsiteY154" fmla="*/ 2462052 h 6858000"/>
              <a:gd name="connsiteX155" fmla="*/ 858029 w 6572708"/>
              <a:gd name="connsiteY155" fmla="*/ 2451906 h 6858000"/>
              <a:gd name="connsiteX156" fmla="*/ 857986 w 6572708"/>
              <a:gd name="connsiteY156" fmla="*/ 2447716 h 6858000"/>
              <a:gd name="connsiteX157" fmla="*/ 855075 w 6572708"/>
              <a:gd name="connsiteY157" fmla="*/ 2445047 h 6858000"/>
              <a:gd name="connsiteX158" fmla="*/ 856006 w 6572708"/>
              <a:gd name="connsiteY158" fmla="*/ 2444265 h 6858000"/>
              <a:gd name="connsiteX159" fmla="*/ 856444 w 6572708"/>
              <a:gd name="connsiteY159" fmla="*/ 2421759 h 6858000"/>
              <a:gd name="connsiteX160" fmla="*/ 868981 w 6572708"/>
              <a:gd name="connsiteY160" fmla="*/ 2375200 h 6858000"/>
              <a:gd name="connsiteX161" fmla="*/ 880811 w 6572708"/>
              <a:gd name="connsiteY161" fmla="*/ 2350147 h 6858000"/>
              <a:gd name="connsiteX162" fmla="*/ 908124 w 6572708"/>
              <a:gd name="connsiteY162" fmla="*/ 2279761 h 6858000"/>
              <a:gd name="connsiteX163" fmla="*/ 931678 w 6572708"/>
              <a:gd name="connsiteY163" fmla="*/ 2207772 h 6858000"/>
              <a:gd name="connsiteX164" fmla="*/ 921761 w 6572708"/>
              <a:gd name="connsiteY164" fmla="*/ 2164302 h 6858000"/>
              <a:gd name="connsiteX165" fmla="*/ 923058 w 6572708"/>
              <a:gd name="connsiteY165" fmla="*/ 2160162 h 6858000"/>
              <a:gd name="connsiteX166" fmla="*/ 931663 w 6572708"/>
              <a:gd name="connsiteY166" fmla="*/ 2151458 h 6858000"/>
              <a:gd name="connsiteX167" fmla="*/ 935730 w 6572708"/>
              <a:gd name="connsiteY167" fmla="*/ 2148616 h 6858000"/>
              <a:gd name="connsiteX168" fmla="*/ 939910 w 6572708"/>
              <a:gd name="connsiteY168" fmla="*/ 2143540 h 6858000"/>
              <a:gd name="connsiteX169" fmla="*/ 939746 w 6572708"/>
              <a:gd name="connsiteY169" fmla="*/ 2143278 h 6858000"/>
              <a:gd name="connsiteX170" fmla="*/ 944182 w 6572708"/>
              <a:gd name="connsiteY170" fmla="*/ 2138791 h 6858000"/>
              <a:gd name="connsiteX171" fmla="*/ 969240 w 6572708"/>
              <a:gd name="connsiteY171" fmla="*/ 2118565 h 6858000"/>
              <a:gd name="connsiteX172" fmla="*/ 969333 w 6572708"/>
              <a:gd name="connsiteY172" fmla="*/ 2074914 h 6858000"/>
              <a:gd name="connsiteX173" fmla="*/ 975462 w 6572708"/>
              <a:gd name="connsiteY173" fmla="*/ 2059981 h 6858000"/>
              <a:gd name="connsiteX174" fmla="*/ 977313 w 6572708"/>
              <a:gd name="connsiteY174" fmla="*/ 2051279 h 6858000"/>
              <a:gd name="connsiteX175" fmla="*/ 976512 w 6572708"/>
              <a:gd name="connsiteY175" fmla="*/ 2050269 h 6858000"/>
              <a:gd name="connsiteX176" fmla="*/ 1000665 w 6572708"/>
              <a:gd name="connsiteY176" fmla="*/ 2030946 h 6858000"/>
              <a:gd name="connsiteX177" fmla="*/ 1001735 w 6572708"/>
              <a:gd name="connsiteY177" fmla="*/ 2027284 h 6858000"/>
              <a:gd name="connsiteX178" fmla="*/ 1020214 w 6572708"/>
              <a:gd name="connsiteY178" fmla="*/ 2016095 h 6858000"/>
              <a:gd name="connsiteX179" fmla="*/ 1028302 w 6572708"/>
              <a:gd name="connsiteY179" fmla="*/ 2009567 h 6858000"/>
              <a:gd name="connsiteX180" fmla="*/ 1033598 w 6572708"/>
              <a:gd name="connsiteY180" fmla="*/ 2009267 h 6858000"/>
              <a:gd name="connsiteX181" fmla="*/ 1044008 w 6572708"/>
              <a:gd name="connsiteY181" fmla="*/ 1998844 h 6858000"/>
              <a:gd name="connsiteX182" fmla="*/ 1044069 w 6572708"/>
              <a:gd name="connsiteY182" fmla="*/ 1997063 h 6858000"/>
              <a:gd name="connsiteX183" fmla="*/ 1056878 w 6572708"/>
              <a:gd name="connsiteY183" fmla="*/ 1990634 h 6858000"/>
              <a:gd name="connsiteX184" fmla="*/ 1072722 w 6572708"/>
              <a:gd name="connsiteY184" fmla="*/ 1987868 h 6858000"/>
              <a:gd name="connsiteX185" fmla="*/ 1145252 w 6572708"/>
              <a:gd name="connsiteY185" fmla="*/ 1891028 h 6858000"/>
              <a:gd name="connsiteX186" fmla="*/ 1226890 w 6572708"/>
              <a:gd name="connsiteY186" fmla="*/ 1845992 h 6858000"/>
              <a:gd name="connsiteX187" fmla="*/ 1323685 w 6572708"/>
              <a:gd name="connsiteY187" fmla="*/ 1758717 h 6858000"/>
              <a:gd name="connsiteX188" fmla="*/ 1398273 w 6572708"/>
              <a:gd name="connsiteY188" fmla="*/ 1627389 h 6858000"/>
              <a:gd name="connsiteX189" fmla="*/ 1417786 w 6572708"/>
              <a:gd name="connsiteY189" fmla="*/ 1591233 h 6858000"/>
              <a:gd name="connsiteX190" fmla="*/ 1456144 w 6572708"/>
              <a:gd name="connsiteY190" fmla="*/ 1570271 h 6858000"/>
              <a:gd name="connsiteX191" fmla="*/ 1458351 w 6572708"/>
              <a:gd name="connsiteY191" fmla="*/ 1554550 h 6858000"/>
              <a:gd name="connsiteX192" fmla="*/ 1458500 w 6572708"/>
              <a:gd name="connsiteY192" fmla="*/ 1551719 h 6858000"/>
              <a:gd name="connsiteX193" fmla="*/ 1464150 w 6572708"/>
              <a:gd name="connsiteY193" fmla="*/ 1542986 h 6858000"/>
              <a:gd name="connsiteX194" fmla="*/ 1459426 w 6572708"/>
              <a:gd name="connsiteY194" fmla="*/ 1537283 h 6858000"/>
              <a:gd name="connsiteX195" fmla="*/ 1463401 w 6572708"/>
              <a:gd name="connsiteY195" fmla="*/ 1521818 h 6858000"/>
              <a:gd name="connsiteX196" fmla="*/ 1475565 w 6572708"/>
              <a:gd name="connsiteY196" fmla="*/ 1506648 h 6858000"/>
              <a:gd name="connsiteX197" fmla="*/ 1540362 w 6572708"/>
              <a:gd name="connsiteY197" fmla="*/ 1438265 h 6858000"/>
              <a:gd name="connsiteX198" fmla="*/ 1575141 w 6572708"/>
              <a:gd name="connsiteY198" fmla="*/ 1395238 h 6858000"/>
              <a:gd name="connsiteX199" fmla="*/ 1582090 w 6572708"/>
              <a:gd name="connsiteY199" fmla="*/ 1375575 h 6858000"/>
              <a:gd name="connsiteX200" fmla="*/ 1596005 w 6572708"/>
              <a:gd name="connsiteY200" fmla="*/ 1350347 h 6858000"/>
              <a:gd name="connsiteX201" fmla="*/ 1615711 w 6572708"/>
              <a:gd name="connsiteY201" fmla="*/ 1303251 h 6858000"/>
              <a:gd name="connsiteX202" fmla="*/ 1650622 w 6572708"/>
              <a:gd name="connsiteY202" fmla="*/ 1244447 h 6858000"/>
              <a:gd name="connsiteX203" fmla="*/ 1702792 w 6572708"/>
              <a:gd name="connsiteY203" fmla="*/ 1215797 h 6858000"/>
              <a:gd name="connsiteX204" fmla="*/ 1700885 w 6572708"/>
              <a:gd name="connsiteY204" fmla="*/ 1209814 h 6858000"/>
              <a:gd name="connsiteX205" fmla="*/ 1723848 w 6572708"/>
              <a:gd name="connsiteY205" fmla="*/ 1183123 h 6858000"/>
              <a:gd name="connsiteX206" fmla="*/ 1759968 w 6572708"/>
              <a:gd name="connsiteY206" fmla="*/ 1166871 h 6858000"/>
              <a:gd name="connsiteX207" fmla="*/ 1767742 w 6572708"/>
              <a:gd name="connsiteY207" fmla="*/ 1158484 h 6858000"/>
              <a:gd name="connsiteX208" fmla="*/ 1773870 w 6572708"/>
              <a:gd name="connsiteY208" fmla="*/ 1125979 h 6858000"/>
              <a:gd name="connsiteX209" fmla="*/ 1767392 w 6572708"/>
              <a:gd name="connsiteY209" fmla="*/ 1121685 h 6858000"/>
              <a:gd name="connsiteX210" fmla="*/ 1770175 w 6572708"/>
              <a:gd name="connsiteY210" fmla="*/ 1112182 h 6858000"/>
              <a:gd name="connsiteX211" fmla="*/ 1769418 w 6572708"/>
              <a:gd name="connsiteY211" fmla="*/ 1109483 h 6858000"/>
              <a:gd name="connsiteX212" fmla="*/ 1766580 w 6572708"/>
              <a:gd name="connsiteY212" fmla="*/ 1094184 h 6858000"/>
              <a:gd name="connsiteX213" fmla="*/ 1797677 w 6572708"/>
              <a:gd name="connsiteY213" fmla="*/ 1065740 h 6858000"/>
              <a:gd name="connsiteX214" fmla="*/ 1805371 w 6572708"/>
              <a:gd name="connsiteY214" fmla="*/ 1027273 h 6858000"/>
              <a:gd name="connsiteX215" fmla="*/ 1882128 w 6572708"/>
              <a:gd name="connsiteY215" fmla="*/ 887059 h 6858000"/>
              <a:gd name="connsiteX216" fmla="*/ 1922110 w 6572708"/>
              <a:gd name="connsiteY216" fmla="*/ 824781 h 6858000"/>
              <a:gd name="connsiteX217" fmla="*/ 1970558 w 6572708"/>
              <a:gd name="connsiteY217" fmla="*/ 721635 h 6858000"/>
              <a:gd name="connsiteX218" fmla="*/ 1974257 w 6572708"/>
              <a:gd name="connsiteY218" fmla="*/ 713733 h 6858000"/>
              <a:gd name="connsiteX219" fmla="*/ 1971701 w 6572708"/>
              <a:gd name="connsiteY219" fmla="*/ 704563 h 6858000"/>
              <a:gd name="connsiteX220" fmla="*/ 1966819 w 6572708"/>
              <a:gd name="connsiteY220" fmla="*/ 628924 h 6858000"/>
              <a:gd name="connsiteX221" fmla="*/ 1956004 w 6572708"/>
              <a:gd name="connsiteY221" fmla="*/ 621102 h 6858000"/>
              <a:gd name="connsiteX222" fmla="*/ 1948613 w 6572708"/>
              <a:gd name="connsiteY222" fmla="*/ 609156 h 6858000"/>
              <a:gd name="connsiteX223" fmla="*/ 1949145 w 6572708"/>
              <a:gd name="connsiteY223" fmla="*/ 606753 h 6858000"/>
              <a:gd name="connsiteX224" fmla="*/ 1944819 w 6572708"/>
              <a:gd name="connsiteY224" fmla="*/ 590072 h 6858000"/>
              <a:gd name="connsiteX225" fmla="*/ 1941001 w 6572708"/>
              <a:gd name="connsiteY225" fmla="*/ 588296 h 6858000"/>
              <a:gd name="connsiteX226" fmla="*/ 1937134 w 6572708"/>
              <a:gd name="connsiteY226" fmla="*/ 577443 h 6858000"/>
              <a:gd name="connsiteX227" fmla="*/ 1927092 w 6572708"/>
              <a:gd name="connsiteY227" fmla="*/ 557642 h 6858000"/>
              <a:gd name="connsiteX228" fmla="*/ 1927484 w 6572708"/>
              <a:gd name="connsiteY228" fmla="*/ 552451 h 6858000"/>
              <a:gd name="connsiteX229" fmla="*/ 1915874 w 6572708"/>
              <a:gd name="connsiteY229" fmla="*/ 520271 h 6858000"/>
              <a:gd name="connsiteX230" fmla="*/ 1916793 w 6572708"/>
              <a:gd name="connsiteY230" fmla="*/ 519123 h 6858000"/>
              <a:gd name="connsiteX231" fmla="*/ 1918236 w 6572708"/>
              <a:gd name="connsiteY231" fmla="*/ 506970 h 6858000"/>
              <a:gd name="connsiteX232" fmla="*/ 1918529 w 6572708"/>
              <a:gd name="connsiteY232" fmla="*/ 485354 h 6858000"/>
              <a:gd name="connsiteX233" fmla="*/ 1932556 w 6572708"/>
              <a:gd name="connsiteY233" fmla="*/ 426779 h 6858000"/>
              <a:gd name="connsiteX234" fmla="*/ 1920572 w 6572708"/>
              <a:gd name="connsiteY234" fmla="*/ 393150 h 6858000"/>
              <a:gd name="connsiteX235" fmla="*/ 1918744 w 6572708"/>
              <a:gd name="connsiteY235" fmla="*/ 385981 h 6858000"/>
              <a:gd name="connsiteX236" fmla="*/ 1918949 w 6572708"/>
              <a:gd name="connsiteY236" fmla="*/ 385674 h 6858000"/>
              <a:gd name="connsiteX237" fmla="*/ 1917499 w 6572708"/>
              <a:gd name="connsiteY237" fmla="*/ 377782 h 6858000"/>
              <a:gd name="connsiteX238" fmla="*/ 1915412 w 6572708"/>
              <a:gd name="connsiteY238" fmla="*/ 372914 h 6858000"/>
              <a:gd name="connsiteX239" fmla="*/ 1911865 w 6572708"/>
              <a:gd name="connsiteY239" fmla="*/ 359009 h 6858000"/>
              <a:gd name="connsiteX240" fmla="*/ 1912244 w 6572708"/>
              <a:gd name="connsiteY240" fmla="*/ 353121 h 6858000"/>
              <a:gd name="connsiteX241" fmla="*/ 1933610 w 6572708"/>
              <a:gd name="connsiteY241" fmla="*/ 297387 h 6858000"/>
              <a:gd name="connsiteX242" fmla="*/ 1939454 w 6572708"/>
              <a:gd name="connsiteY242" fmla="*/ 194719 h 6858000"/>
              <a:gd name="connsiteX243" fmla="*/ 1942001 w 6572708"/>
              <a:gd name="connsiteY243" fmla="*/ 93227 h 6858000"/>
              <a:gd name="connsiteX244" fmla="*/ 1941351 w 6572708"/>
              <a:gd name="connsiteY244" fmla="*/ 56555 h 6858000"/>
              <a:gd name="connsiteX245" fmla="*/ 1950955 w 6572708"/>
              <a:gd name="connsiteY245" fmla="*/ 5312 h 6858000"/>
              <a:gd name="connsiteX246" fmla="*/ 1949546 w 6572708"/>
              <a:gd name="connsiteY246"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4727719 w 6572708"/>
              <a:gd name="connsiteY8" fmla="*/ 6858000 h 6858000"/>
              <a:gd name="connsiteX9" fmla="*/ 3831783 w 6572708"/>
              <a:gd name="connsiteY9" fmla="*/ 6858000 h 6858000"/>
              <a:gd name="connsiteX10" fmla="*/ 1368280 w 6572708"/>
              <a:gd name="connsiteY10" fmla="*/ 6858000 h 6858000"/>
              <a:gd name="connsiteX11" fmla="*/ 0 w 6572708"/>
              <a:gd name="connsiteY11" fmla="*/ 6858000 h 6858000"/>
              <a:gd name="connsiteX12" fmla="*/ 9990 w 6572708"/>
              <a:gd name="connsiteY12" fmla="*/ 6815347 h 6858000"/>
              <a:gd name="connsiteX13" fmla="*/ 11375 w 6572708"/>
              <a:gd name="connsiteY13" fmla="*/ 6764639 h 6858000"/>
              <a:gd name="connsiteX14" fmla="*/ 37994 w 6572708"/>
              <a:gd name="connsiteY14" fmla="*/ 6747193 h 6858000"/>
              <a:gd name="connsiteX15" fmla="*/ 60759 w 6572708"/>
              <a:gd name="connsiteY15" fmla="*/ 6667761 h 6858000"/>
              <a:gd name="connsiteX16" fmla="*/ 44882 w 6572708"/>
              <a:gd name="connsiteY16" fmla="*/ 6635203 h 6858000"/>
              <a:gd name="connsiteX17" fmla="*/ 38884 w 6572708"/>
              <a:gd name="connsiteY17" fmla="*/ 6601215 h 6858000"/>
              <a:gd name="connsiteX18" fmla="*/ 24537 w 6572708"/>
              <a:gd name="connsiteY18" fmla="*/ 6599857 h 6858000"/>
              <a:gd name="connsiteX19" fmla="*/ 30487 w 6572708"/>
              <a:gd name="connsiteY19" fmla="*/ 6582849 h 6858000"/>
              <a:gd name="connsiteX20" fmla="*/ 30797 w 6572708"/>
              <a:gd name="connsiteY20" fmla="*/ 6536021 h 6858000"/>
              <a:gd name="connsiteX21" fmla="*/ 10629 w 6572708"/>
              <a:gd name="connsiteY21" fmla="*/ 6483343 h 6858000"/>
              <a:gd name="connsiteX22" fmla="*/ 16211 w 6572708"/>
              <a:gd name="connsiteY22" fmla="*/ 6402087 h 6858000"/>
              <a:gd name="connsiteX23" fmla="*/ 25932 w 6572708"/>
              <a:gd name="connsiteY23" fmla="*/ 6321765 h 6858000"/>
              <a:gd name="connsiteX24" fmla="*/ 31488 w 6572708"/>
              <a:gd name="connsiteY24" fmla="*/ 6292746 h 6858000"/>
              <a:gd name="connsiteX25" fmla="*/ 32413 w 6572708"/>
              <a:gd name="connsiteY25" fmla="*/ 6240744 h 6858000"/>
              <a:gd name="connsiteX26" fmla="*/ 34430 w 6572708"/>
              <a:gd name="connsiteY26" fmla="*/ 6206738 h 6858000"/>
              <a:gd name="connsiteX27" fmla="*/ 55689 w 6572708"/>
              <a:gd name="connsiteY27" fmla="*/ 6203389 h 6858000"/>
              <a:gd name="connsiteX28" fmla="*/ 63475 w 6572708"/>
              <a:gd name="connsiteY28" fmla="*/ 6172740 h 6858000"/>
              <a:gd name="connsiteX29" fmla="*/ 50070 w 6572708"/>
              <a:gd name="connsiteY29" fmla="*/ 6141398 h 6858000"/>
              <a:gd name="connsiteX30" fmla="*/ 52252 w 6572708"/>
              <a:gd name="connsiteY30" fmla="*/ 6103364 h 6858000"/>
              <a:gd name="connsiteX31" fmla="*/ 53329 w 6572708"/>
              <a:gd name="connsiteY31" fmla="*/ 6080619 h 6858000"/>
              <a:gd name="connsiteX32" fmla="*/ 149610 w 6572708"/>
              <a:gd name="connsiteY32" fmla="*/ 5918672 h 6858000"/>
              <a:gd name="connsiteX33" fmla="*/ 160505 w 6572708"/>
              <a:gd name="connsiteY33" fmla="*/ 5887690 h 6858000"/>
              <a:gd name="connsiteX34" fmla="*/ 156200 w 6572708"/>
              <a:gd name="connsiteY34" fmla="*/ 5882649 h 6858000"/>
              <a:gd name="connsiteX35" fmla="*/ 194213 w 6572708"/>
              <a:gd name="connsiteY35" fmla="*/ 5841953 h 6858000"/>
              <a:gd name="connsiteX36" fmla="*/ 203216 w 6572708"/>
              <a:gd name="connsiteY36" fmla="*/ 5777927 h 6858000"/>
              <a:gd name="connsiteX37" fmla="*/ 202536 w 6572708"/>
              <a:gd name="connsiteY37" fmla="*/ 5728879 h 6858000"/>
              <a:gd name="connsiteX38" fmla="*/ 205380 w 6572708"/>
              <a:gd name="connsiteY38" fmla="*/ 5701696 h 6858000"/>
              <a:gd name="connsiteX39" fmla="*/ 203870 w 6572708"/>
              <a:gd name="connsiteY39" fmla="*/ 5681563 h 6858000"/>
              <a:gd name="connsiteX40" fmla="*/ 219294 w 6572708"/>
              <a:gd name="connsiteY40" fmla="*/ 5632219 h 6858000"/>
              <a:gd name="connsiteX41" fmla="*/ 252910 w 6572708"/>
              <a:gd name="connsiteY41" fmla="*/ 5551224 h 6858000"/>
              <a:gd name="connsiteX42" fmla="*/ 258253 w 6572708"/>
              <a:gd name="connsiteY42" fmla="*/ 5533854 h 6858000"/>
              <a:gd name="connsiteX43" fmla="*/ 255640 w 6572708"/>
              <a:gd name="connsiteY43" fmla="*/ 5518422 h 6858000"/>
              <a:gd name="connsiteX44" fmla="*/ 248756 w 6572708"/>
              <a:gd name="connsiteY44" fmla="*/ 5514403 h 6858000"/>
              <a:gd name="connsiteX45" fmla="*/ 250538 w 6572708"/>
              <a:gd name="connsiteY45" fmla="*/ 5504771 h 6858000"/>
              <a:gd name="connsiteX46" fmla="*/ 249507 w 6572708"/>
              <a:gd name="connsiteY46" fmla="*/ 5502102 h 6858000"/>
              <a:gd name="connsiteX47" fmla="*/ 245101 w 6572708"/>
              <a:gd name="connsiteY47" fmla="*/ 5486913 h 6858000"/>
              <a:gd name="connsiteX48" fmla="*/ 273088 w 6572708"/>
              <a:gd name="connsiteY48" fmla="*/ 5457083 h 6858000"/>
              <a:gd name="connsiteX49" fmla="*/ 276759 w 6572708"/>
              <a:gd name="connsiteY49" fmla="*/ 5418245 h 6858000"/>
              <a:gd name="connsiteX50" fmla="*/ 314712 w 6572708"/>
              <a:gd name="connsiteY50" fmla="*/ 5305770 h 6858000"/>
              <a:gd name="connsiteX51" fmla="*/ 320056 w 6572708"/>
              <a:gd name="connsiteY51" fmla="*/ 5298784 h 6858000"/>
              <a:gd name="connsiteX52" fmla="*/ 320763 w 6572708"/>
              <a:gd name="connsiteY52" fmla="*/ 5282149 h 6858000"/>
              <a:gd name="connsiteX53" fmla="*/ 325879 w 6572708"/>
              <a:gd name="connsiteY53" fmla="*/ 5270957 h 6858000"/>
              <a:gd name="connsiteX54" fmla="*/ 318913 w 6572708"/>
              <a:gd name="connsiteY54" fmla="*/ 5268991 h 6858000"/>
              <a:gd name="connsiteX55" fmla="*/ 317275 w 6572708"/>
              <a:gd name="connsiteY55" fmla="*/ 5230130 h 6858000"/>
              <a:gd name="connsiteX56" fmla="*/ 329641 w 6572708"/>
              <a:gd name="connsiteY56" fmla="*/ 5216534 h 6858000"/>
              <a:gd name="connsiteX57" fmla="*/ 329088 w 6572708"/>
              <a:gd name="connsiteY57" fmla="*/ 5211732 h 6858000"/>
              <a:gd name="connsiteX58" fmla="*/ 331669 w 6572708"/>
              <a:gd name="connsiteY58" fmla="*/ 5058537 h 6858000"/>
              <a:gd name="connsiteX59" fmla="*/ 323855 w 6572708"/>
              <a:gd name="connsiteY59" fmla="*/ 4827737 h 6858000"/>
              <a:gd name="connsiteX60" fmla="*/ 333687 w 6572708"/>
              <a:gd name="connsiteY60" fmla="*/ 4774692 h 6858000"/>
              <a:gd name="connsiteX61" fmla="*/ 322637 w 6572708"/>
              <a:gd name="connsiteY61" fmla="*/ 4727427 h 6858000"/>
              <a:gd name="connsiteX62" fmla="*/ 330798 w 6572708"/>
              <a:gd name="connsiteY62" fmla="*/ 4708193 h 6858000"/>
              <a:gd name="connsiteX63" fmla="*/ 332420 w 6572708"/>
              <a:gd name="connsiteY63" fmla="*/ 4704882 h 6858000"/>
              <a:gd name="connsiteX64" fmla="*/ 334216 w 6572708"/>
              <a:gd name="connsiteY64" fmla="*/ 4691500 h 6858000"/>
              <a:gd name="connsiteX65" fmla="*/ 340601 w 6572708"/>
              <a:gd name="connsiteY65" fmla="*/ 4687895 h 6858000"/>
              <a:gd name="connsiteX66" fmla="*/ 347516 w 6572708"/>
              <a:gd name="connsiteY66" fmla="*/ 4667873 h 6858000"/>
              <a:gd name="connsiteX67" fmla="*/ 349175 w 6572708"/>
              <a:gd name="connsiteY67" fmla="*/ 4643189 h 6858000"/>
              <a:gd name="connsiteX68" fmla="*/ 350492 w 6572708"/>
              <a:gd name="connsiteY68" fmla="*/ 4525833 h 6858000"/>
              <a:gd name="connsiteX69" fmla="*/ 355031 w 6572708"/>
              <a:gd name="connsiteY69" fmla="*/ 4455649 h 6858000"/>
              <a:gd name="connsiteX70" fmla="*/ 362651 w 6572708"/>
              <a:gd name="connsiteY70" fmla="*/ 4429036 h 6858000"/>
              <a:gd name="connsiteX71" fmla="*/ 369327 w 6572708"/>
              <a:gd name="connsiteY71" fmla="*/ 4391840 h 6858000"/>
              <a:gd name="connsiteX72" fmla="*/ 371272 w 6572708"/>
              <a:gd name="connsiteY72" fmla="*/ 4358845 h 6858000"/>
              <a:gd name="connsiteX73" fmla="*/ 382342 w 6572708"/>
              <a:gd name="connsiteY73" fmla="*/ 4333764 h 6858000"/>
              <a:gd name="connsiteX74" fmla="*/ 381365 w 6572708"/>
              <a:gd name="connsiteY74" fmla="*/ 4331730 h 6858000"/>
              <a:gd name="connsiteX75" fmla="*/ 364244 w 6572708"/>
              <a:gd name="connsiteY75" fmla="*/ 4309700 h 6858000"/>
              <a:gd name="connsiteX76" fmla="*/ 363377 w 6572708"/>
              <a:gd name="connsiteY76" fmla="*/ 4285388 h 6858000"/>
              <a:gd name="connsiteX77" fmla="*/ 357697 w 6572708"/>
              <a:gd name="connsiteY77" fmla="*/ 4266169 h 6858000"/>
              <a:gd name="connsiteX78" fmla="*/ 356998 w 6572708"/>
              <a:gd name="connsiteY78" fmla="*/ 4247672 h 6858000"/>
              <a:gd name="connsiteX79" fmla="*/ 357549 w 6572708"/>
              <a:gd name="connsiteY79" fmla="*/ 4237120 h 6858000"/>
              <a:gd name="connsiteX80" fmla="*/ 358116 w 6572708"/>
              <a:gd name="connsiteY80" fmla="*/ 4232936 h 6858000"/>
              <a:gd name="connsiteX81" fmla="*/ 366243 w 6572708"/>
              <a:gd name="connsiteY81" fmla="*/ 4224051 h 6858000"/>
              <a:gd name="connsiteX82" fmla="*/ 363841 w 6572708"/>
              <a:gd name="connsiteY82" fmla="*/ 4211782 h 6858000"/>
              <a:gd name="connsiteX83" fmla="*/ 372159 w 6572708"/>
              <a:gd name="connsiteY83" fmla="*/ 4198810 h 6858000"/>
              <a:gd name="connsiteX84" fmla="*/ 366211 w 6572708"/>
              <a:gd name="connsiteY84" fmla="*/ 4195262 h 6858000"/>
              <a:gd name="connsiteX85" fmla="*/ 360561 w 6572708"/>
              <a:gd name="connsiteY85" fmla="*/ 4184054 h 6858000"/>
              <a:gd name="connsiteX86" fmla="*/ 373972 w 6572708"/>
              <a:gd name="connsiteY86" fmla="*/ 4155792 h 6858000"/>
              <a:gd name="connsiteX87" fmla="*/ 373150 w 6572708"/>
              <a:gd name="connsiteY87" fmla="*/ 4150364 h 6858000"/>
              <a:gd name="connsiteX88" fmla="*/ 383773 w 6572708"/>
              <a:gd name="connsiteY88" fmla="*/ 4132084 h 6858000"/>
              <a:gd name="connsiteX89" fmla="*/ 389140 w 6572708"/>
              <a:gd name="connsiteY89" fmla="*/ 4115873 h 6858000"/>
              <a:gd name="connsiteX90" fmla="*/ 378846 w 6572708"/>
              <a:gd name="connsiteY90" fmla="*/ 4082551 h 6858000"/>
              <a:gd name="connsiteX91" fmla="*/ 368001 w 6572708"/>
              <a:gd name="connsiteY91" fmla="*/ 3968090 h 6858000"/>
              <a:gd name="connsiteX92" fmla="*/ 372661 w 6572708"/>
              <a:gd name="connsiteY92" fmla="*/ 3881355 h 6858000"/>
              <a:gd name="connsiteX93" fmla="*/ 379210 w 6572708"/>
              <a:gd name="connsiteY93" fmla="*/ 3850569 h 6858000"/>
              <a:gd name="connsiteX94" fmla="*/ 389880 w 6572708"/>
              <a:gd name="connsiteY94" fmla="*/ 3798988 h 6858000"/>
              <a:gd name="connsiteX95" fmla="*/ 409909 w 6572708"/>
              <a:gd name="connsiteY95" fmla="*/ 3760424 h 6858000"/>
              <a:gd name="connsiteX96" fmla="*/ 414051 w 6572708"/>
              <a:gd name="connsiteY96" fmla="*/ 3717298 h 6858000"/>
              <a:gd name="connsiteX97" fmla="*/ 399424 w 6572708"/>
              <a:gd name="connsiteY97" fmla="*/ 3707291 h 6858000"/>
              <a:gd name="connsiteX98" fmla="*/ 394460 w 6572708"/>
              <a:gd name="connsiteY98" fmla="*/ 3673415 h 6858000"/>
              <a:gd name="connsiteX99" fmla="*/ 408918 w 6572708"/>
              <a:gd name="connsiteY99" fmla="*/ 3661155 h 6858000"/>
              <a:gd name="connsiteX100" fmla="*/ 425028 w 6572708"/>
              <a:gd name="connsiteY100" fmla="*/ 3591166 h 6858000"/>
              <a:gd name="connsiteX101" fmla="*/ 430292 w 6572708"/>
              <a:gd name="connsiteY101" fmla="*/ 3550801 h 6858000"/>
              <a:gd name="connsiteX102" fmla="*/ 437149 w 6572708"/>
              <a:gd name="connsiteY102" fmla="*/ 3497399 h 6858000"/>
              <a:gd name="connsiteX103" fmla="*/ 442017 w 6572708"/>
              <a:gd name="connsiteY103" fmla="*/ 3474143 h 6858000"/>
              <a:gd name="connsiteX104" fmla="*/ 437175 w 6572708"/>
              <a:gd name="connsiteY104" fmla="*/ 3463057 h 6858000"/>
              <a:gd name="connsiteX105" fmla="*/ 438483 w 6572708"/>
              <a:gd name="connsiteY105" fmla="*/ 3457563 h 6858000"/>
              <a:gd name="connsiteX106" fmla="*/ 438642 w 6572708"/>
              <a:gd name="connsiteY106" fmla="*/ 3439053 h 6858000"/>
              <a:gd name="connsiteX107" fmla="*/ 439678 w 6572708"/>
              <a:gd name="connsiteY107" fmla="*/ 3428537 h 6858000"/>
              <a:gd name="connsiteX108" fmla="*/ 440437 w 6572708"/>
              <a:gd name="connsiteY108" fmla="*/ 3424381 h 6858000"/>
              <a:gd name="connsiteX109" fmla="*/ 448781 w 6572708"/>
              <a:gd name="connsiteY109" fmla="*/ 3416042 h 6858000"/>
              <a:gd name="connsiteX110" fmla="*/ 448765 w 6572708"/>
              <a:gd name="connsiteY110" fmla="*/ 3414504 h 6858000"/>
              <a:gd name="connsiteX111" fmla="*/ 447134 w 6572708"/>
              <a:gd name="connsiteY111" fmla="*/ 3403498 h 6858000"/>
              <a:gd name="connsiteX112" fmla="*/ 452387 w 6572708"/>
              <a:gd name="connsiteY112" fmla="*/ 3396070 h 6858000"/>
              <a:gd name="connsiteX113" fmla="*/ 453996 w 6572708"/>
              <a:gd name="connsiteY113" fmla="*/ 3389553 h 6858000"/>
              <a:gd name="connsiteX114" fmla="*/ 450265 w 6572708"/>
              <a:gd name="connsiteY114" fmla="*/ 3387098 h 6858000"/>
              <a:gd name="connsiteX115" fmla="*/ 445137 w 6572708"/>
              <a:gd name="connsiteY115" fmla="*/ 3375655 h 6858000"/>
              <a:gd name="connsiteX116" fmla="*/ 453359 w 6572708"/>
              <a:gd name="connsiteY116" fmla="*/ 3367050 h 6858000"/>
              <a:gd name="connsiteX117" fmla="*/ 459842 w 6572708"/>
              <a:gd name="connsiteY117" fmla="*/ 3348005 h 6858000"/>
              <a:gd name="connsiteX118" fmla="*/ 459268 w 6572708"/>
              <a:gd name="connsiteY118" fmla="*/ 3342546 h 6858000"/>
              <a:gd name="connsiteX119" fmla="*/ 470590 w 6572708"/>
              <a:gd name="connsiteY119" fmla="*/ 3324958 h 6858000"/>
              <a:gd name="connsiteX120" fmla="*/ 468579 w 6572708"/>
              <a:gd name="connsiteY120" fmla="*/ 3306990 h 6858000"/>
              <a:gd name="connsiteX121" fmla="*/ 480123 w 6572708"/>
              <a:gd name="connsiteY121" fmla="*/ 3295094 h 6858000"/>
              <a:gd name="connsiteX122" fmla="*/ 482298 w 6572708"/>
              <a:gd name="connsiteY122" fmla="*/ 3293541 h 6858000"/>
              <a:gd name="connsiteX123" fmla="*/ 489102 w 6572708"/>
              <a:gd name="connsiteY123" fmla="*/ 3262198 h 6858000"/>
              <a:gd name="connsiteX124" fmla="*/ 497561 w 6572708"/>
              <a:gd name="connsiteY124" fmla="*/ 3253284 h 6858000"/>
              <a:gd name="connsiteX125" fmla="*/ 522157 w 6572708"/>
              <a:gd name="connsiteY125" fmla="*/ 3192563 h 6858000"/>
              <a:gd name="connsiteX126" fmla="*/ 529302 w 6572708"/>
              <a:gd name="connsiteY126" fmla="*/ 3175520 h 6858000"/>
              <a:gd name="connsiteX127" fmla="*/ 528284 w 6572708"/>
              <a:gd name="connsiteY127" fmla="*/ 3160058 h 6858000"/>
              <a:gd name="connsiteX128" fmla="*/ 521806 w 6572708"/>
              <a:gd name="connsiteY128" fmla="*/ 3155764 h 6858000"/>
              <a:gd name="connsiteX129" fmla="*/ 524589 w 6572708"/>
              <a:gd name="connsiteY129" fmla="*/ 3146261 h 6858000"/>
              <a:gd name="connsiteX130" fmla="*/ 523832 w 6572708"/>
              <a:gd name="connsiteY130" fmla="*/ 3143561 h 6858000"/>
              <a:gd name="connsiteX131" fmla="*/ 520994 w 6572708"/>
              <a:gd name="connsiteY131" fmla="*/ 3128263 h 6858000"/>
              <a:gd name="connsiteX132" fmla="*/ 552091 w 6572708"/>
              <a:gd name="connsiteY132" fmla="*/ 3099818 h 6858000"/>
              <a:gd name="connsiteX133" fmla="*/ 618216 w 6572708"/>
              <a:gd name="connsiteY133" fmla="*/ 2895965 h 6858000"/>
              <a:gd name="connsiteX134" fmla="*/ 724973 w 6572708"/>
              <a:gd name="connsiteY134" fmla="*/ 2755713 h 6858000"/>
              <a:gd name="connsiteX135" fmla="*/ 765538 w 6572708"/>
              <a:gd name="connsiteY135" fmla="*/ 2648081 h 6858000"/>
              <a:gd name="connsiteX136" fmla="*/ 780267 w 6572708"/>
              <a:gd name="connsiteY136" fmla="*/ 2641879 h 6858000"/>
              <a:gd name="connsiteX137" fmla="*/ 790836 w 6572708"/>
              <a:gd name="connsiteY137" fmla="*/ 2632919 h 6858000"/>
              <a:gd name="connsiteX138" fmla="*/ 790328 w 6572708"/>
              <a:gd name="connsiteY138" fmla="*/ 2631229 h 6858000"/>
              <a:gd name="connsiteX139" fmla="*/ 797257 w 6572708"/>
              <a:gd name="connsiteY139" fmla="*/ 2619054 h 6858000"/>
              <a:gd name="connsiteX140" fmla="*/ 802383 w 6572708"/>
              <a:gd name="connsiteY140" fmla="*/ 2617568 h 6858000"/>
              <a:gd name="connsiteX141" fmla="*/ 808267 w 6572708"/>
              <a:gd name="connsiteY141" fmla="*/ 2609586 h 6858000"/>
              <a:gd name="connsiteX142" fmla="*/ 822908 w 6572708"/>
              <a:gd name="connsiteY142" fmla="*/ 2594856 h 6858000"/>
              <a:gd name="connsiteX143" fmla="*/ 822791 w 6572708"/>
              <a:gd name="connsiteY143" fmla="*/ 2591164 h 6858000"/>
              <a:gd name="connsiteX144" fmla="*/ 840423 w 6572708"/>
              <a:gd name="connsiteY144" fmla="*/ 2567492 h 6858000"/>
              <a:gd name="connsiteX145" fmla="*/ 839313 w 6572708"/>
              <a:gd name="connsiteY145" fmla="*/ 2566722 h 6858000"/>
              <a:gd name="connsiteX146" fmla="*/ 838361 w 6572708"/>
              <a:gd name="connsiteY146" fmla="*/ 2558109 h 6858000"/>
              <a:gd name="connsiteX147" fmla="*/ 839637 w 6572708"/>
              <a:gd name="connsiteY147" fmla="*/ 2542662 h 6858000"/>
              <a:gd name="connsiteX148" fmla="*/ 825800 w 6572708"/>
              <a:gd name="connsiteY148" fmla="*/ 2501548 h 6858000"/>
              <a:gd name="connsiteX149" fmla="*/ 844035 w 6572708"/>
              <a:gd name="connsiteY149" fmla="*/ 2476819 h 6858000"/>
              <a:gd name="connsiteX150" fmla="*/ 846972 w 6572708"/>
              <a:gd name="connsiteY150" fmla="*/ 2471590 h 6858000"/>
              <a:gd name="connsiteX151" fmla="*/ 846730 w 6572708"/>
              <a:gd name="connsiteY151" fmla="*/ 2471378 h 6858000"/>
              <a:gd name="connsiteX152" fmla="*/ 849228 w 6572708"/>
              <a:gd name="connsiteY152" fmla="*/ 2465654 h 6858000"/>
              <a:gd name="connsiteX153" fmla="*/ 852330 w 6572708"/>
              <a:gd name="connsiteY153" fmla="*/ 2462052 h 6858000"/>
              <a:gd name="connsiteX154" fmla="*/ 858029 w 6572708"/>
              <a:gd name="connsiteY154" fmla="*/ 2451906 h 6858000"/>
              <a:gd name="connsiteX155" fmla="*/ 857986 w 6572708"/>
              <a:gd name="connsiteY155" fmla="*/ 2447716 h 6858000"/>
              <a:gd name="connsiteX156" fmla="*/ 855075 w 6572708"/>
              <a:gd name="connsiteY156" fmla="*/ 2445047 h 6858000"/>
              <a:gd name="connsiteX157" fmla="*/ 856006 w 6572708"/>
              <a:gd name="connsiteY157" fmla="*/ 2444265 h 6858000"/>
              <a:gd name="connsiteX158" fmla="*/ 856444 w 6572708"/>
              <a:gd name="connsiteY158" fmla="*/ 2421759 h 6858000"/>
              <a:gd name="connsiteX159" fmla="*/ 868981 w 6572708"/>
              <a:gd name="connsiteY159" fmla="*/ 2375200 h 6858000"/>
              <a:gd name="connsiteX160" fmla="*/ 880811 w 6572708"/>
              <a:gd name="connsiteY160" fmla="*/ 2350147 h 6858000"/>
              <a:gd name="connsiteX161" fmla="*/ 908124 w 6572708"/>
              <a:gd name="connsiteY161" fmla="*/ 2279761 h 6858000"/>
              <a:gd name="connsiteX162" fmla="*/ 931678 w 6572708"/>
              <a:gd name="connsiteY162" fmla="*/ 2207772 h 6858000"/>
              <a:gd name="connsiteX163" fmla="*/ 921761 w 6572708"/>
              <a:gd name="connsiteY163" fmla="*/ 2164302 h 6858000"/>
              <a:gd name="connsiteX164" fmla="*/ 923058 w 6572708"/>
              <a:gd name="connsiteY164" fmla="*/ 2160162 h 6858000"/>
              <a:gd name="connsiteX165" fmla="*/ 931663 w 6572708"/>
              <a:gd name="connsiteY165" fmla="*/ 2151458 h 6858000"/>
              <a:gd name="connsiteX166" fmla="*/ 935730 w 6572708"/>
              <a:gd name="connsiteY166" fmla="*/ 2148616 h 6858000"/>
              <a:gd name="connsiteX167" fmla="*/ 939910 w 6572708"/>
              <a:gd name="connsiteY167" fmla="*/ 2143540 h 6858000"/>
              <a:gd name="connsiteX168" fmla="*/ 939746 w 6572708"/>
              <a:gd name="connsiteY168" fmla="*/ 2143278 h 6858000"/>
              <a:gd name="connsiteX169" fmla="*/ 944182 w 6572708"/>
              <a:gd name="connsiteY169" fmla="*/ 2138791 h 6858000"/>
              <a:gd name="connsiteX170" fmla="*/ 969240 w 6572708"/>
              <a:gd name="connsiteY170" fmla="*/ 2118565 h 6858000"/>
              <a:gd name="connsiteX171" fmla="*/ 969333 w 6572708"/>
              <a:gd name="connsiteY171" fmla="*/ 2074914 h 6858000"/>
              <a:gd name="connsiteX172" fmla="*/ 975462 w 6572708"/>
              <a:gd name="connsiteY172" fmla="*/ 2059981 h 6858000"/>
              <a:gd name="connsiteX173" fmla="*/ 977313 w 6572708"/>
              <a:gd name="connsiteY173" fmla="*/ 2051279 h 6858000"/>
              <a:gd name="connsiteX174" fmla="*/ 976512 w 6572708"/>
              <a:gd name="connsiteY174" fmla="*/ 2050269 h 6858000"/>
              <a:gd name="connsiteX175" fmla="*/ 1000665 w 6572708"/>
              <a:gd name="connsiteY175" fmla="*/ 2030946 h 6858000"/>
              <a:gd name="connsiteX176" fmla="*/ 1001735 w 6572708"/>
              <a:gd name="connsiteY176" fmla="*/ 2027284 h 6858000"/>
              <a:gd name="connsiteX177" fmla="*/ 1020214 w 6572708"/>
              <a:gd name="connsiteY177" fmla="*/ 2016095 h 6858000"/>
              <a:gd name="connsiteX178" fmla="*/ 1028302 w 6572708"/>
              <a:gd name="connsiteY178" fmla="*/ 2009567 h 6858000"/>
              <a:gd name="connsiteX179" fmla="*/ 1033598 w 6572708"/>
              <a:gd name="connsiteY179" fmla="*/ 2009267 h 6858000"/>
              <a:gd name="connsiteX180" fmla="*/ 1044008 w 6572708"/>
              <a:gd name="connsiteY180" fmla="*/ 1998844 h 6858000"/>
              <a:gd name="connsiteX181" fmla="*/ 1044069 w 6572708"/>
              <a:gd name="connsiteY181" fmla="*/ 1997063 h 6858000"/>
              <a:gd name="connsiteX182" fmla="*/ 1056878 w 6572708"/>
              <a:gd name="connsiteY182" fmla="*/ 1990634 h 6858000"/>
              <a:gd name="connsiteX183" fmla="*/ 1072722 w 6572708"/>
              <a:gd name="connsiteY183" fmla="*/ 1987868 h 6858000"/>
              <a:gd name="connsiteX184" fmla="*/ 1145252 w 6572708"/>
              <a:gd name="connsiteY184" fmla="*/ 1891028 h 6858000"/>
              <a:gd name="connsiteX185" fmla="*/ 1226890 w 6572708"/>
              <a:gd name="connsiteY185" fmla="*/ 1845992 h 6858000"/>
              <a:gd name="connsiteX186" fmla="*/ 1323685 w 6572708"/>
              <a:gd name="connsiteY186" fmla="*/ 1758717 h 6858000"/>
              <a:gd name="connsiteX187" fmla="*/ 1398273 w 6572708"/>
              <a:gd name="connsiteY187" fmla="*/ 1627389 h 6858000"/>
              <a:gd name="connsiteX188" fmla="*/ 1417786 w 6572708"/>
              <a:gd name="connsiteY188" fmla="*/ 1591233 h 6858000"/>
              <a:gd name="connsiteX189" fmla="*/ 1456144 w 6572708"/>
              <a:gd name="connsiteY189" fmla="*/ 1570271 h 6858000"/>
              <a:gd name="connsiteX190" fmla="*/ 1458351 w 6572708"/>
              <a:gd name="connsiteY190" fmla="*/ 1554550 h 6858000"/>
              <a:gd name="connsiteX191" fmla="*/ 1458500 w 6572708"/>
              <a:gd name="connsiteY191" fmla="*/ 1551719 h 6858000"/>
              <a:gd name="connsiteX192" fmla="*/ 1464150 w 6572708"/>
              <a:gd name="connsiteY192" fmla="*/ 1542986 h 6858000"/>
              <a:gd name="connsiteX193" fmla="*/ 1459426 w 6572708"/>
              <a:gd name="connsiteY193" fmla="*/ 1537283 h 6858000"/>
              <a:gd name="connsiteX194" fmla="*/ 1463401 w 6572708"/>
              <a:gd name="connsiteY194" fmla="*/ 1521818 h 6858000"/>
              <a:gd name="connsiteX195" fmla="*/ 1475565 w 6572708"/>
              <a:gd name="connsiteY195" fmla="*/ 1506648 h 6858000"/>
              <a:gd name="connsiteX196" fmla="*/ 1540362 w 6572708"/>
              <a:gd name="connsiteY196" fmla="*/ 1438265 h 6858000"/>
              <a:gd name="connsiteX197" fmla="*/ 1575141 w 6572708"/>
              <a:gd name="connsiteY197" fmla="*/ 1395238 h 6858000"/>
              <a:gd name="connsiteX198" fmla="*/ 1582090 w 6572708"/>
              <a:gd name="connsiteY198" fmla="*/ 1375575 h 6858000"/>
              <a:gd name="connsiteX199" fmla="*/ 1596005 w 6572708"/>
              <a:gd name="connsiteY199" fmla="*/ 1350347 h 6858000"/>
              <a:gd name="connsiteX200" fmla="*/ 1615711 w 6572708"/>
              <a:gd name="connsiteY200" fmla="*/ 1303251 h 6858000"/>
              <a:gd name="connsiteX201" fmla="*/ 1650622 w 6572708"/>
              <a:gd name="connsiteY201" fmla="*/ 1244447 h 6858000"/>
              <a:gd name="connsiteX202" fmla="*/ 1702792 w 6572708"/>
              <a:gd name="connsiteY202" fmla="*/ 1215797 h 6858000"/>
              <a:gd name="connsiteX203" fmla="*/ 1700885 w 6572708"/>
              <a:gd name="connsiteY203" fmla="*/ 1209814 h 6858000"/>
              <a:gd name="connsiteX204" fmla="*/ 1723848 w 6572708"/>
              <a:gd name="connsiteY204" fmla="*/ 1183123 h 6858000"/>
              <a:gd name="connsiteX205" fmla="*/ 1759968 w 6572708"/>
              <a:gd name="connsiteY205" fmla="*/ 1166871 h 6858000"/>
              <a:gd name="connsiteX206" fmla="*/ 1767742 w 6572708"/>
              <a:gd name="connsiteY206" fmla="*/ 1158484 h 6858000"/>
              <a:gd name="connsiteX207" fmla="*/ 1773870 w 6572708"/>
              <a:gd name="connsiteY207" fmla="*/ 1125979 h 6858000"/>
              <a:gd name="connsiteX208" fmla="*/ 1767392 w 6572708"/>
              <a:gd name="connsiteY208" fmla="*/ 1121685 h 6858000"/>
              <a:gd name="connsiteX209" fmla="*/ 1770175 w 6572708"/>
              <a:gd name="connsiteY209" fmla="*/ 1112182 h 6858000"/>
              <a:gd name="connsiteX210" fmla="*/ 1769418 w 6572708"/>
              <a:gd name="connsiteY210" fmla="*/ 1109483 h 6858000"/>
              <a:gd name="connsiteX211" fmla="*/ 1766580 w 6572708"/>
              <a:gd name="connsiteY211" fmla="*/ 1094184 h 6858000"/>
              <a:gd name="connsiteX212" fmla="*/ 1797677 w 6572708"/>
              <a:gd name="connsiteY212" fmla="*/ 1065740 h 6858000"/>
              <a:gd name="connsiteX213" fmla="*/ 1805371 w 6572708"/>
              <a:gd name="connsiteY213" fmla="*/ 1027273 h 6858000"/>
              <a:gd name="connsiteX214" fmla="*/ 1882128 w 6572708"/>
              <a:gd name="connsiteY214" fmla="*/ 887059 h 6858000"/>
              <a:gd name="connsiteX215" fmla="*/ 1922110 w 6572708"/>
              <a:gd name="connsiteY215" fmla="*/ 824781 h 6858000"/>
              <a:gd name="connsiteX216" fmla="*/ 1970558 w 6572708"/>
              <a:gd name="connsiteY216" fmla="*/ 721635 h 6858000"/>
              <a:gd name="connsiteX217" fmla="*/ 1974257 w 6572708"/>
              <a:gd name="connsiteY217" fmla="*/ 713733 h 6858000"/>
              <a:gd name="connsiteX218" fmla="*/ 1971701 w 6572708"/>
              <a:gd name="connsiteY218" fmla="*/ 704563 h 6858000"/>
              <a:gd name="connsiteX219" fmla="*/ 1966819 w 6572708"/>
              <a:gd name="connsiteY219" fmla="*/ 628924 h 6858000"/>
              <a:gd name="connsiteX220" fmla="*/ 1956004 w 6572708"/>
              <a:gd name="connsiteY220" fmla="*/ 621102 h 6858000"/>
              <a:gd name="connsiteX221" fmla="*/ 1948613 w 6572708"/>
              <a:gd name="connsiteY221" fmla="*/ 609156 h 6858000"/>
              <a:gd name="connsiteX222" fmla="*/ 1949145 w 6572708"/>
              <a:gd name="connsiteY222" fmla="*/ 606753 h 6858000"/>
              <a:gd name="connsiteX223" fmla="*/ 1944819 w 6572708"/>
              <a:gd name="connsiteY223" fmla="*/ 590072 h 6858000"/>
              <a:gd name="connsiteX224" fmla="*/ 1941001 w 6572708"/>
              <a:gd name="connsiteY224" fmla="*/ 588296 h 6858000"/>
              <a:gd name="connsiteX225" fmla="*/ 1937134 w 6572708"/>
              <a:gd name="connsiteY225" fmla="*/ 577443 h 6858000"/>
              <a:gd name="connsiteX226" fmla="*/ 1927092 w 6572708"/>
              <a:gd name="connsiteY226" fmla="*/ 557642 h 6858000"/>
              <a:gd name="connsiteX227" fmla="*/ 1927484 w 6572708"/>
              <a:gd name="connsiteY227" fmla="*/ 552451 h 6858000"/>
              <a:gd name="connsiteX228" fmla="*/ 1915874 w 6572708"/>
              <a:gd name="connsiteY228" fmla="*/ 520271 h 6858000"/>
              <a:gd name="connsiteX229" fmla="*/ 1916793 w 6572708"/>
              <a:gd name="connsiteY229" fmla="*/ 519123 h 6858000"/>
              <a:gd name="connsiteX230" fmla="*/ 1918236 w 6572708"/>
              <a:gd name="connsiteY230" fmla="*/ 506970 h 6858000"/>
              <a:gd name="connsiteX231" fmla="*/ 1918529 w 6572708"/>
              <a:gd name="connsiteY231" fmla="*/ 485354 h 6858000"/>
              <a:gd name="connsiteX232" fmla="*/ 1932556 w 6572708"/>
              <a:gd name="connsiteY232" fmla="*/ 426779 h 6858000"/>
              <a:gd name="connsiteX233" fmla="*/ 1920572 w 6572708"/>
              <a:gd name="connsiteY233" fmla="*/ 393150 h 6858000"/>
              <a:gd name="connsiteX234" fmla="*/ 1918744 w 6572708"/>
              <a:gd name="connsiteY234" fmla="*/ 385981 h 6858000"/>
              <a:gd name="connsiteX235" fmla="*/ 1918949 w 6572708"/>
              <a:gd name="connsiteY235" fmla="*/ 385674 h 6858000"/>
              <a:gd name="connsiteX236" fmla="*/ 1917499 w 6572708"/>
              <a:gd name="connsiteY236" fmla="*/ 377782 h 6858000"/>
              <a:gd name="connsiteX237" fmla="*/ 1915412 w 6572708"/>
              <a:gd name="connsiteY237" fmla="*/ 372914 h 6858000"/>
              <a:gd name="connsiteX238" fmla="*/ 1911865 w 6572708"/>
              <a:gd name="connsiteY238" fmla="*/ 359009 h 6858000"/>
              <a:gd name="connsiteX239" fmla="*/ 1912244 w 6572708"/>
              <a:gd name="connsiteY239" fmla="*/ 353121 h 6858000"/>
              <a:gd name="connsiteX240" fmla="*/ 1933610 w 6572708"/>
              <a:gd name="connsiteY240" fmla="*/ 297387 h 6858000"/>
              <a:gd name="connsiteX241" fmla="*/ 1939454 w 6572708"/>
              <a:gd name="connsiteY241" fmla="*/ 194719 h 6858000"/>
              <a:gd name="connsiteX242" fmla="*/ 1942001 w 6572708"/>
              <a:gd name="connsiteY242" fmla="*/ 93227 h 6858000"/>
              <a:gd name="connsiteX243" fmla="*/ 1941351 w 6572708"/>
              <a:gd name="connsiteY243" fmla="*/ 56555 h 6858000"/>
              <a:gd name="connsiteX244" fmla="*/ 1950955 w 6572708"/>
              <a:gd name="connsiteY244" fmla="*/ 5312 h 6858000"/>
              <a:gd name="connsiteX245" fmla="*/ 1949546 w 6572708"/>
              <a:gd name="connsiteY245"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4727719 w 6572708"/>
              <a:gd name="connsiteY8" fmla="*/ 6858000 h 6858000"/>
              <a:gd name="connsiteX9" fmla="*/ 3831783 w 6572708"/>
              <a:gd name="connsiteY9" fmla="*/ 6858000 h 6858000"/>
              <a:gd name="connsiteX10" fmla="*/ 1368280 w 6572708"/>
              <a:gd name="connsiteY10" fmla="*/ 6858000 h 6858000"/>
              <a:gd name="connsiteX11" fmla="*/ 0 w 6572708"/>
              <a:gd name="connsiteY11" fmla="*/ 6858000 h 6858000"/>
              <a:gd name="connsiteX12" fmla="*/ 9990 w 6572708"/>
              <a:gd name="connsiteY12" fmla="*/ 6815347 h 6858000"/>
              <a:gd name="connsiteX13" fmla="*/ 11375 w 6572708"/>
              <a:gd name="connsiteY13" fmla="*/ 6764639 h 6858000"/>
              <a:gd name="connsiteX14" fmla="*/ 60759 w 6572708"/>
              <a:gd name="connsiteY14" fmla="*/ 6667761 h 6858000"/>
              <a:gd name="connsiteX15" fmla="*/ 44882 w 6572708"/>
              <a:gd name="connsiteY15" fmla="*/ 6635203 h 6858000"/>
              <a:gd name="connsiteX16" fmla="*/ 38884 w 6572708"/>
              <a:gd name="connsiteY16" fmla="*/ 6601215 h 6858000"/>
              <a:gd name="connsiteX17" fmla="*/ 24537 w 6572708"/>
              <a:gd name="connsiteY17" fmla="*/ 6599857 h 6858000"/>
              <a:gd name="connsiteX18" fmla="*/ 30487 w 6572708"/>
              <a:gd name="connsiteY18" fmla="*/ 6582849 h 6858000"/>
              <a:gd name="connsiteX19" fmla="*/ 30797 w 6572708"/>
              <a:gd name="connsiteY19" fmla="*/ 6536021 h 6858000"/>
              <a:gd name="connsiteX20" fmla="*/ 10629 w 6572708"/>
              <a:gd name="connsiteY20" fmla="*/ 6483343 h 6858000"/>
              <a:gd name="connsiteX21" fmla="*/ 16211 w 6572708"/>
              <a:gd name="connsiteY21" fmla="*/ 6402087 h 6858000"/>
              <a:gd name="connsiteX22" fmla="*/ 25932 w 6572708"/>
              <a:gd name="connsiteY22" fmla="*/ 6321765 h 6858000"/>
              <a:gd name="connsiteX23" fmla="*/ 31488 w 6572708"/>
              <a:gd name="connsiteY23" fmla="*/ 6292746 h 6858000"/>
              <a:gd name="connsiteX24" fmla="*/ 32413 w 6572708"/>
              <a:gd name="connsiteY24" fmla="*/ 6240744 h 6858000"/>
              <a:gd name="connsiteX25" fmla="*/ 34430 w 6572708"/>
              <a:gd name="connsiteY25" fmla="*/ 6206738 h 6858000"/>
              <a:gd name="connsiteX26" fmla="*/ 55689 w 6572708"/>
              <a:gd name="connsiteY26" fmla="*/ 6203389 h 6858000"/>
              <a:gd name="connsiteX27" fmla="*/ 63475 w 6572708"/>
              <a:gd name="connsiteY27" fmla="*/ 6172740 h 6858000"/>
              <a:gd name="connsiteX28" fmla="*/ 50070 w 6572708"/>
              <a:gd name="connsiteY28" fmla="*/ 6141398 h 6858000"/>
              <a:gd name="connsiteX29" fmla="*/ 52252 w 6572708"/>
              <a:gd name="connsiteY29" fmla="*/ 6103364 h 6858000"/>
              <a:gd name="connsiteX30" fmla="*/ 53329 w 6572708"/>
              <a:gd name="connsiteY30" fmla="*/ 6080619 h 6858000"/>
              <a:gd name="connsiteX31" fmla="*/ 149610 w 6572708"/>
              <a:gd name="connsiteY31" fmla="*/ 5918672 h 6858000"/>
              <a:gd name="connsiteX32" fmla="*/ 160505 w 6572708"/>
              <a:gd name="connsiteY32" fmla="*/ 5887690 h 6858000"/>
              <a:gd name="connsiteX33" fmla="*/ 156200 w 6572708"/>
              <a:gd name="connsiteY33" fmla="*/ 5882649 h 6858000"/>
              <a:gd name="connsiteX34" fmla="*/ 194213 w 6572708"/>
              <a:gd name="connsiteY34" fmla="*/ 5841953 h 6858000"/>
              <a:gd name="connsiteX35" fmla="*/ 203216 w 6572708"/>
              <a:gd name="connsiteY35" fmla="*/ 5777927 h 6858000"/>
              <a:gd name="connsiteX36" fmla="*/ 202536 w 6572708"/>
              <a:gd name="connsiteY36" fmla="*/ 5728879 h 6858000"/>
              <a:gd name="connsiteX37" fmla="*/ 205380 w 6572708"/>
              <a:gd name="connsiteY37" fmla="*/ 5701696 h 6858000"/>
              <a:gd name="connsiteX38" fmla="*/ 203870 w 6572708"/>
              <a:gd name="connsiteY38" fmla="*/ 5681563 h 6858000"/>
              <a:gd name="connsiteX39" fmla="*/ 219294 w 6572708"/>
              <a:gd name="connsiteY39" fmla="*/ 5632219 h 6858000"/>
              <a:gd name="connsiteX40" fmla="*/ 252910 w 6572708"/>
              <a:gd name="connsiteY40" fmla="*/ 5551224 h 6858000"/>
              <a:gd name="connsiteX41" fmla="*/ 258253 w 6572708"/>
              <a:gd name="connsiteY41" fmla="*/ 5533854 h 6858000"/>
              <a:gd name="connsiteX42" fmla="*/ 255640 w 6572708"/>
              <a:gd name="connsiteY42" fmla="*/ 5518422 h 6858000"/>
              <a:gd name="connsiteX43" fmla="*/ 248756 w 6572708"/>
              <a:gd name="connsiteY43" fmla="*/ 5514403 h 6858000"/>
              <a:gd name="connsiteX44" fmla="*/ 250538 w 6572708"/>
              <a:gd name="connsiteY44" fmla="*/ 5504771 h 6858000"/>
              <a:gd name="connsiteX45" fmla="*/ 249507 w 6572708"/>
              <a:gd name="connsiteY45" fmla="*/ 5502102 h 6858000"/>
              <a:gd name="connsiteX46" fmla="*/ 245101 w 6572708"/>
              <a:gd name="connsiteY46" fmla="*/ 5486913 h 6858000"/>
              <a:gd name="connsiteX47" fmla="*/ 273088 w 6572708"/>
              <a:gd name="connsiteY47" fmla="*/ 5457083 h 6858000"/>
              <a:gd name="connsiteX48" fmla="*/ 276759 w 6572708"/>
              <a:gd name="connsiteY48" fmla="*/ 5418245 h 6858000"/>
              <a:gd name="connsiteX49" fmla="*/ 314712 w 6572708"/>
              <a:gd name="connsiteY49" fmla="*/ 5305770 h 6858000"/>
              <a:gd name="connsiteX50" fmla="*/ 320056 w 6572708"/>
              <a:gd name="connsiteY50" fmla="*/ 5298784 h 6858000"/>
              <a:gd name="connsiteX51" fmla="*/ 320763 w 6572708"/>
              <a:gd name="connsiteY51" fmla="*/ 5282149 h 6858000"/>
              <a:gd name="connsiteX52" fmla="*/ 325879 w 6572708"/>
              <a:gd name="connsiteY52" fmla="*/ 5270957 h 6858000"/>
              <a:gd name="connsiteX53" fmla="*/ 318913 w 6572708"/>
              <a:gd name="connsiteY53" fmla="*/ 5268991 h 6858000"/>
              <a:gd name="connsiteX54" fmla="*/ 317275 w 6572708"/>
              <a:gd name="connsiteY54" fmla="*/ 5230130 h 6858000"/>
              <a:gd name="connsiteX55" fmla="*/ 329641 w 6572708"/>
              <a:gd name="connsiteY55" fmla="*/ 5216534 h 6858000"/>
              <a:gd name="connsiteX56" fmla="*/ 329088 w 6572708"/>
              <a:gd name="connsiteY56" fmla="*/ 5211732 h 6858000"/>
              <a:gd name="connsiteX57" fmla="*/ 331669 w 6572708"/>
              <a:gd name="connsiteY57" fmla="*/ 5058537 h 6858000"/>
              <a:gd name="connsiteX58" fmla="*/ 323855 w 6572708"/>
              <a:gd name="connsiteY58" fmla="*/ 4827737 h 6858000"/>
              <a:gd name="connsiteX59" fmla="*/ 333687 w 6572708"/>
              <a:gd name="connsiteY59" fmla="*/ 4774692 h 6858000"/>
              <a:gd name="connsiteX60" fmla="*/ 322637 w 6572708"/>
              <a:gd name="connsiteY60" fmla="*/ 4727427 h 6858000"/>
              <a:gd name="connsiteX61" fmla="*/ 330798 w 6572708"/>
              <a:gd name="connsiteY61" fmla="*/ 4708193 h 6858000"/>
              <a:gd name="connsiteX62" fmla="*/ 332420 w 6572708"/>
              <a:gd name="connsiteY62" fmla="*/ 4704882 h 6858000"/>
              <a:gd name="connsiteX63" fmla="*/ 334216 w 6572708"/>
              <a:gd name="connsiteY63" fmla="*/ 4691500 h 6858000"/>
              <a:gd name="connsiteX64" fmla="*/ 340601 w 6572708"/>
              <a:gd name="connsiteY64" fmla="*/ 4687895 h 6858000"/>
              <a:gd name="connsiteX65" fmla="*/ 347516 w 6572708"/>
              <a:gd name="connsiteY65" fmla="*/ 4667873 h 6858000"/>
              <a:gd name="connsiteX66" fmla="*/ 349175 w 6572708"/>
              <a:gd name="connsiteY66" fmla="*/ 4643189 h 6858000"/>
              <a:gd name="connsiteX67" fmla="*/ 350492 w 6572708"/>
              <a:gd name="connsiteY67" fmla="*/ 4525833 h 6858000"/>
              <a:gd name="connsiteX68" fmla="*/ 355031 w 6572708"/>
              <a:gd name="connsiteY68" fmla="*/ 4455649 h 6858000"/>
              <a:gd name="connsiteX69" fmla="*/ 362651 w 6572708"/>
              <a:gd name="connsiteY69" fmla="*/ 4429036 h 6858000"/>
              <a:gd name="connsiteX70" fmla="*/ 369327 w 6572708"/>
              <a:gd name="connsiteY70" fmla="*/ 4391840 h 6858000"/>
              <a:gd name="connsiteX71" fmla="*/ 371272 w 6572708"/>
              <a:gd name="connsiteY71" fmla="*/ 4358845 h 6858000"/>
              <a:gd name="connsiteX72" fmla="*/ 382342 w 6572708"/>
              <a:gd name="connsiteY72" fmla="*/ 4333764 h 6858000"/>
              <a:gd name="connsiteX73" fmla="*/ 381365 w 6572708"/>
              <a:gd name="connsiteY73" fmla="*/ 4331730 h 6858000"/>
              <a:gd name="connsiteX74" fmla="*/ 364244 w 6572708"/>
              <a:gd name="connsiteY74" fmla="*/ 4309700 h 6858000"/>
              <a:gd name="connsiteX75" fmla="*/ 363377 w 6572708"/>
              <a:gd name="connsiteY75" fmla="*/ 4285388 h 6858000"/>
              <a:gd name="connsiteX76" fmla="*/ 357697 w 6572708"/>
              <a:gd name="connsiteY76" fmla="*/ 4266169 h 6858000"/>
              <a:gd name="connsiteX77" fmla="*/ 356998 w 6572708"/>
              <a:gd name="connsiteY77" fmla="*/ 4247672 h 6858000"/>
              <a:gd name="connsiteX78" fmla="*/ 357549 w 6572708"/>
              <a:gd name="connsiteY78" fmla="*/ 4237120 h 6858000"/>
              <a:gd name="connsiteX79" fmla="*/ 358116 w 6572708"/>
              <a:gd name="connsiteY79" fmla="*/ 4232936 h 6858000"/>
              <a:gd name="connsiteX80" fmla="*/ 366243 w 6572708"/>
              <a:gd name="connsiteY80" fmla="*/ 4224051 h 6858000"/>
              <a:gd name="connsiteX81" fmla="*/ 363841 w 6572708"/>
              <a:gd name="connsiteY81" fmla="*/ 4211782 h 6858000"/>
              <a:gd name="connsiteX82" fmla="*/ 372159 w 6572708"/>
              <a:gd name="connsiteY82" fmla="*/ 4198810 h 6858000"/>
              <a:gd name="connsiteX83" fmla="*/ 366211 w 6572708"/>
              <a:gd name="connsiteY83" fmla="*/ 4195262 h 6858000"/>
              <a:gd name="connsiteX84" fmla="*/ 360561 w 6572708"/>
              <a:gd name="connsiteY84" fmla="*/ 4184054 h 6858000"/>
              <a:gd name="connsiteX85" fmla="*/ 373972 w 6572708"/>
              <a:gd name="connsiteY85" fmla="*/ 4155792 h 6858000"/>
              <a:gd name="connsiteX86" fmla="*/ 373150 w 6572708"/>
              <a:gd name="connsiteY86" fmla="*/ 4150364 h 6858000"/>
              <a:gd name="connsiteX87" fmla="*/ 383773 w 6572708"/>
              <a:gd name="connsiteY87" fmla="*/ 4132084 h 6858000"/>
              <a:gd name="connsiteX88" fmla="*/ 389140 w 6572708"/>
              <a:gd name="connsiteY88" fmla="*/ 4115873 h 6858000"/>
              <a:gd name="connsiteX89" fmla="*/ 378846 w 6572708"/>
              <a:gd name="connsiteY89" fmla="*/ 4082551 h 6858000"/>
              <a:gd name="connsiteX90" fmla="*/ 368001 w 6572708"/>
              <a:gd name="connsiteY90" fmla="*/ 3968090 h 6858000"/>
              <a:gd name="connsiteX91" fmla="*/ 372661 w 6572708"/>
              <a:gd name="connsiteY91" fmla="*/ 3881355 h 6858000"/>
              <a:gd name="connsiteX92" fmla="*/ 379210 w 6572708"/>
              <a:gd name="connsiteY92" fmla="*/ 3850569 h 6858000"/>
              <a:gd name="connsiteX93" fmla="*/ 389880 w 6572708"/>
              <a:gd name="connsiteY93" fmla="*/ 3798988 h 6858000"/>
              <a:gd name="connsiteX94" fmla="*/ 409909 w 6572708"/>
              <a:gd name="connsiteY94" fmla="*/ 3760424 h 6858000"/>
              <a:gd name="connsiteX95" fmla="*/ 414051 w 6572708"/>
              <a:gd name="connsiteY95" fmla="*/ 3717298 h 6858000"/>
              <a:gd name="connsiteX96" fmla="*/ 399424 w 6572708"/>
              <a:gd name="connsiteY96" fmla="*/ 3707291 h 6858000"/>
              <a:gd name="connsiteX97" fmla="*/ 394460 w 6572708"/>
              <a:gd name="connsiteY97" fmla="*/ 3673415 h 6858000"/>
              <a:gd name="connsiteX98" fmla="*/ 408918 w 6572708"/>
              <a:gd name="connsiteY98" fmla="*/ 3661155 h 6858000"/>
              <a:gd name="connsiteX99" fmla="*/ 425028 w 6572708"/>
              <a:gd name="connsiteY99" fmla="*/ 3591166 h 6858000"/>
              <a:gd name="connsiteX100" fmla="*/ 430292 w 6572708"/>
              <a:gd name="connsiteY100" fmla="*/ 3550801 h 6858000"/>
              <a:gd name="connsiteX101" fmla="*/ 437149 w 6572708"/>
              <a:gd name="connsiteY101" fmla="*/ 3497399 h 6858000"/>
              <a:gd name="connsiteX102" fmla="*/ 442017 w 6572708"/>
              <a:gd name="connsiteY102" fmla="*/ 3474143 h 6858000"/>
              <a:gd name="connsiteX103" fmla="*/ 437175 w 6572708"/>
              <a:gd name="connsiteY103" fmla="*/ 3463057 h 6858000"/>
              <a:gd name="connsiteX104" fmla="*/ 438483 w 6572708"/>
              <a:gd name="connsiteY104" fmla="*/ 3457563 h 6858000"/>
              <a:gd name="connsiteX105" fmla="*/ 438642 w 6572708"/>
              <a:gd name="connsiteY105" fmla="*/ 3439053 h 6858000"/>
              <a:gd name="connsiteX106" fmla="*/ 439678 w 6572708"/>
              <a:gd name="connsiteY106" fmla="*/ 3428537 h 6858000"/>
              <a:gd name="connsiteX107" fmla="*/ 440437 w 6572708"/>
              <a:gd name="connsiteY107" fmla="*/ 3424381 h 6858000"/>
              <a:gd name="connsiteX108" fmla="*/ 448781 w 6572708"/>
              <a:gd name="connsiteY108" fmla="*/ 3416042 h 6858000"/>
              <a:gd name="connsiteX109" fmla="*/ 448765 w 6572708"/>
              <a:gd name="connsiteY109" fmla="*/ 3414504 h 6858000"/>
              <a:gd name="connsiteX110" fmla="*/ 447134 w 6572708"/>
              <a:gd name="connsiteY110" fmla="*/ 3403498 h 6858000"/>
              <a:gd name="connsiteX111" fmla="*/ 452387 w 6572708"/>
              <a:gd name="connsiteY111" fmla="*/ 3396070 h 6858000"/>
              <a:gd name="connsiteX112" fmla="*/ 453996 w 6572708"/>
              <a:gd name="connsiteY112" fmla="*/ 3389553 h 6858000"/>
              <a:gd name="connsiteX113" fmla="*/ 450265 w 6572708"/>
              <a:gd name="connsiteY113" fmla="*/ 3387098 h 6858000"/>
              <a:gd name="connsiteX114" fmla="*/ 445137 w 6572708"/>
              <a:gd name="connsiteY114" fmla="*/ 3375655 h 6858000"/>
              <a:gd name="connsiteX115" fmla="*/ 453359 w 6572708"/>
              <a:gd name="connsiteY115" fmla="*/ 3367050 h 6858000"/>
              <a:gd name="connsiteX116" fmla="*/ 459842 w 6572708"/>
              <a:gd name="connsiteY116" fmla="*/ 3348005 h 6858000"/>
              <a:gd name="connsiteX117" fmla="*/ 459268 w 6572708"/>
              <a:gd name="connsiteY117" fmla="*/ 3342546 h 6858000"/>
              <a:gd name="connsiteX118" fmla="*/ 470590 w 6572708"/>
              <a:gd name="connsiteY118" fmla="*/ 3324958 h 6858000"/>
              <a:gd name="connsiteX119" fmla="*/ 468579 w 6572708"/>
              <a:gd name="connsiteY119" fmla="*/ 3306990 h 6858000"/>
              <a:gd name="connsiteX120" fmla="*/ 480123 w 6572708"/>
              <a:gd name="connsiteY120" fmla="*/ 3295094 h 6858000"/>
              <a:gd name="connsiteX121" fmla="*/ 482298 w 6572708"/>
              <a:gd name="connsiteY121" fmla="*/ 3293541 h 6858000"/>
              <a:gd name="connsiteX122" fmla="*/ 489102 w 6572708"/>
              <a:gd name="connsiteY122" fmla="*/ 3262198 h 6858000"/>
              <a:gd name="connsiteX123" fmla="*/ 497561 w 6572708"/>
              <a:gd name="connsiteY123" fmla="*/ 3253284 h 6858000"/>
              <a:gd name="connsiteX124" fmla="*/ 522157 w 6572708"/>
              <a:gd name="connsiteY124" fmla="*/ 3192563 h 6858000"/>
              <a:gd name="connsiteX125" fmla="*/ 529302 w 6572708"/>
              <a:gd name="connsiteY125" fmla="*/ 3175520 h 6858000"/>
              <a:gd name="connsiteX126" fmla="*/ 528284 w 6572708"/>
              <a:gd name="connsiteY126" fmla="*/ 3160058 h 6858000"/>
              <a:gd name="connsiteX127" fmla="*/ 521806 w 6572708"/>
              <a:gd name="connsiteY127" fmla="*/ 3155764 h 6858000"/>
              <a:gd name="connsiteX128" fmla="*/ 524589 w 6572708"/>
              <a:gd name="connsiteY128" fmla="*/ 3146261 h 6858000"/>
              <a:gd name="connsiteX129" fmla="*/ 523832 w 6572708"/>
              <a:gd name="connsiteY129" fmla="*/ 3143561 h 6858000"/>
              <a:gd name="connsiteX130" fmla="*/ 520994 w 6572708"/>
              <a:gd name="connsiteY130" fmla="*/ 3128263 h 6858000"/>
              <a:gd name="connsiteX131" fmla="*/ 552091 w 6572708"/>
              <a:gd name="connsiteY131" fmla="*/ 3099818 h 6858000"/>
              <a:gd name="connsiteX132" fmla="*/ 618216 w 6572708"/>
              <a:gd name="connsiteY132" fmla="*/ 2895965 h 6858000"/>
              <a:gd name="connsiteX133" fmla="*/ 724973 w 6572708"/>
              <a:gd name="connsiteY133" fmla="*/ 2755713 h 6858000"/>
              <a:gd name="connsiteX134" fmla="*/ 765538 w 6572708"/>
              <a:gd name="connsiteY134" fmla="*/ 2648081 h 6858000"/>
              <a:gd name="connsiteX135" fmla="*/ 780267 w 6572708"/>
              <a:gd name="connsiteY135" fmla="*/ 2641879 h 6858000"/>
              <a:gd name="connsiteX136" fmla="*/ 790836 w 6572708"/>
              <a:gd name="connsiteY136" fmla="*/ 2632919 h 6858000"/>
              <a:gd name="connsiteX137" fmla="*/ 790328 w 6572708"/>
              <a:gd name="connsiteY137" fmla="*/ 2631229 h 6858000"/>
              <a:gd name="connsiteX138" fmla="*/ 797257 w 6572708"/>
              <a:gd name="connsiteY138" fmla="*/ 2619054 h 6858000"/>
              <a:gd name="connsiteX139" fmla="*/ 802383 w 6572708"/>
              <a:gd name="connsiteY139" fmla="*/ 2617568 h 6858000"/>
              <a:gd name="connsiteX140" fmla="*/ 808267 w 6572708"/>
              <a:gd name="connsiteY140" fmla="*/ 2609586 h 6858000"/>
              <a:gd name="connsiteX141" fmla="*/ 822908 w 6572708"/>
              <a:gd name="connsiteY141" fmla="*/ 2594856 h 6858000"/>
              <a:gd name="connsiteX142" fmla="*/ 822791 w 6572708"/>
              <a:gd name="connsiteY142" fmla="*/ 2591164 h 6858000"/>
              <a:gd name="connsiteX143" fmla="*/ 840423 w 6572708"/>
              <a:gd name="connsiteY143" fmla="*/ 2567492 h 6858000"/>
              <a:gd name="connsiteX144" fmla="*/ 839313 w 6572708"/>
              <a:gd name="connsiteY144" fmla="*/ 2566722 h 6858000"/>
              <a:gd name="connsiteX145" fmla="*/ 838361 w 6572708"/>
              <a:gd name="connsiteY145" fmla="*/ 2558109 h 6858000"/>
              <a:gd name="connsiteX146" fmla="*/ 839637 w 6572708"/>
              <a:gd name="connsiteY146" fmla="*/ 2542662 h 6858000"/>
              <a:gd name="connsiteX147" fmla="*/ 825800 w 6572708"/>
              <a:gd name="connsiteY147" fmla="*/ 2501548 h 6858000"/>
              <a:gd name="connsiteX148" fmla="*/ 844035 w 6572708"/>
              <a:gd name="connsiteY148" fmla="*/ 2476819 h 6858000"/>
              <a:gd name="connsiteX149" fmla="*/ 846972 w 6572708"/>
              <a:gd name="connsiteY149" fmla="*/ 2471590 h 6858000"/>
              <a:gd name="connsiteX150" fmla="*/ 846730 w 6572708"/>
              <a:gd name="connsiteY150" fmla="*/ 2471378 h 6858000"/>
              <a:gd name="connsiteX151" fmla="*/ 849228 w 6572708"/>
              <a:gd name="connsiteY151" fmla="*/ 2465654 h 6858000"/>
              <a:gd name="connsiteX152" fmla="*/ 852330 w 6572708"/>
              <a:gd name="connsiteY152" fmla="*/ 2462052 h 6858000"/>
              <a:gd name="connsiteX153" fmla="*/ 858029 w 6572708"/>
              <a:gd name="connsiteY153" fmla="*/ 2451906 h 6858000"/>
              <a:gd name="connsiteX154" fmla="*/ 857986 w 6572708"/>
              <a:gd name="connsiteY154" fmla="*/ 2447716 h 6858000"/>
              <a:gd name="connsiteX155" fmla="*/ 855075 w 6572708"/>
              <a:gd name="connsiteY155" fmla="*/ 2445047 h 6858000"/>
              <a:gd name="connsiteX156" fmla="*/ 856006 w 6572708"/>
              <a:gd name="connsiteY156" fmla="*/ 2444265 h 6858000"/>
              <a:gd name="connsiteX157" fmla="*/ 856444 w 6572708"/>
              <a:gd name="connsiteY157" fmla="*/ 2421759 h 6858000"/>
              <a:gd name="connsiteX158" fmla="*/ 868981 w 6572708"/>
              <a:gd name="connsiteY158" fmla="*/ 2375200 h 6858000"/>
              <a:gd name="connsiteX159" fmla="*/ 880811 w 6572708"/>
              <a:gd name="connsiteY159" fmla="*/ 2350147 h 6858000"/>
              <a:gd name="connsiteX160" fmla="*/ 908124 w 6572708"/>
              <a:gd name="connsiteY160" fmla="*/ 2279761 h 6858000"/>
              <a:gd name="connsiteX161" fmla="*/ 931678 w 6572708"/>
              <a:gd name="connsiteY161" fmla="*/ 2207772 h 6858000"/>
              <a:gd name="connsiteX162" fmla="*/ 921761 w 6572708"/>
              <a:gd name="connsiteY162" fmla="*/ 2164302 h 6858000"/>
              <a:gd name="connsiteX163" fmla="*/ 923058 w 6572708"/>
              <a:gd name="connsiteY163" fmla="*/ 2160162 h 6858000"/>
              <a:gd name="connsiteX164" fmla="*/ 931663 w 6572708"/>
              <a:gd name="connsiteY164" fmla="*/ 2151458 h 6858000"/>
              <a:gd name="connsiteX165" fmla="*/ 935730 w 6572708"/>
              <a:gd name="connsiteY165" fmla="*/ 2148616 h 6858000"/>
              <a:gd name="connsiteX166" fmla="*/ 939910 w 6572708"/>
              <a:gd name="connsiteY166" fmla="*/ 2143540 h 6858000"/>
              <a:gd name="connsiteX167" fmla="*/ 939746 w 6572708"/>
              <a:gd name="connsiteY167" fmla="*/ 2143278 h 6858000"/>
              <a:gd name="connsiteX168" fmla="*/ 944182 w 6572708"/>
              <a:gd name="connsiteY168" fmla="*/ 2138791 h 6858000"/>
              <a:gd name="connsiteX169" fmla="*/ 969240 w 6572708"/>
              <a:gd name="connsiteY169" fmla="*/ 2118565 h 6858000"/>
              <a:gd name="connsiteX170" fmla="*/ 969333 w 6572708"/>
              <a:gd name="connsiteY170" fmla="*/ 2074914 h 6858000"/>
              <a:gd name="connsiteX171" fmla="*/ 975462 w 6572708"/>
              <a:gd name="connsiteY171" fmla="*/ 2059981 h 6858000"/>
              <a:gd name="connsiteX172" fmla="*/ 977313 w 6572708"/>
              <a:gd name="connsiteY172" fmla="*/ 2051279 h 6858000"/>
              <a:gd name="connsiteX173" fmla="*/ 976512 w 6572708"/>
              <a:gd name="connsiteY173" fmla="*/ 2050269 h 6858000"/>
              <a:gd name="connsiteX174" fmla="*/ 1000665 w 6572708"/>
              <a:gd name="connsiteY174" fmla="*/ 2030946 h 6858000"/>
              <a:gd name="connsiteX175" fmla="*/ 1001735 w 6572708"/>
              <a:gd name="connsiteY175" fmla="*/ 2027284 h 6858000"/>
              <a:gd name="connsiteX176" fmla="*/ 1020214 w 6572708"/>
              <a:gd name="connsiteY176" fmla="*/ 2016095 h 6858000"/>
              <a:gd name="connsiteX177" fmla="*/ 1028302 w 6572708"/>
              <a:gd name="connsiteY177" fmla="*/ 2009567 h 6858000"/>
              <a:gd name="connsiteX178" fmla="*/ 1033598 w 6572708"/>
              <a:gd name="connsiteY178" fmla="*/ 2009267 h 6858000"/>
              <a:gd name="connsiteX179" fmla="*/ 1044008 w 6572708"/>
              <a:gd name="connsiteY179" fmla="*/ 1998844 h 6858000"/>
              <a:gd name="connsiteX180" fmla="*/ 1044069 w 6572708"/>
              <a:gd name="connsiteY180" fmla="*/ 1997063 h 6858000"/>
              <a:gd name="connsiteX181" fmla="*/ 1056878 w 6572708"/>
              <a:gd name="connsiteY181" fmla="*/ 1990634 h 6858000"/>
              <a:gd name="connsiteX182" fmla="*/ 1072722 w 6572708"/>
              <a:gd name="connsiteY182" fmla="*/ 1987868 h 6858000"/>
              <a:gd name="connsiteX183" fmla="*/ 1145252 w 6572708"/>
              <a:gd name="connsiteY183" fmla="*/ 1891028 h 6858000"/>
              <a:gd name="connsiteX184" fmla="*/ 1226890 w 6572708"/>
              <a:gd name="connsiteY184" fmla="*/ 1845992 h 6858000"/>
              <a:gd name="connsiteX185" fmla="*/ 1323685 w 6572708"/>
              <a:gd name="connsiteY185" fmla="*/ 1758717 h 6858000"/>
              <a:gd name="connsiteX186" fmla="*/ 1398273 w 6572708"/>
              <a:gd name="connsiteY186" fmla="*/ 1627389 h 6858000"/>
              <a:gd name="connsiteX187" fmla="*/ 1417786 w 6572708"/>
              <a:gd name="connsiteY187" fmla="*/ 1591233 h 6858000"/>
              <a:gd name="connsiteX188" fmla="*/ 1456144 w 6572708"/>
              <a:gd name="connsiteY188" fmla="*/ 1570271 h 6858000"/>
              <a:gd name="connsiteX189" fmla="*/ 1458351 w 6572708"/>
              <a:gd name="connsiteY189" fmla="*/ 1554550 h 6858000"/>
              <a:gd name="connsiteX190" fmla="*/ 1458500 w 6572708"/>
              <a:gd name="connsiteY190" fmla="*/ 1551719 h 6858000"/>
              <a:gd name="connsiteX191" fmla="*/ 1464150 w 6572708"/>
              <a:gd name="connsiteY191" fmla="*/ 1542986 h 6858000"/>
              <a:gd name="connsiteX192" fmla="*/ 1459426 w 6572708"/>
              <a:gd name="connsiteY192" fmla="*/ 1537283 h 6858000"/>
              <a:gd name="connsiteX193" fmla="*/ 1463401 w 6572708"/>
              <a:gd name="connsiteY193" fmla="*/ 1521818 h 6858000"/>
              <a:gd name="connsiteX194" fmla="*/ 1475565 w 6572708"/>
              <a:gd name="connsiteY194" fmla="*/ 1506648 h 6858000"/>
              <a:gd name="connsiteX195" fmla="*/ 1540362 w 6572708"/>
              <a:gd name="connsiteY195" fmla="*/ 1438265 h 6858000"/>
              <a:gd name="connsiteX196" fmla="*/ 1575141 w 6572708"/>
              <a:gd name="connsiteY196" fmla="*/ 1395238 h 6858000"/>
              <a:gd name="connsiteX197" fmla="*/ 1582090 w 6572708"/>
              <a:gd name="connsiteY197" fmla="*/ 1375575 h 6858000"/>
              <a:gd name="connsiteX198" fmla="*/ 1596005 w 6572708"/>
              <a:gd name="connsiteY198" fmla="*/ 1350347 h 6858000"/>
              <a:gd name="connsiteX199" fmla="*/ 1615711 w 6572708"/>
              <a:gd name="connsiteY199" fmla="*/ 1303251 h 6858000"/>
              <a:gd name="connsiteX200" fmla="*/ 1650622 w 6572708"/>
              <a:gd name="connsiteY200" fmla="*/ 1244447 h 6858000"/>
              <a:gd name="connsiteX201" fmla="*/ 1702792 w 6572708"/>
              <a:gd name="connsiteY201" fmla="*/ 1215797 h 6858000"/>
              <a:gd name="connsiteX202" fmla="*/ 1700885 w 6572708"/>
              <a:gd name="connsiteY202" fmla="*/ 1209814 h 6858000"/>
              <a:gd name="connsiteX203" fmla="*/ 1723848 w 6572708"/>
              <a:gd name="connsiteY203" fmla="*/ 1183123 h 6858000"/>
              <a:gd name="connsiteX204" fmla="*/ 1759968 w 6572708"/>
              <a:gd name="connsiteY204" fmla="*/ 1166871 h 6858000"/>
              <a:gd name="connsiteX205" fmla="*/ 1767742 w 6572708"/>
              <a:gd name="connsiteY205" fmla="*/ 1158484 h 6858000"/>
              <a:gd name="connsiteX206" fmla="*/ 1773870 w 6572708"/>
              <a:gd name="connsiteY206" fmla="*/ 1125979 h 6858000"/>
              <a:gd name="connsiteX207" fmla="*/ 1767392 w 6572708"/>
              <a:gd name="connsiteY207" fmla="*/ 1121685 h 6858000"/>
              <a:gd name="connsiteX208" fmla="*/ 1770175 w 6572708"/>
              <a:gd name="connsiteY208" fmla="*/ 1112182 h 6858000"/>
              <a:gd name="connsiteX209" fmla="*/ 1769418 w 6572708"/>
              <a:gd name="connsiteY209" fmla="*/ 1109483 h 6858000"/>
              <a:gd name="connsiteX210" fmla="*/ 1766580 w 6572708"/>
              <a:gd name="connsiteY210" fmla="*/ 1094184 h 6858000"/>
              <a:gd name="connsiteX211" fmla="*/ 1797677 w 6572708"/>
              <a:gd name="connsiteY211" fmla="*/ 1065740 h 6858000"/>
              <a:gd name="connsiteX212" fmla="*/ 1805371 w 6572708"/>
              <a:gd name="connsiteY212" fmla="*/ 1027273 h 6858000"/>
              <a:gd name="connsiteX213" fmla="*/ 1882128 w 6572708"/>
              <a:gd name="connsiteY213" fmla="*/ 887059 h 6858000"/>
              <a:gd name="connsiteX214" fmla="*/ 1922110 w 6572708"/>
              <a:gd name="connsiteY214" fmla="*/ 824781 h 6858000"/>
              <a:gd name="connsiteX215" fmla="*/ 1970558 w 6572708"/>
              <a:gd name="connsiteY215" fmla="*/ 721635 h 6858000"/>
              <a:gd name="connsiteX216" fmla="*/ 1974257 w 6572708"/>
              <a:gd name="connsiteY216" fmla="*/ 713733 h 6858000"/>
              <a:gd name="connsiteX217" fmla="*/ 1971701 w 6572708"/>
              <a:gd name="connsiteY217" fmla="*/ 704563 h 6858000"/>
              <a:gd name="connsiteX218" fmla="*/ 1966819 w 6572708"/>
              <a:gd name="connsiteY218" fmla="*/ 628924 h 6858000"/>
              <a:gd name="connsiteX219" fmla="*/ 1956004 w 6572708"/>
              <a:gd name="connsiteY219" fmla="*/ 621102 h 6858000"/>
              <a:gd name="connsiteX220" fmla="*/ 1948613 w 6572708"/>
              <a:gd name="connsiteY220" fmla="*/ 609156 h 6858000"/>
              <a:gd name="connsiteX221" fmla="*/ 1949145 w 6572708"/>
              <a:gd name="connsiteY221" fmla="*/ 606753 h 6858000"/>
              <a:gd name="connsiteX222" fmla="*/ 1944819 w 6572708"/>
              <a:gd name="connsiteY222" fmla="*/ 590072 h 6858000"/>
              <a:gd name="connsiteX223" fmla="*/ 1941001 w 6572708"/>
              <a:gd name="connsiteY223" fmla="*/ 588296 h 6858000"/>
              <a:gd name="connsiteX224" fmla="*/ 1937134 w 6572708"/>
              <a:gd name="connsiteY224" fmla="*/ 577443 h 6858000"/>
              <a:gd name="connsiteX225" fmla="*/ 1927092 w 6572708"/>
              <a:gd name="connsiteY225" fmla="*/ 557642 h 6858000"/>
              <a:gd name="connsiteX226" fmla="*/ 1927484 w 6572708"/>
              <a:gd name="connsiteY226" fmla="*/ 552451 h 6858000"/>
              <a:gd name="connsiteX227" fmla="*/ 1915874 w 6572708"/>
              <a:gd name="connsiteY227" fmla="*/ 520271 h 6858000"/>
              <a:gd name="connsiteX228" fmla="*/ 1916793 w 6572708"/>
              <a:gd name="connsiteY228" fmla="*/ 519123 h 6858000"/>
              <a:gd name="connsiteX229" fmla="*/ 1918236 w 6572708"/>
              <a:gd name="connsiteY229" fmla="*/ 506970 h 6858000"/>
              <a:gd name="connsiteX230" fmla="*/ 1918529 w 6572708"/>
              <a:gd name="connsiteY230" fmla="*/ 485354 h 6858000"/>
              <a:gd name="connsiteX231" fmla="*/ 1932556 w 6572708"/>
              <a:gd name="connsiteY231" fmla="*/ 426779 h 6858000"/>
              <a:gd name="connsiteX232" fmla="*/ 1920572 w 6572708"/>
              <a:gd name="connsiteY232" fmla="*/ 393150 h 6858000"/>
              <a:gd name="connsiteX233" fmla="*/ 1918744 w 6572708"/>
              <a:gd name="connsiteY233" fmla="*/ 385981 h 6858000"/>
              <a:gd name="connsiteX234" fmla="*/ 1918949 w 6572708"/>
              <a:gd name="connsiteY234" fmla="*/ 385674 h 6858000"/>
              <a:gd name="connsiteX235" fmla="*/ 1917499 w 6572708"/>
              <a:gd name="connsiteY235" fmla="*/ 377782 h 6858000"/>
              <a:gd name="connsiteX236" fmla="*/ 1915412 w 6572708"/>
              <a:gd name="connsiteY236" fmla="*/ 372914 h 6858000"/>
              <a:gd name="connsiteX237" fmla="*/ 1911865 w 6572708"/>
              <a:gd name="connsiteY237" fmla="*/ 359009 h 6858000"/>
              <a:gd name="connsiteX238" fmla="*/ 1912244 w 6572708"/>
              <a:gd name="connsiteY238" fmla="*/ 353121 h 6858000"/>
              <a:gd name="connsiteX239" fmla="*/ 1933610 w 6572708"/>
              <a:gd name="connsiteY239" fmla="*/ 297387 h 6858000"/>
              <a:gd name="connsiteX240" fmla="*/ 1939454 w 6572708"/>
              <a:gd name="connsiteY240" fmla="*/ 194719 h 6858000"/>
              <a:gd name="connsiteX241" fmla="*/ 1942001 w 6572708"/>
              <a:gd name="connsiteY241" fmla="*/ 93227 h 6858000"/>
              <a:gd name="connsiteX242" fmla="*/ 1941351 w 6572708"/>
              <a:gd name="connsiteY242" fmla="*/ 56555 h 6858000"/>
              <a:gd name="connsiteX243" fmla="*/ 1950955 w 6572708"/>
              <a:gd name="connsiteY243" fmla="*/ 5312 h 6858000"/>
              <a:gd name="connsiteX244" fmla="*/ 1949546 w 6572708"/>
              <a:gd name="connsiteY244"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4727719 w 6572708"/>
              <a:gd name="connsiteY8" fmla="*/ 6858000 h 6858000"/>
              <a:gd name="connsiteX9" fmla="*/ 3831783 w 6572708"/>
              <a:gd name="connsiteY9" fmla="*/ 6858000 h 6858000"/>
              <a:gd name="connsiteX10" fmla="*/ 1368280 w 6572708"/>
              <a:gd name="connsiteY10" fmla="*/ 6858000 h 6858000"/>
              <a:gd name="connsiteX11" fmla="*/ 0 w 6572708"/>
              <a:gd name="connsiteY11" fmla="*/ 6858000 h 6858000"/>
              <a:gd name="connsiteX12" fmla="*/ 9990 w 6572708"/>
              <a:gd name="connsiteY12" fmla="*/ 6815347 h 6858000"/>
              <a:gd name="connsiteX13" fmla="*/ 60759 w 6572708"/>
              <a:gd name="connsiteY13" fmla="*/ 6667761 h 6858000"/>
              <a:gd name="connsiteX14" fmla="*/ 44882 w 6572708"/>
              <a:gd name="connsiteY14" fmla="*/ 6635203 h 6858000"/>
              <a:gd name="connsiteX15" fmla="*/ 38884 w 6572708"/>
              <a:gd name="connsiteY15" fmla="*/ 6601215 h 6858000"/>
              <a:gd name="connsiteX16" fmla="*/ 24537 w 6572708"/>
              <a:gd name="connsiteY16" fmla="*/ 6599857 h 6858000"/>
              <a:gd name="connsiteX17" fmla="*/ 30487 w 6572708"/>
              <a:gd name="connsiteY17" fmla="*/ 6582849 h 6858000"/>
              <a:gd name="connsiteX18" fmla="*/ 30797 w 6572708"/>
              <a:gd name="connsiteY18" fmla="*/ 6536021 h 6858000"/>
              <a:gd name="connsiteX19" fmla="*/ 10629 w 6572708"/>
              <a:gd name="connsiteY19" fmla="*/ 6483343 h 6858000"/>
              <a:gd name="connsiteX20" fmla="*/ 16211 w 6572708"/>
              <a:gd name="connsiteY20" fmla="*/ 6402087 h 6858000"/>
              <a:gd name="connsiteX21" fmla="*/ 25932 w 6572708"/>
              <a:gd name="connsiteY21" fmla="*/ 6321765 h 6858000"/>
              <a:gd name="connsiteX22" fmla="*/ 31488 w 6572708"/>
              <a:gd name="connsiteY22" fmla="*/ 6292746 h 6858000"/>
              <a:gd name="connsiteX23" fmla="*/ 32413 w 6572708"/>
              <a:gd name="connsiteY23" fmla="*/ 6240744 h 6858000"/>
              <a:gd name="connsiteX24" fmla="*/ 34430 w 6572708"/>
              <a:gd name="connsiteY24" fmla="*/ 6206738 h 6858000"/>
              <a:gd name="connsiteX25" fmla="*/ 55689 w 6572708"/>
              <a:gd name="connsiteY25" fmla="*/ 6203389 h 6858000"/>
              <a:gd name="connsiteX26" fmla="*/ 63475 w 6572708"/>
              <a:gd name="connsiteY26" fmla="*/ 6172740 h 6858000"/>
              <a:gd name="connsiteX27" fmla="*/ 50070 w 6572708"/>
              <a:gd name="connsiteY27" fmla="*/ 6141398 h 6858000"/>
              <a:gd name="connsiteX28" fmla="*/ 52252 w 6572708"/>
              <a:gd name="connsiteY28" fmla="*/ 6103364 h 6858000"/>
              <a:gd name="connsiteX29" fmla="*/ 53329 w 6572708"/>
              <a:gd name="connsiteY29" fmla="*/ 6080619 h 6858000"/>
              <a:gd name="connsiteX30" fmla="*/ 149610 w 6572708"/>
              <a:gd name="connsiteY30" fmla="*/ 5918672 h 6858000"/>
              <a:gd name="connsiteX31" fmla="*/ 160505 w 6572708"/>
              <a:gd name="connsiteY31" fmla="*/ 5887690 h 6858000"/>
              <a:gd name="connsiteX32" fmla="*/ 156200 w 6572708"/>
              <a:gd name="connsiteY32" fmla="*/ 5882649 h 6858000"/>
              <a:gd name="connsiteX33" fmla="*/ 194213 w 6572708"/>
              <a:gd name="connsiteY33" fmla="*/ 5841953 h 6858000"/>
              <a:gd name="connsiteX34" fmla="*/ 203216 w 6572708"/>
              <a:gd name="connsiteY34" fmla="*/ 5777927 h 6858000"/>
              <a:gd name="connsiteX35" fmla="*/ 202536 w 6572708"/>
              <a:gd name="connsiteY35" fmla="*/ 5728879 h 6858000"/>
              <a:gd name="connsiteX36" fmla="*/ 205380 w 6572708"/>
              <a:gd name="connsiteY36" fmla="*/ 5701696 h 6858000"/>
              <a:gd name="connsiteX37" fmla="*/ 203870 w 6572708"/>
              <a:gd name="connsiteY37" fmla="*/ 5681563 h 6858000"/>
              <a:gd name="connsiteX38" fmla="*/ 219294 w 6572708"/>
              <a:gd name="connsiteY38" fmla="*/ 5632219 h 6858000"/>
              <a:gd name="connsiteX39" fmla="*/ 252910 w 6572708"/>
              <a:gd name="connsiteY39" fmla="*/ 5551224 h 6858000"/>
              <a:gd name="connsiteX40" fmla="*/ 258253 w 6572708"/>
              <a:gd name="connsiteY40" fmla="*/ 5533854 h 6858000"/>
              <a:gd name="connsiteX41" fmla="*/ 255640 w 6572708"/>
              <a:gd name="connsiteY41" fmla="*/ 5518422 h 6858000"/>
              <a:gd name="connsiteX42" fmla="*/ 248756 w 6572708"/>
              <a:gd name="connsiteY42" fmla="*/ 5514403 h 6858000"/>
              <a:gd name="connsiteX43" fmla="*/ 250538 w 6572708"/>
              <a:gd name="connsiteY43" fmla="*/ 5504771 h 6858000"/>
              <a:gd name="connsiteX44" fmla="*/ 249507 w 6572708"/>
              <a:gd name="connsiteY44" fmla="*/ 5502102 h 6858000"/>
              <a:gd name="connsiteX45" fmla="*/ 245101 w 6572708"/>
              <a:gd name="connsiteY45" fmla="*/ 5486913 h 6858000"/>
              <a:gd name="connsiteX46" fmla="*/ 273088 w 6572708"/>
              <a:gd name="connsiteY46" fmla="*/ 5457083 h 6858000"/>
              <a:gd name="connsiteX47" fmla="*/ 276759 w 6572708"/>
              <a:gd name="connsiteY47" fmla="*/ 5418245 h 6858000"/>
              <a:gd name="connsiteX48" fmla="*/ 314712 w 6572708"/>
              <a:gd name="connsiteY48" fmla="*/ 5305770 h 6858000"/>
              <a:gd name="connsiteX49" fmla="*/ 320056 w 6572708"/>
              <a:gd name="connsiteY49" fmla="*/ 5298784 h 6858000"/>
              <a:gd name="connsiteX50" fmla="*/ 320763 w 6572708"/>
              <a:gd name="connsiteY50" fmla="*/ 5282149 h 6858000"/>
              <a:gd name="connsiteX51" fmla="*/ 325879 w 6572708"/>
              <a:gd name="connsiteY51" fmla="*/ 5270957 h 6858000"/>
              <a:gd name="connsiteX52" fmla="*/ 318913 w 6572708"/>
              <a:gd name="connsiteY52" fmla="*/ 5268991 h 6858000"/>
              <a:gd name="connsiteX53" fmla="*/ 317275 w 6572708"/>
              <a:gd name="connsiteY53" fmla="*/ 5230130 h 6858000"/>
              <a:gd name="connsiteX54" fmla="*/ 329641 w 6572708"/>
              <a:gd name="connsiteY54" fmla="*/ 5216534 h 6858000"/>
              <a:gd name="connsiteX55" fmla="*/ 329088 w 6572708"/>
              <a:gd name="connsiteY55" fmla="*/ 5211732 h 6858000"/>
              <a:gd name="connsiteX56" fmla="*/ 331669 w 6572708"/>
              <a:gd name="connsiteY56" fmla="*/ 5058537 h 6858000"/>
              <a:gd name="connsiteX57" fmla="*/ 323855 w 6572708"/>
              <a:gd name="connsiteY57" fmla="*/ 4827737 h 6858000"/>
              <a:gd name="connsiteX58" fmla="*/ 333687 w 6572708"/>
              <a:gd name="connsiteY58" fmla="*/ 4774692 h 6858000"/>
              <a:gd name="connsiteX59" fmla="*/ 322637 w 6572708"/>
              <a:gd name="connsiteY59" fmla="*/ 4727427 h 6858000"/>
              <a:gd name="connsiteX60" fmla="*/ 330798 w 6572708"/>
              <a:gd name="connsiteY60" fmla="*/ 4708193 h 6858000"/>
              <a:gd name="connsiteX61" fmla="*/ 332420 w 6572708"/>
              <a:gd name="connsiteY61" fmla="*/ 4704882 h 6858000"/>
              <a:gd name="connsiteX62" fmla="*/ 334216 w 6572708"/>
              <a:gd name="connsiteY62" fmla="*/ 4691500 h 6858000"/>
              <a:gd name="connsiteX63" fmla="*/ 340601 w 6572708"/>
              <a:gd name="connsiteY63" fmla="*/ 4687895 h 6858000"/>
              <a:gd name="connsiteX64" fmla="*/ 347516 w 6572708"/>
              <a:gd name="connsiteY64" fmla="*/ 4667873 h 6858000"/>
              <a:gd name="connsiteX65" fmla="*/ 349175 w 6572708"/>
              <a:gd name="connsiteY65" fmla="*/ 4643189 h 6858000"/>
              <a:gd name="connsiteX66" fmla="*/ 350492 w 6572708"/>
              <a:gd name="connsiteY66" fmla="*/ 4525833 h 6858000"/>
              <a:gd name="connsiteX67" fmla="*/ 355031 w 6572708"/>
              <a:gd name="connsiteY67" fmla="*/ 4455649 h 6858000"/>
              <a:gd name="connsiteX68" fmla="*/ 362651 w 6572708"/>
              <a:gd name="connsiteY68" fmla="*/ 4429036 h 6858000"/>
              <a:gd name="connsiteX69" fmla="*/ 369327 w 6572708"/>
              <a:gd name="connsiteY69" fmla="*/ 4391840 h 6858000"/>
              <a:gd name="connsiteX70" fmla="*/ 371272 w 6572708"/>
              <a:gd name="connsiteY70" fmla="*/ 4358845 h 6858000"/>
              <a:gd name="connsiteX71" fmla="*/ 382342 w 6572708"/>
              <a:gd name="connsiteY71" fmla="*/ 4333764 h 6858000"/>
              <a:gd name="connsiteX72" fmla="*/ 381365 w 6572708"/>
              <a:gd name="connsiteY72" fmla="*/ 4331730 h 6858000"/>
              <a:gd name="connsiteX73" fmla="*/ 364244 w 6572708"/>
              <a:gd name="connsiteY73" fmla="*/ 4309700 h 6858000"/>
              <a:gd name="connsiteX74" fmla="*/ 363377 w 6572708"/>
              <a:gd name="connsiteY74" fmla="*/ 4285388 h 6858000"/>
              <a:gd name="connsiteX75" fmla="*/ 357697 w 6572708"/>
              <a:gd name="connsiteY75" fmla="*/ 4266169 h 6858000"/>
              <a:gd name="connsiteX76" fmla="*/ 356998 w 6572708"/>
              <a:gd name="connsiteY76" fmla="*/ 4247672 h 6858000"/>
              <a:gd name="connsiteX77" fmla="*/ 357549 w 6572708"/>
              <a:gd name="connsiteY77" fmla="*/ 4237120 h 6858000"/>
              <a:gd name="connsiteX78" fmla="*/ 358116 w 6572708"/>
              <a:gd name="connsiteY78" fmla="*/ 4232936 h 6858000"/>
              <a:gd name="connsiteX79" fmla="*/ 366243 w 6572708"/>
              <a:gd name="connsiteY79" fmla="*/ 4224051 h 6858000"/>
              <a:gd name="connsiteX80" fmla="*/ 363841 w 6572708"/>
              <a:gd name="connsiteY80" fmla="*/ 4211782 h 6858000"/>
              <a:gd name="connsiteX81" fmla="*/ 372159 w 6572708"/>
              <a:gd name="connsiteY81" fmla="*/ 4198810 h 6858000"/>
              <a:gd name="connsiteX82" fmla="*/ 366211 w 6572708"/>
              <a:gd name="connsiteY82" fmla="*/ 4195262 h 6858000"/>
              <a:gd name="connsiteX83" fmla="*/ 360561 w 6572708"/>
              <a:gd name="connsiteY83" fmla="*/ 4184054 h 6858000"/>
              <a:gd name="connsiteX84" fmla="*/ 373972 w 6572708"/>
              <a:gd name="connsiteY84" fmla="*/ 4155792 h 6858000"/>
              <a:gd name="connsiteX85" fmla="*/ 373150 w 6572708"/>
              <a:gd name="connsiteY85" fmla="*/ 4150364 h 6858000"/>
              <a:gd name="connsiteX86" fmla="*/ 383773 w 6572708"/>
              <a:gd name="connsiteY86" fmla="*/ 4132084 h 6858000"/>
              <a:gd name="connsiteX87" fmla="*/ 389140 w 6572708"/>
              <a:gd name="connsiteY87" fmla="*/ 4115873 h 6858000"/>
              <a:gd name="connsiteX88" fmla="*/ 378846 w 6572708"/>
              <a:gd name="connsiteY88" fmla="*/ 4082551 h 6858000"/>
              <a:gd name="connsiteX89" fmla="*/ 368001 w 6572708"/>
              <a:gd name="connsiteY89" fmla="*/ 3968090 h 6858000"/>
              <a:gd name="connsiteX90" fmla="*/ 372661 w 6572708"/>
              <a:gd name="connsiteY90" fmla="*/ 3881355 h 6858000"/>
              <a:gd name="connsiteX91" fmla="*/ 379210 w 6572708"/>
              <a:gd name="connsiteY91" fmla="*/ 3850569 h 6858000"/>
              <a:gd name="connsiteX92" fmla="*/ 389880 w 6572708"/>
              <a:gd name="connsiteY92" fmla="*/ 3798988 h 6858000"/>
              <a:gd name="connsiteX93" fmla="*/ 409909 w 6572708"/>
              <a:gd name="connsiteY93" fmla="*/ 3760424 h 6858000"/>
              <a:gd name="connsiteX94" fmla="*/ 414051 w 6572708"/>
              <a:gd name="connsiteY94" fmla="*/ 3717298 h 6858000"/>
              <a:gd name="connsiteX95" fmla="*/ 399424 w 6572708"/>
              <a:gd name="connsiteY95" fmla="*/ 3707291 h 6858000"/>
              <a:gd name="connsiteX96" fmla="*/ 394460 w 6572708"/>
              <a:gd name="connsiteY96" fmla="*/ 3673415 h 6858000"/>
              <a:gd name="connsiteX97" fmla="*/ 408918 w 6572708"/>
              <a:gd name="connsiteY97" fmla="*/ 3661155 h 6858000"/>
              <a:gd name="connsiteX98" fmla="*/ 425028 w 6572708"/>
              <a:gd name="connsiteY98" fmla="*/ 3591166 h 6858000"/>
              <a:gd name="connsiteX99" fmla="*/ 430292 w 6572708"/>
              <a:gd name="connsiteY99" fmla="*/ 3550801 h 6858000"/>
              <a:gd name="connsiteX100" fmla="*/ 437149 w 6572708"/>
              <a:gd name="connsiteY100" fmla="*/ 3497399 h 6858000"/>
              <a:gd name="connsiteX101" fmla="*/ 442017 w 6572708"/>
              <a:gd name="connsiteY101" fmla="*/ 3474143 h 6858000"/>
              <a:gd name="connsiteX102" fmla="*/ 437175 w 6572708"/>
              <a:gd name="connsiteY102" fmla="*/ 3463057 h 6858000"/>
              <a:gd name="connsiteX103" fmla="*/ 438483 w 6572708"/>
              <a:gd name="connsiteY103" fmla="*/ 3457563 h 6858000"/>
              <a:gd name="connsiteX104" fmla="*/ 438642 w 6572708"/>
              <a:gd name="connsiteY104" fmla="*/ 3439053 h 6858000"/>
              <a:gd name="connsiteX105" fmla="*/ 439678 w 6572708"/>
              <a:gd name="connsiteY105" fmla="*/ 3428537 h 6858000"/>
              <a:gd name="connsiteX106" fmla="*/ 440437 w 6572708"/>
              <a:gd name="connsiteY106" fmla="*/ 3424381 h 6858000"/>
              <a:gd name="connsiteX107" fmla="*/ 448781 w 6572708"/>
              <a:gd name="connsiteY107" fmla="*/ 3416042 h 6858000"/>
              <a:gd name="connsiteX108" fmla="*/ 448765 w 6572708"/>
              <a:gd name="connsiteY108" fmla="*/ 3414504 h 6858000"/>
              <a:gd name="connsiteX109" fmla="*/ 447134 w 6572708"/>
              <a:gd name="connsiteY109" fmla="*/ 3403498 h 6858000"/>
              <a:gd name="connsiteX110" fmla="*/ 452387 w 6572708"/>
              <a:gd name="connsiteY110" fmla="*/ 3396070 h 6858000"/>
              <a:gd name="connsiteX111" fmla="*/ 453996 w 6572708"/>
              <a:gd name="connsiteY111" fmla="*/ 3389553 h 6858000"/>
              <a:gd name="connsiteX112" fmla="*/ 450265 w 6572708"/>
              <a:gd name="connsiteY112" fmla="*/ 3387098 h 6858000"/>
              <a:gd name="connsiteX113" fmla="*/ 445137 w 6572708"/>
              <a:gd name="connsiteY113" fmla="*/ 3375655 h 6858000"/>
              <a:gd name="connsiteX114" fmla="*/ 453359 w 6572708"/>
              <a:gd name="connsiteY114" fmla="*/ 3367050 h 6858000"/>
              <a:gd name="connsiteX115" fmla="*/ 459842 w 6572708"/>
              <a:gd name="connsiteY115" fmla="*/ 3348005 h 6858000"/>
              <a:gd name="connsiteX116" fmla="*/ 459268 w 6572708"/>
              <a:gd name="connsiteY116" fmla="*/ 3342546 h 6858000"/>
              <a:gd name="connsiteX117" fmla="*/ 470590 w 6572708"/>
              <a:gd name="connsiteY117" fmla="*/ 3324958 h 6858000"/>
              <a:gd name="connsiteX118" fmla="*/ 468579 w 6572708"/>
              <a:gd name="connsiteY118" fmla="*/ 3306990 h 6858000"/>
              <a:gd name="connsiteX119" fmla="*/ 480123 w 6572708"/>
              <a:gd name="connsiteY119" fmla="*/ 3295094 h 6858000"/>
              <a:gd name="connsiteX120" fmla="*/ 482298 w 6572708"/>
              <a:gd name="connsiteY120" fmla="*/ 3293541 h 6858000"/>
              <a:gd name="connsiteX121" fmla="*/ 489102 w 6572708"/>
              <a:gd name="connsiteY121" fmla="*/ 3262198 h 6858000"/>
              <a:gd name="connsiteX122" fmla="*/ 497561 w 6572708"/>
              <a:gd name="connsiteY122" fmla="*/ 3253284 h 6858000"/>
              <a:gd name="connsiteX123" fmla="*/ 522157 w 6572708"/>
              <a:gd name="connsiteY123" fmla="*/ 3192563 h 6858000"/>
              <a:gd name="connsiteX124" fmla="*/ 529302 w 6572708"/>
              <a:gd name="connsiteY124" fmla="*/ 3175520 h 6858000"/>
              <a:gd name="connsiteX125" fmla="*/ 528284 w 6572708"/>
              <a:gd name="connsiteY125" fmla="*/ 3160058 h 6858000"/>
              <a:gd name="connsiteX126" fmla="*/ 521806 w 6572708"/>
              <a:gd name="connsiteY126" fmla="*/ 3155764 h 6858000"/>
              <a:gd name="connsiteX127" fmla="*/ 524589 w 6572708"/>
              <a:gd name="connsiteY127" fmla="*/ 3146261 h 6858000"/>
              <a:gd name="connsiteX128" fmla="*/ 523832 w 6572708"/>
              <a:gd name="connsiteY128" fmla="*/ 3143561 h 6858000"/>
              <a:gd name="connsiteX129" fmla="*/ 520994 w 6572708"/>
              <a:gd name="connsiteY129" fmla="*/ 3128263 h 6858000"/>
              <a:gd name="connsiteX130" fmla="*/ 552091 w 6572708"/>
              <a:gd name="connsiteY130" fmla="*/ 3099818 h 6858000"/>
              <a:gd name="connsiteX131" fmla="*/ 618216 w 6572708"/>
              <a:gd name="connsiteY131" fmla="*/ 2895965 h 6858000"/>
              <a:gd name="connsiteX132" fmla="*/ 724973 w 6572708"/>
              <a:gd name="connsiteY132" fmla="*/ 2755713 h 6858000"/>
              <a:gd name="connsiteX133" fmla="*/ 765538 w 6572708"/>
              <a:gd name="connsiteY133" fmla="*/ 2648081 h 6858000"/>
              <a:gd name="connsiteX134" fmla="*/ 780267 w 6572708"/>
              <a:gd name="connsiteY134" fmla="*/ 2641879 h 6858000"/>
              <a:gd name="connsiteX135" fmla="*/ 790836 w 6572708"/>
              <a:gd name="connsiteY135" fmla="*/ 2632919 h 6858000"/>
              <a:gd name="connsiteX136" fmla="*/ 790328 w 6572708"/>
              <a:gd name="connsiteY136" fmla="*/ 2631229 h 6858000"/>
              <a:gd name="connsiteX137" fmla="*/ 797257 w 6572708"/>
              <a:gd name="connsiteY137" fmla="*/ 2619054 h 6858000"/>
              <a:gd name="connsiteX138" fmla="*/ 802383 w 6572708"/>
              <a:gd name="connsiteY138" fmla="*/ 2617568 h 6858000"/>
              <a:gd name="connsiteX139" fmla="*/ 808267 w 6572708"/>
              <a:gd name="connsiteY139" fmla="*/ 2609586 h 6858000"/>
              <a:gd name="connsiteX140" fmla="*/ 822908 w 6572708"/>
              <a:gd name="connsiteY140" fmla="*/ 2594856 h 6858000"/>
              <a:gd name="connsiteX141" fmla="*/ 822791 w 6572708"/>
              <a:gd name="connsiteY141" fmla="*/ 2591164 h 6858000"/>
              <a:gd name="connsiteX142" fmla="*/ 840423 w 6572708"/>
              <a:gd name="connsiteY142" fmla="*/ 2567492 h 6858000"/>
              <a:gd name="connsiteX143" fmla="*/ 839313 w 6572708"/>
              <a:gd name="connsiteY143" fmla="*/ 2566722 h 6858000"/>
              <a:gd name="connsiteX144" fmla="*/ 838361 w 6572708"/>
              <a:gd name="connsiteY144" fmla="*/ 2558109 h 6858000"/>
              <a:gd name="connsiteX145" fmla="*/ 839637 w 6572708"/>
              <a:gd name="connsiteY145" fmla="*/ 2542662 h 6858000"/>
              <a:gd name="connsiteX146" fmla="*/ 825800 w 6572708"/>
              <a:gd name="connsiteY146" fmla="*/ 2501548 h 6858000"/>
              <a:gd name="connsiteX147" fmla="*/ 844035 w 6572708"/>
              <a:gd name="connsiteY147" fmla="*/ 2476819 h 6858000"/>
              <a:gd name="connsiteX148" fmla="*/ 846972 w 6572708"/>
              <a:gd name="connsiteY148" fmla="*/ 2471590 h 6858000"/>
              <a:gd name="connsiteX149" fmla="*/ 846730 w 6572708"/>
              <a:gd name="connsiteY149" fmla="*/ 2471378 h 6858000"/>
              <a:gd name="connsiteX150" fmla="*/ 849228 w 6572708"/>
              <a:gd name="connsiteY150" fmla="*/ 2465654 h 6858000"/>
              <a:gd name="connsiteX151" fmla="*/ 852330 w 6572708"/>
              <a:gd name="connsiteY151" fmla="*/ 2462052 h 6858000"/>
              <a:gd name="connsiteX152" fmla="*/ 858029 w 6572708"/>
              <a:gd name="connsiteY152" fmla="*/ 2451906 h 6858000"/>
              <a:gd name="connsiteX153" fmla="*/ 857986 w 6572708"/>
              <a:gd name="connsiteY153" fmla="*/ 2447716 h 6858000"/>
              <a:gd name="connsiteX154" fmla="*/ 855075 w 6572708"/>
              <a:gd name="connsiteY154" fmla="*/ 2445047 h 6858000"/>
              <a:gd name="connsiteX155" fmla="*/ 856006 w 6572708"/>
              <a:gd name="connsiteY155" fmla="*/ 2444265 h 6858000"/>
              <a:gd name="connsiteX156" fmla="*/ 856444 w 6572708"/>
              <a:gd name="connsiteY156" fmla="*/ 2421759 h 6858000"/>
              <a:gd name="connsiteX157" fmla="*/ 868981 w 6572708"/>
              <a:gd name="connsiteY157" fmla="*/ 2375200 h 6858000"/>
              <a:gd name="connsiteX158" fmla="*/ 880811 w 6572708"/>
              <a:gd name="connsiteY158" fmla="*/ 2350147 h 6858000"/>
              <a:gd name="connsiteX159" fmla="*/ 908124 w 6572708"/>
              <a:gd name="connsiteY159" fmla="*/ 2279761 h 6858000"/>
              <a:gd name="connsiteX160" fmla="*/ 931678 w 6572708"/>
              <a:gd name="connsiteY160" fmla="*/ 2207772 h 6858000"/>
              <a:gd name="connsiteX161" fmla="*/ 921761 w 6572708"/>
              <a:gd name="connsiteY161" fmla="*/ 2164302 h 6858000"/>
              <a:gd name="connsiteX162" fmla="*/ 923058 w 6572708"/>
              <a:gd name="connsiteY162" fmla="*/ 2160162 h 6858000"/>
              <a:gd name="connsiteX163" fmla="*/ 931663 w 6572708"/>
              <a:gd name="connsiteY163" fmla="*/ 2151458 h 6858000"/>
              <a:gd name="connsiteX164" fmla="*/ 935730 w 6572708"/>
              <a:gd name="connsiteY164" fmla="*/ 2148616 h 6858000"/>
              <a:gd name="connsiteX165" fmla="*/ 939910 w 6572708"/>
              <a:gd name="connsiteY165" fmla="*/ 2143540 h 6858000"/>
              <a:gd name="connsiteX166" fmla="*/ 939746 w 6572708"/>
              <a:gd name="connsiteY166" fmla="*/ 2143278 h 6858000"/>
              <a:gd name="connsiteX167" fmla="*/ 944182 w 6572708"/>
              <a:gd name="connsiteY167" fmla="*/ 2138791 h 6858000"/>
              <a:gd name="connsiteX168" fmla="*/ 969240 w 6572708"/>
              <a:gd name="connsiteY168" fmla="*/ 2118565 h 6858000"/>
              <a:gd name="connsiteX169" fmla="*/ 969333 w 6572708"/>
              <a:gd name="connsiteY169" fmla="*/ 2074914 h 6858000"/>
              <a:gd name="connsiteX170" fmla="*/ 975462 w 6572708"/>
              <a:gd name="connsiteY170" fmla="*/ 2059981 h 6858000"/>
              <a:gd name="connsiteX171" fmla="*/ 977313 w 6572708"/>
              <a:gd name="connsiteY171" fmla="*/ 2051279 h 6858000"/>
              <a:gd name="connsiteX172" fmla="*/ 976512 w 6572708"/>
              <a:gd name="connsiteY172" fmla="*/ 2050269 h 6858000"/>
              <a:gd name="connsiteX173" fmla="*/ 1000665 w 6572708"/>
              <a:gd name="connsiteY173" fmla="*/ 2030946 h 6858000"/>
              <a:gd name="connsiteX174" fmla="*/ 1001735 w 6572708"/>
              <a:gd name="connsiteY174" fmla="*/ 2027284 h 6858000"/>
              <a:gd name="connsiteX175" fmla="*/ 1020214 w 6572708"/>
              <a:gd name="connsiteY175" fmla="*/ 2016095 h 6858000"/>
              <a:gd name="connsiteX176" fmla="*/ 1028302 w 6572708"/>
              <a:gd name="connsiteY176" fmla="*/ 2009567 h 6858000"/>
              <a:gd name="connsiteX177" fmla="*/ 1033598 w 6572708"/>
              <a:gd name="connsiteY177" fmla="*/ 2009267 h 6858000"/>
              <a:gd name="connsiteX178" fmla="*/ 1044008 w 6572708"/>
              <a:gd name="connsiteY178" fmla="*/ 1998844 h 6858000"/>
              <a:gd name="connsiteX179" fmla="*/ 1044069 w 6572708"/>
              <a:gd name="connsiteY179" fmla="*/ 1997063 h 6858000"/>
              <a:gd name="connsiteX180" fmla="*/ 1056878 w 6572708"/>
              <a:gd name="connsiteY180" fmla="*/ 1990634 h 6858000"/>
              <a:gd name="connsiteX181" fmla="*/ 1072722 w 6572708"/>
              <a:gd name="connsiteY181" fmla="*/ 1987868 h 6858000"/>
              <a:gd name="connsiteX182" fmla="*/ 1145252 w 6572708"/>
              <a:gd name="connsiteY182" fmla="*/ 1891028 h 6858000"/>
              <a:gd name="connsiteX183" fmla="*/ 1226890 w 6572708"/>
              <a:gd name="connsiteY183" fmla="*/ 1845992 h 6858000"/>
              <a:gd name="connsiteX184" fmla="*/ 1323685 w 6572708"/>
              <a:gd name="connsiteY184" fmla="*/ 1758717 h 6858000"/>
              <a:gd name="connsiteX185" fmla="*/ 1398273 w 6572708"/>
              <a:gd name="connsiteY185" fmla="*/ 1627389 h 6858000"/>
              <a:gd name="connsiteX186" fmla="*/ 1417786 w 6572708"/>
              <a:gd name="connsiteY186" fmla="*/ 1591233 h 6858000"/>
              <a:gd name="connsiteX187" fmla="*/ 1456144 w 6572708"/>
              <a:gd name="connsiteY187" fmla="*/ 1570271 h 6858000"/>
              <a:gd name="connsiteX188" fmla="*/ 1458351 w 6572708"/>
              <a:gd name="connsiteY188" fmla="*/ 1554550 h 6858000"/>
              <a:gd name="connsiteX189" fmla="*/ 1458500 w 6572708"/>
              <a:gd name="connsiteY189" fmla="*/ 1551719 h 6858000"/>
              <a:gd name="connsiteX190" fmla="*/ 1464150 w 6572708"/>
              <a:gd name="connsiteY190" fmla="*/ 1542986 h 6858000"/>
              <a:gd name="connsiteX191" fmla="*/ 1459426 w 6572708"/>
              <a:gd name="connsiteY191" fmla="*/ 1537283 h 6858000"/>
              <a:gd name="connsiteX192" fmla="*/ 1463401 w 6572708"/>
              <a:gd name="connsiteY192" fmla="*/ 1521818 h 6858000"/>
              <a:gd name="connsiteX193" fmla="*/ 1475565 w 6572708"/>
              <a:gd name="connsiteY193" fmla="*/ 1506648 h 6858000"/>
              <a:gd name="connsiteX194" fmla="*/ 1540362 w 6572708"/>
              <a:gd name="connsiteY194" fmla="*/ 1438265 h 6858000"/>
              <a:gd name="connsiteX195" fmla="*/ 1575141 w 6572708"/>
              <a:gd name="connsiteY195" fmla="*/ 1395238 h 6858000"/>
              <a:gd name="connsiteX196" fmla="*/ 1582090 w 6572708"/>
              <a:gd name="connsiteY196" fmla="*/ 1375575 h 6858000"/>
              <a:gd name="connsiteX197" fmla="*/ 1596005 w 6572708"/>
              <a:gd name="connsiteY197" fmla="*/ 1350347 h 6858000"/>
              <a:gd name="connsiteX198" fmla="*/ 1615711 w 6572708"/>
              <a:gd name="connsiteY198" fmla="*/ 1303251 h 6858000"/>
              <a:gd name="connsiteX199" fmla="*/ 1650622 w 6572708"/>
              <a:gd name="connsiteY199" fmla="*/ 1244447 h 6858000"/>
              <a:gd name="connsiteX200" fmla="*/ 1702792 w 6572708"/>
              <a:gd name="connsiteY200" fmla="*/ 1215797 h 6858000"/>
              <a:gd name="connsiteX201" fmla="*/ 1700885 w 6572708"/>
              <a:gd name="connsiteY201" fmla="*/ 1209814 h 6858000"/>
              <a:gd name="connsiteX202" fmla="*/ 1723848 w 6572708"/>
              <a:gd name="connsiteY202" fmla="*/ 1183123 h 6858000"/>
              <a:gd name="connsiteX203" fmla="*/ 1759968 w 6572708"/>
              <a:gd name="connsiteY203" fmla="*/ 1166871 h 6858000"/>
              <a:gd name="connsiteX204" fmla="*/ 1767742 w 6572708"/>
              <a:gd name="connsiteY204" fmla="*/ 1158484 h 6858000"/>
              <a:gd name="connsiteX205" fmla="*/ 1773870 w 6572708"/>
              <a:gd name="connsiteY205" fmla="*/ 1125979 h 6858000"/>
              <a:gd name="connsiteX206" fmla="*/ 1767392 w 6572708"/>
              <a:gd name="connsiteY206" fmla="*/ 1121685 h 6858000"/>
              <a:gd name="connsiteX207" fmla="*/ 1770175 w 6572708"/>
              <a:gd name="connsiteY207" fmla="*/ 1112182 h 6858000"/>
              <a:gd name="connsiteX208" fmla="*/ 1769418 w 6572708"/>
              <a:gd name="connsiteY208" fmla="*/ 1109483 h 6858000"/>
              <a:gd name="connsiteX209" fmla="*/ 1766580 w 6572708"/>
              <a:gd name="connsiteY209" fmla="*/ 1094184 h 6858000"/>
              <a:gd name="connsiteX210" fmla="*/ 1797677 w 6572708"/>
              <a:gd name="connsiteY210" fmla="*/ 1065740 h 6858000"/>
              <a:gd name="connsiteX211" fmla="*/ 1805371 w 6572708"/>
              <a:gd name="connsiteY211" fmla="*/ 1027273 h 6858000"/>
              <a:gd name="connsiteX212" fmla="*/ 1882128 w 6572708"/>
              <a:gd name="connsiteY212" fmla="*/ 887059 h 6858000"/>
              <a:gd name="connsiteX213" fmla="*/ 1922110 w 6572708"/>
              <a:gd name="connsiteY213" fmla="*/ 824781 h 6858000"/>
              <a:gd name="connsiteX214" fmla="*/ 1970558 w 6572708"/>
              <a:gd name="connsiteY214" fmla="*/ 721635 h 6858000"/>
              <a:gd name="connsiteX215" fmla="*/ 1974257 w 6572708"/>
              <a:gd name="connsiteY215" fmla="*/ 713733 h 6858000"/>
              <a:gd name="connsiteX216" fmla="*/ 1971701 w 6572708"/>
              <a:gd name="connsiteY216" fmla="*/ 704563 h 6858000"/>
              <a:gd name="connsiteX217" fmla="*/ 1966819 w 6572708"/>
              <a:gd name="connsiteY217" fmla="*/ 628924 h 6858000"/>
              <a:gd name="connsiteX218" fmla="*/ 1956004 w 6572708"/>
              <a:gd name="connsiteY218" fmla="*/ 621102 h 6858000"/>
              <a:gd name="connsiteX219" fmla="*/ 1948613 w 6572708"/>
              <a:gd name="connsiteY219" fmla="*/ 609156 h 6858000"/>
              <a:gd name="connsiteX220" fmla="*/ 1949145 w 6572708"/>
              <a:gd name="connsiteY220" fmla="*/ 606753 h 6858000"/>
              <a:gd name="connsiteX221" fmla="*/ 1944819 w 6572708"/>
              <a:gd name="connsiteY221" fmla="*/ 590072 h 6858000"/>
              <a:gd name="connsiteX222" fmla="*/ 1941001 w 6572708"/>
              <a:gd name="connsiteY222" fmla="*/ 588296 h 6858000"/>
              <a:gd name="connsiteX223" fmla="*/ 1937134 w 6572708"/>
              <a:gd name="connsiteY223" fmla="*/ 577443 h 6858000"/>
              <a:gd name="connsiteX224" fmla="*/ 1927092 w 6572708"/>
              <a:gd name="connsiteY224" fmla="*/ 557642 h 6858000"/>
              <a:gd name="connsiteX225" fmla="*/ 1927484 w 6572708"/>
              <a:gd name="connsiteY225" fmla="*/ 552451 h 6858000"/>
              <a:gd name="connsiteX226" fmla="*/ 1915874 w 6572708"/>
              <a:gd name="connsiteY226" fmla="*/ 520271 h 6858000"/>
              <a:gd name="connsiteX227" fmla="*/ 1916793 w 6572708"/>
              <a:gd name="connsiteY227" fmla="*/ 519123 h 6858000"/>
              <a:gd name="connsiteX228" fmla="*/ 1918236 w 6572708"/>
              <a:gd name="connsiteY228" fmla="*/ 506970 h 6858000"/>
              <a:gd name="connsiteX229" fmla="*/ 1918529 w 6572708"/>
              <a:gd name="connsiteY229" fmla="*/ 485354 h 6858000"/>
              <a:gd name="connsiteX230" fmla="*/ 1932556 w 6572708"/>
              <a:gd name="connsiteY230" fmla="*/ 426779 h 6858000"/>
              <a:gd name="connsiteX231" fmla="*/ 1920572 w 6572708"/>
              <a:gd name="connsiteY231" fmla="*/ 393150 h 6858000"/>
              <a:gd name="connsiteX232" fmla="*/ 1918744 w 6572708"/>
              <a:gd name="connsiteY232" fmla="*/ 385981 h 6858000"/>
              <a:gd name="connsiteX233" fmla="*/ 1918949 w 6572708"/>
              <a:gd name="connsiteY233" fmla="*/ 385674 h 6858000"/>
              <a:gd name="connsiteX234" fmla="*/ 1917499 w 6572708"/>
              <a:gd name="connsiteY234" fmla="*/ 377782 h 6858000"/>
              <a:gd name="connsiteX235" fmla="*/ 1915412 w 6572708"/>
              <a:gd name="connsiteY235" fmla="*/ 372914 h 6858000"/>
              <a:gd name="connsiteX236" fmla="*/ 1911865 w 6572708"/>
              <a:gd name="connsiteY236" fmla="*/ 359009 h 6858000"/>
              <a:gd name="connsiteX237" fmla="*/ 1912244 w 6572708"/>
              <a:gd name="connsiteY237" fmla="*/ 353121 h 6858000"/>
              <a:gd name="connsiteX238" fmla="*/ 1933610 w 6572708"/>
              <a:gd name="connsiteY238" fmla="*/ 297387 h 6858000"/>
              <a:gd name="connsiteX239" fmla="*/ 1939454 w 6572708"/>
              <a:gd name="connsiteY239" fmla="*/ 194719 h 6858000"/>
              <a:gd name="connsiteX240" fmla="*/ 1942001 w 6572708"/>
              <a:gd name="connsiteY240" fmla="*/ 93227 h 6858000"/>
              <a:gd name="connsiteX241" fmla="*/ 1941351 w 6572708"/>
              <a:gd name="connsiteY241" fmla="*/ 56555 h 6858000"/>
              <a:gd name="connsiteX242" fmla="*/ 1950955 w 6572708"/>
              <a:gd name="connsiteY242" fmla="*/ 5312 h 6858000"/>
              <a:gd name="connsiteX243" fmla="*/ 1949546 w 6572708"/>
              <a:gd name="connsiteY243"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4727719 w 6572708"/>
              <a:gd name="connsiteY8" fmla="*/ 6858000 h 6858000"/>
              <a:gd name="connsiteX9" fmla="*/ 3831783 w 6572708"/>
              <a:gd name="connsiteY9" fmla="*/ 6858000 h 6858000"/>
              <a:gd name="connsiteX10" fmla="*/ 0 w 6572708"/>
              <a:gd name="connsiteY10" fmla="*/ 6858000 h 6858000"/>
              <a:gd name="connsiteX11" fmla="*/ 9990 w 6572708"/>
              <a:gd name="connsiteY11" fmla="*/ 6815347 h 6858000"/>
              <a:gd name="connsiteX12" fmla="*/ 60759 w 6572708"/>
              <a:gd name="connsiteY12" fmla="*/ 6667761 h 6858000"/>
              <a:gd name="connsiteX13" fmla="*/ 44882 w 6572708"/>
              <a:gd name="connsiteY13" fmla="*/ 6635203 h 6858000"/>
              <a:gd name="connsiteX14" fmla="*/ 38884 w 6572708"/>
              <a:gd name="connsiteY14" fmla="*/ 6601215 h 6858000"/>
              <a:gd name="connsiteX15" fmla="*/ 24537 w 6572708"/>
              <a:gd name="connsiteY15" fmla="*/ 6599857 h 6858000"/>
              <a:gd name="connsiteX16" fmla="*/ 30487 w 6572708"/>
              <a:gd name="connsiteY16" fmla="*/ 6582849 h 6858000"/>
              <a:gd name="connsiteX17" fmla="*/ 30797 w 6572708"/>
              <a:gd name="connsiteY17" fmla="*/ 6536021 h 6858000"/>
              <a:gd name="connsiteX18" fmla="*/ 10629 w 6572708"/>
              <a:gd name="connsiteY18" fmla="*/ 6483343 h 6858000"/>
              <a:gd name="connsiteX19" fmla="*/ 16211 w 6572708"/>
              <a:gd name="connsiteY19" fmla="*/ 6402087 h 6858000"/>
              <a:gd name="connsiteX20" fmla="*/ 25932 w 6572708"/>
              <a:gd name="connsiteY20" fmla="*/ 6321765 h 6858000"/>
              <a:gd name="connsiteX21" fmla="*/ 31488 w 6572708"/>
              <a:gd name="connsiteY21" fmla="*/ 6292746 h 6858000"/>
              <a:gd name="connsiteX22" fmla="*/ 32413 w 6572708"/>
              <a:gd name="connsiteY22" fmla="*/ 6240744 h 6858000"/>
              <a:gd name="connsiteX23" fmla="*/ 34430 w 6572708"/>
              <a:gd name="connsiteY23" fmla="*/ 6206738 h 6858000"/>
              <a:gd name="connsiteX24" fmla="*/ 55689 w 6572708"/>
              <a:gd name="connsiteY24" fmla="*/ 6203389 h 6858000"/>
              <a:gd name="connsiteX25" fmla="*/ 63475 w 6572708"/>
              <a:gd name="connsiteY25" fmla="*/ 6172740 h 6858000"/>
              <a:gd name="connsiteX26" fmla="*/ 50070 w 6572708"/>
              <a:gd name="connsiteY26" fmla="*/ 6141398 h 6858000"/>
              <a:gd name="connsiteX27" fmla="*/ 52252 w 6572708"/>
              <a:gd name="connsiteY27" fmla="*/ 6103364 h 6858000"/>
              <a:gd name="connsiteX28" fmla="*/ 53329 w 6572708"/>
              <a:gd name="connsiteY28" fmla="*/ 6080619 h 6858000"/>
              <a:gd name="connsiteX29" fmla="*/ 149610 w 6572708"/>
              <a:gd name="connsiteY29" fmla="*/ 5918672 h 6858000"/>
              <a:gd name="connsiteX30" fmla="*/ 160505 w 6572708"/>
              <a:gd name="connsiteY30" fmla="*/ 5887690 h 6858000"/>
              <a:gd name="connsiteX31" fmla="*/ 156200 w 6572708"/>
              <a:gd name="connsiteY31" fmla="*/ 5882649 h 6858000"/>
              <a:gd name="connsiteX32" fmla="*/ 194213 w 6572708"/>
              <a:gd name="connsiteY32" fmla="*/ 5841953 h 6858000"/>
              <a:gd name="connsiteX33" fmla="*/ 203216 w 6572708"/>
              <a:gd name="connsiteY33" fmla="*/ 5777927 h 6858000"/>
              <a:gd name="connsiteX34" fmla="*/ 202536 w 6572708"/>
              <a:gd name="connsiteY34" fmla="*/ 5728879 h 6858000"/>
              <a:gd name="connsiteX35" fmla="*/ 205380 w 6572708"/>
              <a:gd name="connsiteY35" fmla="*/ 5701696 h 6858000"/>
              <a:gd name="connsiteX36" fmla="*/ 203870 w 6572708"/>
              <a:gd name="connsiteY36" fmla="*/ 5681563 h 6858000"/>
              <a:gd name="connsiteX37" fmla="*/ 219294 w 6572708"/>
              <a:gd name="connsiteY37" fmla="*/ 5632219 h 6858000"/>
              <a:gd name="connsiteX38" fmla="*/ 252910 w 6572708"/>
              <a:gd name="connsiteY38" fmla="*/ 5551224 h 6858000"/>
              <a:gd name="connsiteX39" fmla="*/ 258253 w 6572708"/>
              <a:gd name="connsiteY39" fmla="*/ 5533854 h 6858000"/>
              <a:gd name="connsiteX40" fmla="*/ 255640 w 6572708"/>
              <a:gd name="connsiteY40" fmla="*/ 5518422 h 6858000"/>
              <a:gd name="connsiteX41" fmla="*/ 248756 w 6572708"/>
              <a:gd name="connsiteY41" fmla="*/ 5514403 h 6858000"/>
              <a:gd name="connsiteX42" fmla="*/ 250538 w 6572708"/>
              <a:gd name="connsiteY42" fmla="*/ 5504771 h 6858000"/>
              <a:gd name="connsiteX43" fmla="*/ 249507 w 6572708"/>
              <a:gd name="connsiteY43" fmla="*/ 5502102 h 6858000"/>
              <a:gd name="connsiteX44" fmla="*/ 245101 w 6572708"/>
              <a:gd name="connsiteY44" fmla="*/ 5486913 h 6858000"/>
              <a:gd name="connsiteX45" fmla="*/ 273088 w 6572708"/>
              <a:gd name="connsiteY45" fmla="*/ 5457083 h 6858000"/>
              <a:gd name="connsiteX46" fmla="*/ 276759 w 6572708"/>
              <a:gd name="connsiteY46" fmla="*/ 5418245 h 6858000"/>
              <a:gd name="connsiteX47" fmla="*/ 314712 w 6572708"/>
              <a:gd name="connsiteY47" fmla="*/ 5305770 h 6858000"/>
              <a:gd name="connsiteX48" fmla="*/ 320056 w 6572708"/>
              <a:gd name="connsiteY48" fmla="*/ 5298784 h 6858000"/>
              <a:gd name="connsiteX49" fmla="*/ 320763 w 6572708"/>
              <a:gd name="connsiteY49" fmla="*/ 5282149 h 6858000"/>
              <a:gd name="connsiteX50" fmla="*/ 325879 w 6572708"/>
              <a:gd name="connsiteY50" fmla="*/ 5270957 h 6858000"/>
              <a:gd name="connsiteX51" fmla="*/ 318913 w 6572708"/>
              <a:gd name="connsiteY51" fmla="*/ 5268991 h 6858000"/>
              <a:gd name="connsiteX52" fmla="*/ 317275 w 6572708"/>
              <a:gd name="connsiteY52" fmla="*/ 5230130 h 6858000"/>
              <a:gd name="connsiteX53" fmla="*/ 329641 w 6572708"/>
              <a:gd name="connsiteY53" fmla="*/ 5216534 h 6858000"/>
              <a:gd name="connsiteX54" fmla="*/ 329088 w 6572708"/>
              <a:gd name="connsiteY54" fmla="*/ 5211732 h 6858000"/>
              <a:gd name="connsiteX55" fmla="*/ 331669 w 6572708"/>
              <a:gd name="connsiteY55" fmla="*/ 5058537 h 6858000"/>
              <a:gd name="connsiteX56" fmla="*/ 323855 w 6572708"/>
              <a:gd name="connsiteY56" fmla="*/ 4827737 h 6858000"/>
              <a:gd name="connsiteX57" fmla="*/ 333687 w 6572708"/>
              <a:gd name="connsiteY57" fmla="*/ 4774692 h 6858000"/>
              <a:gd name="connsiteX58" fmla="*/ 322637 w 6572708"/>
              <a:gd name="connsiteY58" fmla="*/ 4727427 h 6858000"/>
              <a:gd name="connsiteX59" fmla="*/ 330798 w 6572708"/>
              <a:gd name="connsiteY59" fmla="*/ 4708193 h 6858000"/>
              <a:gd name="connsiteX60" fmla="*/ 332420 w 6572708"/>
              <a:gd name="connsiteY60" fmla="*/ 4704882 h 6858000"/>
              <a:gd name="connsiteX61" fmla="*/ 334216 w 6572708"/>
              <a:gd name="connsiteY61" fmla="*/ 4691500 h 6858000"/>
              <a:gd name="connsiteX62" fmla="*/ 340601 w 6572708"/>
              <a:gd name="connsiteY62" fmla="*/ 4687895 h 6858000"/>
              <a:gd name="connsiteX63" fmla="*/ 347516 w 6572708"/>
              <a:gd name="connsiteY63" fmla="*/ 4667873 h 6858000"/>
              <a:gd name="connsiteX64" fmla="*/ 349175 w 6572708"/>
              <a:gd name="connsiteY64" fmla="*/ 4643189 h 6858000"/>
              <a:gd name="connsiteX65" fmla="*/ 350492 w 6572708"/>
              <a:gd name="connsiteY65" fmla="*/ 4525833 h 6858000"/>
              <a:gd name="connsiteX66" fmla="*/ 355031 w 6572708"/>
              <a:gd name="connsiteY66" fmla="*/ 4455649 h 6858000"/>
              <a:gd name="connsiteX67" fmla="*/ 362651 w 6572708"/>
              <a:gd name="connsiteY67" fmla="*/ 4429036 h 6858000"/>
              <a:gd name="connsiteX68" fmla="*/ 369327 w 6572708"/>
              <a:gd name="connsiteY68" fmla="*/ 4391840 h 6858000"/>
              <a:gd name="connsiteX69" fmla="*/ 371272 w 6572708"/>
              <a:gd name="connsiteY69" fmla="*/ 4358845 h 6858000"/>
              <a:gd name="connsiteX70" fmla="*/ 382342 w 6572708"/>
              <a:gd name="connsiteY70" fmla="*/ 4333764 h 6858000"/>
              <a:gd name="connsiteX71" fmla="*/ 381365 w 6572708"/>
              <a:gd name="connsiteY71" fmla="*/ 4331730 h 6858000"/>
              <a:gd name="connsiteX72" fmla="*/ 364244 w 6572708"/>
              <a:gd name="connsiteY72" fmla="*/ 4309700 h 6858000"/>
              <a:gd name="connsiteX73" fmla="*/ 363377 w 6572708"/>
              <a:gd name="connsiteY73" fmla="*/ 4285388 h 6858000"/>
              <a:gd name="connsiteX74" fmla="*/ 357697 w 6572708"/>
              <a:gd name="connsiteY74" fmla="*/ 4266169 h 6858000"/>
              <a:gd name="connsiteX75" fmla="*/ 356998 w 6572708"/>
              <a:gd name="connsiteY75" fmla="*/ 4247672 h 6858000"/>
              <a:gd name="connsiteX76" fmla="*/ 357549 w 6572708"/>
              <a:gd name="connsiteY76" fmla="*/ 4237120 h 6858000"/>
              <a:gd name="connsiteX77" fmla="*/ 358116 w 6572708"/>
              <a:gd name="connsiteY77" fmla="*/ 4232936 h 6858000"/>
              <a:gd name="connsiteX78" fmla="*/ 366243 w 6572708"/>
              <a:gd name="connsiteY78" fmla="*/ 4224051 h 6858000"/>
              <a:gd name="connsiteX79" fmla="*/ 363841 w 6572708"/>
              <a:gd name="connsiteY79" fmla="*/ 4211782 h 6858000"/>
              <a:gd name="connsiteX80" fmla="*/ 372159 w 6572708"/>
              <a:gd name="connsiteY80" fmla="*/ 4198810 h 6858000"/>
              <a:gd name="connsiteX81" fmla="*/ 366211 w 6572708"/>
              <a:gd name="connsiteY81" fmla="*/ 4195262 h 6858000"/>
              <a:gd name="connsiteX82" fmla="*/ 360561 w 6572708"/>
              <a:gd name="connsiteY82" fmla="*/ 4184054 h 6858000"/>
              <a:gd name="connsiteX83" fmla="*/ 373972 w 6572708"/>
              <a:gd name="connsiteY83" fmla="*/ 4155792 h 6858000"/>
              <a:gd name="connsiteX84" fmla="*/ 373150 w 6572708"/>
              <a:gd name="connsiteY84" fmla="*/ 4150364 h 6858000"/>
              <a:gd name="connsiteX85" fmla="*/ 383773 w 6572708"/>
              <a:gd name="connsiteY85" fmla="*/ 4132084 h 6858000"/>
              <a:gd name="connsiteX86" fmla="*/ 389140 w 6572708"/>
              <a:gd name="connsiteY86" fmla="*/ 4115873 h 6858000"/>
              <a:gd name="connsiteX87" fmla="*/ 378846 w 6572708"/>
              <a:gd name="connsiteY87" fmla="*/ 4082551 h 6858000"/>
              <a:gd name="connsiteX88" fmla="*/ 368001 w 6572708"/>
              <a:gd name="connsiteY88" fmla="*/ 3968090 h 6858000"/>
              <a:gd name="connsiteX89" fmla="*/ 372661 w 6572708"/>
              <a:gd name="connsiteY89" fmla="*/ 3881355 h 6858000"/>
              <a:gd name="connsiteX90" fmla="*/ 379210 w 6572708"/>
              <a:gd name="connsiteY90" fmla="*/ 3850569 h 6858000"/>
              <a:gd name="connsiteX91" fmla="*/ 389880 w 6572708"/>
              <a:gd name="connsiteY91" fmla="*/ 3798988 h 6858000"/>
              <a:gd name="connsiteX92" fmla="*/ 409909 w 6572708"/>
              <a:gd name="connsiteY92" fmla="*/ 3760424 h 6858000"/>
              <a:gd name="connsiteX93" fmla="*/ 414051 w 6572708"/>
              <a:gd name="connsiteY93" fmla="*/ 3717298 h 6858000"/>
              <a:gd name="connsiteX94" fmla="*/ 399424 w 6572708"/>
              <a:gd name="connsiteY94" fmla="*/ 3707291 h 6858000"/>
              <a:gd name="connsiteX95" fmla="*/ 394460 w 6572708"/>
              <a:gd name="connsiteY95" fmla="*/ 3673415 h 6858000"/>
              <a:gd name="connsiteX96" fmla="*/ 408918 w 6572708"/>
              <a:gd name="connsiteY96" fmla="*/ 3661155 h 6858000"/>
              <a:gd name="connsiteX97" fmla="*/ 425028 w 6572708"/>
              <a:gd name="connsiteY97" fmla="*/ 3591166 h 6858000"/>
              <a:gd name="connsiteX98" fmla="*/ 430292 w 6572708"/>
              <a:gd name="connsiteY98" fmla="*/ 3550801 h 6858000"/>
              <a:gd name="connsiteX99" fmla="*/ 437149 w 6572708"/>
              <a:gd name="connsiteY99" fmla="*/ 3497399 h 6858000"/>
              <a:gd name="connsiteX100" fmla="*/ 442017 w 6572708"/>
              <a:gd name="connsiteY100" fmla="*/ 3474143 h 6858000"/>
              <a:gd name="connsiteX101" fmla="*/ 437175 w 6572708"/>
              <a:gd name="connsiteY101" fmla="*/ 3463057 h 6858000"/>
              <a:gd name="connsiteX102" fmla="*/ 438483 w 6572708"/>
              <a:gd name="connsiteY102" fmla="*/ 3457563 h 6858000"/>
              <a:gd name="connsiteX103" fmla="*/ 438642 w 6572708"/>
              <a:gd name="connsiteY103" fmla="*/ 3439053 h 6858000"/>
              <a:gd name="connsiteX104" fmla="*/ 439678 w 6572708"/>
              <a:gd name="connsiteY104" fmla="*/ 3428537 h 6858000"/>
              <a:gd name="connsiteX105" fmla="*/ 440437 w 6572708"/>
              <a:gd name="connsiteY105" fmla="*/ 3424381 h 6858000"/>
              <a:gd name="connsiteX106" fmla="*/ 448781 w 6572708"/>
              <a:gd name="connsiteY106" fmla="*/ 3416042 h 6858000"/>
              <a:gd name="connsiteX107" fmla="*/ 448765 w 6572708"/>
              <a:gd name="connsiteY107" fmla="*/ 3414504 h 6858000"/>
              <a:gd name="connsiteX108" fmla="*/ 447134 w 6572708"/>
              <a:gd name="connsiteY108" fmla="*/ 3403498 h 6858000"/>
              <a:gd name="connsiteX109" fmla="*/ 452387 w 6572708"/>
              <a:gd name="connsiteY109" fmla="*/ 3396070 h 6858000"/>
              <a:gd name="connsiteX110" fmla="*/ 453996 w 6572708"/>
              <a:gd name="connsiteY110" fmla="*/ 3389553 h 6858000"/>
              <a:gd name="connsiteX111" fmla="*/ 450265 w 6572708"/>
              <a:gd name="connsiteY111" fmla="*/ 3387098 h 6858000"/>
              <a:gd name="connsiteX112" fmla="*/ 445137 w 6572708"/>
              <a:gd name="connsiteY112" fmla="*/ 3375655 h 6858000"/>
              <a:gd name="connsiteX113" fmla="*/ 453359 w 6572708"/>
              <a:gd name="connsiteY113" fmla="*/ 3367050 h 6858000"/>
              <a:gd name="connsiteX114" fmla="*/ 459842 w 6572708"/>
              <a:gd name="connsiteY114" fmla="*/ 3348005 h 6858000"/>
              <a:gd name="connsiteX115" fmla="*/ 459268 w 6572708"/>
              <a:gd name="connsiteY115" fmla="*/ 3342546 h 6858000"/>
              <a:gd name="connsiteX116" fmla="*/ 470590 w 6572708"/>
              <a:gd name="connsiteY116" fmla="*/ 3324958 h 6858000"/>
              <a:gd name="connsiteX117" fmla="*/ 468579 w 6572708"/>
              <a:gd name="connsiteY117" fmla="*/ 3306990 h 6858000"/>
              <a:gd name="connsiteX118" fmla="*/ 480123 w 6572708"/>
              <a:gd name="connsiteY118" fmla="*/ 3295094 h 6858000"/>
              <a:gd name="connsiteX119" fmla="*/ 482298 w 6572708"/>
              <a:gd name="connsiteY119" fmla="*/ 3293541 h 6858000"/>
              <a:gd name="connsiteX120" fmla="*/ 489102 w 6572708"/>
              <a:gd name="connsiteY120" fmla="*/ 3262198 h 6858000"/>
              <a:gd name="connsiteX121" fmla="*/ 497561 w 6572708"/>
              <a:gd name="connsiteY121" fmla="*/ 3253284 h 6858000"/>
              <a:gd name="connsiteX122" fmla="*/ 522157 w 6572708"/>
              <a:gd name="connsiteY122" fmla="*/ 3192563 h 6858000"/>
              <a:gd name="connsiteX123" fmla="*/ 529302 w 6572708"/>
              <a:gd name="connsiteY123" fmla="*/ 3175520 h 6858000"/>
              <a:gd name="connsiteX124" fmla="*/ 528284 w 6572708"/>
              <a:gd name="connsiteY124" fmla="*/ 3160058 h 6858000"/>
              <a:gd name="connsiteX125" fmla="*/ 521806 w 6572708"/>
              <a:gd name="connsiteY125" fmla="*/ 3155764 h 6858000"/>
              <a:gd name="connsiteX126" fmla="*/ 524589 w 6572708"/>
              <a:gd name="connsiteY126" fmla="*/ 3146261 h 6858000"/>
              <a:gd name="connsiteX127" fmla="*/ 523832 w 6572708"/>
              <a:gd name="connsiteY127" fmla="*/ 3143561 h 6858000"/>
              <a:gd name="connsiteX128" fmla="*/ 520994 w 6572708"/>
              <a:gd name="connsiteY128" fmla="*/ 3128263 h 6858000"/>
              <a:gd name="connsiteX129" fmla="*/ 552091 w 6572708"/>
              <a:gd name="connsiteY129" fmla="*/ 3099818 h 6858000"/>
              <a:gd name="connsiteX130" fmla="*/ 618216 w 6572708"/>
              <a:gd name="connsiteY130" fmla="*/ 2895965 h 6858000"/>
              <a:gd name="connsiteX131" fmla="*/ 724973 w 6572708"/>
              <a:gd name="connsiteY131" fmla="*/ 2755713 h 6858000"/>
              <a:gd name="connsiteX132" fmla="*/ 765538 w 6572708"/>
              <a:gd name="connsiteY132" fmla="*/ 2648081 h 6858000"/>
              <a:gd name="connsiteX133" fmla="*/ 780267 w 6572708"/>
              <a:gd name="connsiteY133" fmla="*/ 2641879 h 6858000"/>
              <a:gd name="connsiteX134" fmla="*/ 790836 w 6572708"/>
              <a:gd name="connsiteY134" fmla="*/ 2632919 h 6858000"/>
              <a:gd name="connsiteX135" fmla="*/ 790328 w 6572708"/>
              <a:gd name="connsiteY135" fmla="*/ 2631229 h 6858000"/>
              <a:gd name="connsiteX136" fmla="*/ 797257 w 6572708"/>
              <a:gd name="connsiteY136" fmla="*/ 2619054 h 6858000"/>
              <a:gd name="connsiteX137" fmla="*/ 802383 w 6572708"/>
              <a:gd name="connsiteY137" fmla="*/ 2617568 h 6858000"/>
              <a:gd name="connsiteX138" fmla="*/ 808267 w 6572708"/>
              <a:gd name="connsiteY138" fmla="*/ 2609586 h 6858000"/>
              <a:gd name="connsiteX139" fmla="*/ 822908 w 6572708"/>
              <a:gd name="connsiteY139" fmla="*/ 2594856 h 6858000"/>
              <a:gd name="connsiteX140" fmla="*/ 822791 w 6572708"/>
              <a:gd name="connsiteY140" fmla="*/ 2591164 h 6858000"/>
              <a:gd name="connsiteX141" fmla="*/ 840423 w 6572708"/>
              <a:gd name="connsiteY141" fmla="*/ 2567492 h 6858000"/>
              <a:gd name="connsiteX142" fmla="*/ 839313 w 6572708"/>
              <a:gd name="connsiteY142" fmla="*/ 2566722 h 6858000"/>
              <a:gd name="connsiteX143" fmla="*/ 838361 w 6572708"/>
              <a:gd name="connsiteY143" fmla="*/ 2558109 h 6858000"/>
              <a:gd name="connsiteX144" fmla="*/ 839637 w 6572708"/>
              <a:gd name="connsiteY144" fmla="*/ 2542662 h 6858000"/>
              <a:gd name="connsiteX145" fmla="*/ 825800 w 6572708"/>
              <a:gd name="connsiteY145" fmla="*/ 2501548 h 6858000"/>
              <a:gd name="connsiteX146" fmla="*/ 844035 w 6572708"/>
              <a:gd name="connsiteY146" fmla="*/ 2476819 h 6858000"/>
              <a:gd name="connsiteX147" fmla="*/ 846972 w 6572708"/>
              <a:gd name="connsiteY147" fmla="*/ 2471590 h 6858000"/>
              <a:gd name="connsiteX148" fmla="*/ 846730 w 6572708"/>
              <a:gd name="connsiteY148" fmla="*/ 2471378 h 6858000"/>
              <a:gd name="connsiteX149" fmla="*/ 849228 w 6572708"/>
              <a:gd name="connsiteY149" fmla="*/ 2465654 h 6858000"/>
              <a:gd name="connsiteX150" fmla="*/ 852330 w 6572708"/>
              <a:gd name="connsiteY150" fmla="*/ 2462052 h 6858000"/>
              <a:gd name="connsiteX151" fmla="*/ 858029 w 6572708"/>
              <a:gd name="connsiteY151" fmla="*/ 2451906 h 6858000"/>
              <a:gd name="connsiteX152" fmla="*/ 857986 w 6572708"/>
              <a:gd name="connsiteY152" fmla="*/ 2447716 h 6858000"/>
              <a:gd name="connsiteX153" fmla="*/ 855075 w 6572708"/>
              <a:gd name="connsiteY153" fmla="*/ 2445047 h 6858000"/>
              <a:gd name="connsiteX154" fmla="*/ 856006 w 6572708"/>
              <a:gd name="connsiteY154" fmla="*/ 2444265 h 6858000"/>
              <a:gd name="connsiteX155" fmla="*/ 856444 w 6572708"/>
              <a:gd name="connsiteY155" fmla="*/ 2421759 h 6858000"/>
              <a:gd name="connsiteX156" fmla="*/ 868981 w 6572708"/>
              <a:gd name="connsiteY156" fmla="*/ 2375200 h 6858000"/>
              <a:gd name="connsiteX157" fmla="*/ 880811 w 6572708"/>
              <a:gd name="connsiteY157" fmla="*/ 2350147 h 6858000"/>
              <a:gd name="connsiteX158" fmla="*/ 908124 w 6572708"/>
              <a:gd name="connsiteY158" fmla="*/ 2279761 h 6858000"/>
              <a:gd name="connsiteX159" fmla="*/ 931678 w 6572708"/>
              <a:gd name="connsiteY159" fmla="*/ 2207772 h 6858000"/>
              <a:gd name="connsiteX160" fmla="*/ 921761 w 6572708"/>
              <a:gd name="connsiteY160" fmla="*/ 2164302 h 6858000"/>
              <a:gd name="connsiteX161" fmla="*/ 923058 w 6572708"/>
              <a:gd name="connsiteY161" fmla="*/ 2160162 h 6858000"/>
              <a:gd name="connsiteX162" fmla="*/ 931663 w 6572708"/>
              <a:gd name="connsiteY162" fmla="*/ 2151458 h 6858000"/>
              <a:gd name="connsiteX163" fmla="*/ 935730 w 6572708"/>
              <a:gd name="connsiteY163" fmla="*/ 2148616 h 6858000"/>
              <a:gd name="connsiteX164" fmla="*/ 939910 w 6572708"/>
              <a:gd name="connsiteY164" fmla="*/ 2143540 h 6858000"/>
              <a:gd name="connsiteX165" fmla="*/ 939746 w 6572708"/>
              <a:gd name="connsiteY165" fmla="*/ 2143278 h 6858000"/>
              <a:gd name="connsiteX166" fmla="*/ 944182 w 6572708"/>
              <a:gd name="connsiteY166" fmla="*/ 2138791 h 6858000"/>
              <a:gd name="connsiteX167" fmla="*/ 969240 w 6572708"/>
              <a:gd name="connsiteY167" fmla="*/ 2118565 h 6858000"/>
              <a:gd name="connsiteX168" fmla="*/ 969333 w 6572708"/>
              <a:gd name="connsiteY168" fmla="*/ 2074914 h 6858000"/>
              <a:gd name="connsiteX169" fmla="*/ 975462 w 6572708"/>
              <a:gd name="connsiteY169" fmla="*/ 2059981 h 6858000"/>
              <a:gd name="connsiteX170" fmla="*/ 977313 w 6572708"/>
              <a:gd name="connsiteY170" fmla="*/ 2051279 h 6858000"/>
              <a:gd name="connsiteX171" fmla="*/ 976512 w 6572708"/>
              <a:gd name="connsiteY171" fmla="*/ 2050269 h 6858000"/>
              <a:gd name="connsiteX172" fmla="*/ 1000665 w 6572708"/>
              <a:gd name="connsiteY172" fmla="*/ 2030946 h 6858000"/>
              <a:gd name="connsiteX173" fmla="*/ 1001735 w 6572708"/>
              <a:gd name="connsiteY173" fmla="*/ 2027284 h 6858000"/>
              <a:gd name="connsiteX174" fmla="*/ 1020214 w 6572708"/>
              <a:gd name="connsiteY174" fmla="*/ 2016095 h 6858000"/>
              <a:gd name="connsiteX175" fmla="*/ 1028302 w 6572708"/>
              <a:gd name="connsiteY175" fmla="*/ 2009567 h 6858000"/>
              <a:gd name="connsiteX176" fmla="*/ 1033598 w 6572708"/>
              <a:gd name="connsiteY176" fmla="*/ 2009267 h 6858000"/>
              <a:gd name="connsiteX177" fmla="*/ 1044008 w 6572708"/>
              <a:gd name="connsiteY177" fmla="*/ 1998844 h 6858000"/>
              <a:gd name="connsiteX178" fmla="*/ 1044069 w 6572708"/>
              <a:gd name="connsiteY178" fmla="*/ 1997063 h 6858000"/>
              <a:gd name="connsiteX179" fmla="*/ 1056878 w 6572708"/>
              <a:gd name="connsiteY179" fmla="*/ 1990634 h 6858000"/>
              <a:gd name="connsiteX180" fmla="*/ 1072722 w 6572708"/>
              <a:gd name="connsiteY180" fmla="*/ 1987868 h 6858000"/>
              <a:gd name="connsiteX181" fmla="*/ 1145252 w 6572708"/>
              <a:gd name="connsiteY181" fmla="*/ 1891028 h 6858000"/>
              <a:gd name="connsiteX182" fmla="*/ 1226890 w 6572708"/>
              <a:gd name="connsiteY182" fmla="*/ 1845992 h 6858000"/>
              <a:gd name="connsiteX183" fmla="*/ 1323685 w 6572708"/>
              <a:gd name="connsiteY183" fmla="*/ 1758717 h 6858000"/>
              <a:gd name="connsiteX184" fmla="*/ 1398273 w 6572708"/>
              <a:gd name="connsiteY184" fmla="*/ 1627389 h 6858000"/>
              <a:gd name="connsiteX185" fmla="*/ 1417786 w 6572708"/>
              <a:gd name="connsiteY185" fmla="*/ 1591233 h 6858000"/>
              <a:gd name="connsiteX186" fmla="*/ 1456144 w 6572708"/>
              <a:gd name="connsiteY186" fmla="*/ 1570271 h 6858000"/>
              <a:gd name="connsiteX187" fmla="*/ 1458351 w 6572708"/>
              <a:gd name="connsiteY187" fmla="*/ 1554550 h 6858000"/>
              <a:gd name="connsiteX188" fmla="*/ 1458500 w 6572708"/>
              <a:gd name="connsiteY188" fmla="*/ 1551719 h 6858000"/>
              <a:gd name="connsiteX189" fmla="*/ 1464150 w 6572708"/>
              <a:gd name="connsiteY189" fmla="*/ 1542986 h 6858000"/>
              <a:gd name="connsiteX190" fmla="*/ 1459426 w 6572708"/>
              <a:gd name="connsiteY190" fmla="*/ 1537283 h 6858000"/>
              <a:gd name="connsiteX191" fmla="*/ 1463401 w 6572708"/>
              <a:gd name="connsiteY191" fmla="*/ 1521818 h 6858000"/>
              <a:gd name="connsiteX192" fmla="*/ 1475565 w 6572708"/>
              <a:gd name="connsiteY192" fmla="*/ 1506648 h 6858000"/>
              <a:gd name="connsiteX193" fmla="*/ 1540362 w 6572708"/>
              <a:gd name="connsiteY193" fmla="*/ 1438265 h 6858000"/>
              <a:gd name="connsiteX194" fmla="*/ 1575141 w 6572708"/>
              <a:gd name="connsiteY194" fmla="*/ 1395238 h 6858000"/>
              <a:gd name="connsiteX195" fmla="*/ 1582090 w 6572708"/>
              <a:gd name="connsiteY195" fmla="*/ 1375575 h 6858000"/>
              <a:gd name="connsiteX196" fmla="*/ 1596005 w 6572708"/>
              <a:gd name="connsiteY196" fmla="*/ 1350347 h 6858000"/>
              <a:gd name="connsiteX197" fmla="*/ 1615711 w 6572708"/>
              <a:gd name="connsiteY197" fmla="*/ 1303251 h 6858000"/>
              <a:gd name="connsiteX198" fmla="*/ 1650622 w 6572708"/>
              <a:gd name="connsiteY198" fmla="*/ 1244447 h 6858000"/>
              <a:gd name="connsiteX199" fmla="*/ 1702792 w 6572708"/>
              <a:gd name="connsiteY199" fmla="*/ 1215797 h 6858000"/>
              <a:gd name="connsiteX200" fmla="*/ 1700885 w 6572708"/>
              <a:gd name="connsiteY200" fmla="*/ 1209814 h 6858000"/>
              <a:gd name="connsiteX201" fmla="*/ 1723848 w 6572708"/>
              <a:gd name="connsiteY201" fmla="*/ 1183123 h 6858000"/>
              <a:gd name="connsiteX202" fmla="*/ 1759968 w 6572708"/>
              <a:gd name="connsiteY202" fmla="*/ 1166871 h 6858000"/>
              <a:gd name="connsiteX203" fmla="*/ 1767742 w 6572708"/>
              <a:gd name="connsiteY203" fmla="*/ 1158484 h 6858000"/>
              <a:gd name="connsiteX204" fmla="*/ 1773870 w 6572708"/>
              <a:gd name="connsiteY204" fmla="*/ 1125979 h 6858000"/>
              <a:gd name="connsiteX205" fmla="*/ 1767392 w 6572708"/>
              <a:gd name="connsiteY205" fmla="*/ 1121685 h 6858000"/>
              <a:gd name="connsiteX206" fmla="*/ 1770175 w 6572708"/>
              <a:gd name="connsiteY206" fmla="*/ 1112182 h 6858000"/>
              <a:gd name="connsiteX207" fmla="*/ 1769418 w 6572708"/>
              <a:gd name="connsiteY207" fmla="*/ 1109483 h 6858000"/>
              <a:gd name="connsiteX208" fmla="*/ 1766580 w 6572708"/>
              <a:gd name="connsiteY208" fmla="*/ 1094184 h 6858000"/>
              <a:gd name="connsiteX209" fmla="*/ 1797677 w 6572708"/>
              <a:gd name="connsiteY209" fmla="*/ 1065740 h 6858000"/>
              <a:gd name="connsiteX210" fmla="*/ 1805371 w 6572708"/>
              <a:gd name="connsiteY210" fmla="*/ 1027273 h 6858000"/>
              <a:gd name="connsiteX211" fmla="*/ 1882128 w 6572708"/>
              <a:gd name="connsiteY211" fmla="*/ 887059 h 6858000"/>
              <a:gd name="connsiteX212" fmla="*/ 1922110 w 6572708"/>
              <a:gd name="connsiteY212" fmla="*/ 824781 h 6858000"/>
              <a:gd name="connsiteX213" fmla="*/ 1970558 w 6572708"/>
              <a:gd name="connsiteY213" fmla="*/ 721635 h 6858000"/>
              <a:gd name="connsiteX214" fmla="*/ 1974257 w 6572708"/>
              <a:gd name="connsiteY214" fmla="*/ 713733 h 6858000"/>
              <a:gd name="connsiteX215" fmla="*/ 1971701 w 6572708"/>
              <a:gd name="connsiteY215" fmla="*/ 704563 h 6858000"/>
              <a:gd name="connsiteX216" fmla="*/ 1966819 w 6572708"/>
              <a:gd name="connsiteY216" fmla="*/ 628924 h 6858000"/>
              <a:gd name="connsiteX217" fmla="*/ 1956004 w 6572708"/>
              <a:gd name="connsiteY217" fmla="*/ 621102 h 6858000"/>
              <a:gd name="connsiteX218" fmla="*/ 1948613 w 6572708"/>
              <a:gd name="connsiteY218" fmla="*/ 609156 h 6858000"/>
              <a:gd name="connsiteX219" fmla="*/ 1949145 w 6572708"/>
              <a:gd name="connsiteY219" fmla="*/ 606753 h 6858000"/>
              <a:gd name="connsiteX220" fmla="*/ 1944819 w 6572708"/>
              <a:gd name="connsiteY220" fmla="*/ 590072 h 6858000"/>
              <a:gd name="connsiteX221" fmla="*/ 1941001 w 6572708"/>
              <a:gd name="connsiteY221" fmla="*/ 588296 h 6858000"/>
              <a:gd name="connsiteX222" fmla="*/ 1937134 w 6572708"/>
              <a:gd name="connsiteY222" fmla="*/ 577443 h 6858000"/>
              <a:gd name="connsiteX223" fmla="*/ 1927092 w 6572708"/>
              <a:gd name="connsiteY223" fmla="*/ 557642 h 6858000"/>
              <a:gd name="connsiteX224" fmla="*/ 1927484 w 6572708"/>
              <a:gd name="connsiteY224" fmla="*/ 552451 h 6858000"/>
              <a:gd name="connsiteX225" fmla="*/ 1915874 w 6572708"/>
              <a:gd name="connsiteY225" fmla="*/ 520271 h 6858000"/>
              <a:gd name="connsiteX226" fmla="*/ 1916793 w 6572708"/>
              <a:gd name="connsiteY226" fmla="*/ 519123 h 6858000"/>
              <a:gd name="connsiteX227" fmla="*/ 1918236 w 6572708"/>
              <a:gd name="connsiteY227" fmla="*/ 506970 h 6858000"/>
              <a:gd name="connsiteX228" fmla="*/ 1918529 w 6572708"/>
              <a:gd name="connsiteY228" fmla="*/ 485354 h 6858000"/>
              <a:gd name="connsiteX229" fmla="*/ 1932556 w 6572708"/>
              <a:gd name="connsiteY229" fmla="*/ 426779 h 6858000"/>
              <a:gd name="connsiteX230" fmla="*/ 1920572 w 6572708"/>
              <a:gd name="connsiteY230" fmla="*/ 393150 h 6858000"/>
              <a:gd name="connsiteX231" fmla="*/ 1918744 w 6572708"/>
              <a:gd name="connsiteY231" fmla="*/ 385981 h 6858000"/>
              <a:gd name="connsiteX232" fmla="*/ 1918949 w 6572708"/>
              <a:gd name="connsiteY232" fmla="*/ 385674 h 6858000"/>
              <a:gd name="connsiteX233" fmla="*/ 1917499 w 6572708"/>
              <a:gd name="connsiteY233" fmla="*/ 377782 h 6858000"/>
              <a:gd name="connsiteX234" fmla="*/ 1915412 w 6572708"/>
              <a:gd name="connsiteY234" fmla="*/ 372914 h 6858000"/>
              <a:gd name="connsiteX235" fmla="*/ 1911865 w 6572708"/>
              <a:gd name="connsiteY235" fmla="*/ 359009 h 6858000"/>
              <a:gd name="connsiteX236" fmla="*/ 1912244 w 6572708"/>
              <a:gd name="connsiteY236" fmla="*/ 353121 h 6858000"/>
              <a:gd name="connsiteX237" fmla="*/ 1933610 w 6572708"/>
              <a:gd name="connsiteY237" fmla="*/ 297387 h 6858000"/>
              <a:gd name="connsiteX238" fmla="*/ 1939454 w 6572708"/>
              <a:gd name="connsiteY238" fmla="*/ 194719 h 6858000"/>
              <a:gd name="connsiteX239" fmla="*/ 1942001 w 6572708"/>
              <a:gd name="connsiteY239" fmla="*/ 93227 h 6858000"/>
              <a:gd name="connsiteX240" fmla="*/ 1941351 w 6572708"/>
              <a:gd name="connsiteY240" fmla="*/ 56555 h 6858000"/>
              <a:gd name="connsiteX241" fmla="*/ 1950955 w 6572708"/>
              <a:gd name="connsiteY241" fmla="*/ 5312 h 6858000"/>
              <a:gd name="connsiteX242" fmla="*/ 1949546 w 6572708"/>
              <a:gd name="connsiteY242"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4727719 w 6572708"/>
              <a:gd name="connsiteY8" fmla="*/ 6858000 h 6858000"/>
              <a:gd name="connsiteX9" fmla="*/ 0 w 6572708"/>
              <a:gd name="connsiteY9" fmla="*/ 6858000 h 6858000"/>
              <a:gd name="connsiteX10" fmla="*/ 9990 w 6572708"/>
              <a:gd name="connsiteY10" fmla="*/ 6815347 h 6858000"/>
              <a:gd name="connsiteX11" fmla="*/ 60759 w 6572708"/>
              <a:gd name="connsiteY11" fmla="*/ 6667761 h 6858000"/>
              <a:gd name="connsiteX12" fmla="*/ 44882 w 6572708"/>
              <a:gd name="connsiteY12" fmla="*/ 6635203 h 6858000"/>
              <a:gd name="connsiteX13" fmla="*/ 38884 w 6572708"/>
              <a:gd name="connsiteY13" fmla="*/ 6601215 h 6858000"/>
              <a:gd name="connsiteX14" fmla="*/ 24537 w 6572708"/>
              <a:gd name="connsiteY14" fmla="*/ 6599857 h 6858000"/>
              <a:gd name="connsiteX15" fmla="*/ 30487 w 6572708"/>
              <a:gd name="connsiteY15" fmla="*/ 6582849 h 6858000"/>
              <a:gd name="connsiteX16" fmla="*/ 30797 w 6572708"/>
              <a:gd name="connsiteY16" fmla="*/ 6536021 h 6858000"/>
              <a:gd name="connsiteX17" fmla="*/ 10629 w 6572708"/>
              <a:gd name="connsiteY17" fmla="*/ 6483343 h 6858000"/>
              <a:gd name="connsiteX18" fmla="*/ 16211 w 6572708"/>
              <a:gd name="connsiteY18" fmla="*/ 6402087 h 6858000"/>
              <a:gd name="connsiteX19" fmla="*/ 25932 w 6572708"/>
              <a:gd name="connsiteY19" fmla="*/ 6321765 h 6858000"/>
              <a:gd name="connsiteX20" fmla="*/ 31488 w 6572708"/>
              <a:gd name="connsiteY20" fmla="*/ 6292746 h 6858000"/>
              <a:gd name="connsiteX21" fmla="*/ 32413 w 6572708"/>
              <a:gd name="connsiteY21" fmla="*/ 6240744 h 6858000"/>
              <a:gd name="connsiteX22" fmla="*/ 34430 w 6572708"/>
              <a:gd name="connsiteY22" fmla="*/ 6206738 h 6858000"/>
              <a:gd name="connsiteX23" fmla="*/ 55689 w 6572708"/>
              <a:gd name="connsiteY23" fmla="*/ 6203389 h 6858000"/>
              <a:gd name="connsiteX24" fmla="*/ 63475 w 6572708"/>
              <a:gd name="connsiteY24" fmla="*/ 6172740 h 6858000"/>
              <a:gd name="connsiteX25" fmla="*/ 50070 w 6572708"/>
              <a:gd name="connsiteY25" fmla="*/ 6141398 h 6858000"/>
              <a:gd name="connsiteX26" fmla="*/ 52252 w 6572708"/>
              <a:gd name="connsiteY26" fmla="*/ 6103364 h 6858000"/>
              <a:gd name="connsiteX27" fmla="*/ 53329 w 6572708"/>
              <a:gd name="connsiteY27" fmla="*/ 6080619 h 6858000"/>
              <a:gd name="connsiteX28" fmla="*/ 149610 w 6572708"/>
              <a:gd name="connsiteY28" fmla="*/ 5918672 h 6858000"/>
              <a:gd name="connsiteX29" fmla="*/ 160505 w 6572708"/>
              <a:gd name="connsiteY29" fmla="*/ 5887690 h 6858000"/>
              <a:gd name="connsiteX30" fmla="*/ 156200 w 6572708"/>
              <a:gd name="connsiteY30" fmla="*/ 5882649 h 6858000"/>
              <a:gd name="connsiteX31" fmla="*/ 194213 w 6572708"/>
              <a:gd name="connsiteY31" fmla="*/ 5841953 h 6858000"/>
              <a:gd name="connsiteX32" fmla="*/ 203216 w 6572708"/>
              <a:gd name="connsiteY32" fmla="*/ 5777927 h 6858000"/>
              <a:gd name="connsiteX33" fmla="*/ 202536 w 6572708"/>
              <a:gd name="connsiteY33" fmla="*/ 5728879 h 6858000"/>
              <a:gd name="connsiteX34" fmla="*/ 205380 w 6572708"/>
              <a:gd name="connsiteY34" fmla="*/ 5701696 h 6858000"/>
              <a:gd name="connsiteX35" fmla="*/ 203870 w 6572708"/>
              <a:gd name="connsiteY35" fmla="*/ 5681563 h 6858000"/>
              <a:gd name="connsiteX36" fmla="*/ 219294 w 6572708"/>
              <a:gd name="connsiteY36" fmla="*/ 5632219 h 6858000"/>
              <a:gd name="connsiteX37" fmla="*/ 252910 w 6572708"/>
              <a:gd name="connsiteY37" fmla="*/ 5551224 h 6858000"/>
              <a:gd name="connsiteX38" fmla="*/ 258253 w 6572708"/>
              <a:gd name="connsiteY38" fmla="*/ 5533854 h 6858000"/>
              <a:gd name="connsiteX39" fmla="*/ 255640 w 6572708"/>
              <a:gd name="connsiteY39" fmla="*/ 5518422 h 6858000"/>
              <a:gd name="connsiteX40" fmla="*/ 248756 w 6572708"/>
              <a:gd name="connsiteY40" fmla="*/ 5514403 h 6858000"/>
              <a:gd name="connsiteX41" fmla="*/ 250538 w 6572708"/>
              <a:gd name="connsiteY41" fmla="*/ 5504771 h 6858000"/>
              <a:gd name="connsiteX42" fmla="*/ 249507 w 6572708"/>
              <a:gd name="connsiteY42" fmla="*/ 5502102 h 6858000"/>
              <a:gd name="connsiteX43" fmla="*/ 245101 w 6572708"/>
              <a:gd name="connsiteY43" fmla="*/ 5486913 h 6858000"/>
              <a:gd name="connsiteX44" fmla="*/ 273088 w 6572708"/>
              <a:gd name="connsiteY44" fmla="*/ 5457083 h 6858000"/>
              <a:gd name="connsiteX45" fmla="*/ 276759 w 6572708"/>
              <a:gd name="connsiteY45" fmla="*/ 5418245 h 6858000"/>
              <a:gd name="connsiteX46" fmla="*/ 314712 w 6572708"/>
              <a:gd name="connsiteY46" fmla="*/ 5305770 h 6858000"/>
              <a:gd name="connsiteX47" fmla="*/ 320056 w 6572708"/>
              <a:gd name="connsiteY47" fmla="*/ 5298784 h 6858000"/>
              <a:gd name="connsiteX48" fmla="*/ 320763 w 6572708"/>
              <a:gd name="connsiteY48" fmla="*/ 5282149 h 6858000"/>
              <a:gd name="connsiteX49" fmla="*/ 325879 w 6572708"/>
              <a:gd name="connsiteY49" fmla="*/ 5270957 h 6858000"/>
              <a:gd name="connsiteX50" fmla="*/ 318913 w 6572708"/>
              <a:gd name="connsiteY50" fmla="*/ 5268991 h 6858000"/>
              <a:gd name="connsiteX51" fmla="*/ 317275 w 6572708"/>
              <a:gd name="connsiteY51" fmla="*/ 5230130 h 6858000"/>
              <a:gd name="connsiteX52" fmla="*/ 329641 w 6572708"/>
              <a:gd name="connsiteY52" fmla="*/ 5216534 h 6858000"/>
              <a:gd name="connsiteX53" fmla="*/ 329088 w 6572708"/>
              <a:gd name="connsiteY53" fmla="*/ 5211732 h 6858000"/>
              <a:gd name="connsiteX54" fmla="*/ 331669 w 6572708"/>
              <a:gd name="connsiteY54" fmla="*/ 5058537 h 6858000"/>
              <a:gd name="connsiteX55" fmla="*/ 323855 w 6572708"/>
              <a:gd name="connsiteY55" fmla="*/ 4827737 h 6858000"/>
              <a:gd name="connsiteX56" fmla="*/ 333687 w 6572708"/>
              <a:gd name="connsiteY56" fmla="*/ 4774692 h 6858000"/>
              <a:gd name="connsiteX57" fmla="*/ 322637 w 6572708"/>
              <a:gd name="connsiteY57" fmla="*/ 4727427 h 6858000"/>
              <a:gd name="connsiteX58" fmla="*/ 330798 w 6572708"/>
              <a:gd name="connsiteY58" fmla="*/ 4708193 h 6858000"/>
              <a:gd name="connsiteX59" fmla="*/ 332420 w 6572708"/>
              <a:gd name="connsiteY59" fmla="*/ 4704882 h 6858000"/>
              <a:gd name="connsiteX60" fmla="*/ 334216 w 6572708"/>
              <a:gd name="connsiteY60" fmla="*/ 4691500 h 6858000"/>
              <a:gd name="connsiteX61" fmla="*/ 340601 w 6572708"/>
              <a:gd name="connsiteY61" fmla="*/ 4687895 h 6858000"/>
              <a:gd name="connsiteX62" fmla="*/ 347516 w 6572708"/>
              <a:gd name="connsiteY62" fmla="*/ 4667873 h 6858000"/>
              <a:gd name="connsiteX63" fmla="*/ 349175 w 6572708"/>
              <a:gd name="connsiteY63" fmla="*/ 4643189 h 6858000"/>
              <a:gd name="connsiteX64" fmla="*/ 350492 w 6572708"/>
              <a:gd name="connsiteY64" fmla="*/ 4525833 h 6858000"/>
              <a:gd name="connsiteX65" fmla="*/ 355031 w 6572708"/>
              <a:gd name="connsiteY65" fmla="*/ 4455649 h 6858000"/>
              <a:gd name="connsiteX66" fmla="*/ 362651 w 6572708"/>
              <a:gd name="connsiteY66" fmla="*/ 4429036 h 6858000"/>
              <a:gd name="connsiteX67" fmla="*/ 369327 w 6572708"/>
              <a:gd name="connsiteY67" fmla="*/ 4391840 h 6858000"/>
              <a:gd name="connsiteX68" fmla="*/ 371272 w 6572708"/>
              <a:gd name="connsiteY68" fmla="*/ 4358845 h 6858000"/>
              <a:gd name="connsiteX69" fmla="*/ 382342 w 6572708"/>
              <a:gd name="connsiteY69" fmla="*/ 4333764 h 6858000"/>
              <a:gd name="connsiteX70" fmla="*/ 381365 w 6572708"/>
              <a:gd name="connsiteY70" fmla="*/ 4331730 h 6858000"/>
              <a:gd name="connsiteX71" fmla="*/ 364244 w 6572708"/>
              <a:gd name="connsiteY71" fmla="*/ 4309700 h 6858000"/>
              <a:gd name="connsiteX72" fmla="*/ 363377 w 6572708"/>
              <a:gd name="connsiteY72" fmla="*/ 4285388 h 6858000"/>
              <a:gd name="connsiteX73" fmla="*/ 357697 w 6572708"/>
              <a:gd name="connsiteY73" fmla="*/ 4266169 h 6858000"/>
              <a:gd name="connsiteX74" fmla="*/ 356998 w 6572708"/>
              <a:gd name="connsiteY74" fmla="*/ 4247672 h 6858000"/>
              <a:gd name="connsiteX75" fmla="*/ 357549 w 6572708"/>
              <a:gd name="connsiteY75" fmla="*/ 4237120 h 6858000"/>
              <a:gd name="connsiteX76" fmla="*/ 358116 w 6572708"/>
              <a:gd name="connsiteY76" fmla="*/ 4232936 h 6858000"/>
              <a:gd name="connsiteX77" fmla="*/ 366243 w 6572708"/>
              <a:gd name="connsiteY77" fmla="*/ 4224051 h 6858000"/>
              <a:gd name="connsiteX78" fmla="*/ 363841 w 6572708"/>
              <a:gd name="connsiteY78" fmla="*/ 4211782 h 6858000"/>
              <a:gd name="connsiteX79" fmla="*/ 372159 w 6572708"/>
              <a:gd name="connsiteY79" fmla="*/ 4198810 h 6858000"/>
              <a:gd name="connsiteX80" fmla="*/ 366211 w 6572708"/>
              <a:gd name="connsiteY80" fmla="*/ 4195262 h 6858000"/>
              <a:gd name="connsiteX81" fmla="*/ 360561 w 6572708"/>
              <a:gd name="connsiteY81" fmla="*/ 4184054 h 6858000"/>
              <a:gd name="connsiteX82" fmla="*/ 373972 w 6572708"/>
              <a:gd name="connsiteY82" fmla="*/ 4155792 h 6858000"/>
              <a:gd name="connsiteX83" fmla="*/ 373150 w 6572708"/>
              <a:gd name="connsiteY83" fmla="*/ 4150364 h 6858000"/>
              <a:gd name="connsiteX84" fmla="*/ 383773 w 6572708"/>
              <a:gd name="connsiteY84" fmla="*/ 4132084 h 6858000"/>
              <a:gd name="connsiteX85" fmla="*/ 389140 w 6572708"/>
              <a:gd name="connsiteY85" fmla="*/ 4115873 h 6858000"/>
              <a:gd name="connsiteX86" fmla="*/ 378846 w 6572708"/>
              <a:gd name="connsiteY86" fmla="*/ 4082551 h 6858000"/>
              <a:gd name="connsiteX87" fmla="*/ 368001 w 6572708"/>
              <a:gd name="connsiteY87" fmla="*/ 3968090 h 6858000"/>
              <a:gd name="connsiteX88" fmla="*/ 372661 w 6572708"/>
              <a:gd name="connsiteY88" fmla="*/ 3881355 h 6858000"/>
              <a:gd name="connsiteX89" fmla="*/ 379210 w 6572708"/>
              <a:gd name="connsiteY89" fmla="*/ 3850569 h 6858000"/>
              <a:gd name="connsiteX90" fmla="*/ 389880 w 6572708"/>
              <a:gd name="connsiteY90" fmla="*/ 3798988 h 6858000"/>
              <a:gd name="connsiteX91" fmla="*/ 409909 w 6572708"/>
              <a:gd name="connsiteY91" fmla="*/ 3760424 h 6858000"/>
              <a:gd name="connsiteX92" fmla="*/ 414051 w 6572708"/>
              <a:gd name="connsiteY92" fmla="*/ 3717298 h 6858000"/>
              <a:gd name="connsiteX93" fmla="*/ 399424 w 6572708"/>
              <a:gd name="connsiteY93" fmla="*/ 3707291 h 6858000"/>
              <a:gd name="connsiteX94" fmla="*/ 394460 w 6572708"/>
              <a:gd name="connsiteY94" fmla="*/ 3673415 h 6858000"/>
              <a:gd name="connsiteX95" fmla="*/ 408918 w 6572708"/>
              <a:gd name="connsiteY95" fmla="*/ 3661155 h 6858000"/>
              <a:gd name="connsiteX96" fmla="*/ 425028 w 6572708"/>
              <a:gd name="connsiteY96" fmla="*/ 3591166 h 6858000"/>
              <a:gd name="connsiteX97" fmla="*/ 430292 w 6572708"/>
              <a:gd name="connsiteY97" fmla="*/ 3550801 h 6858000"/>
              <a:gd name="connsiteX98" fmla="*/ 437149 w 6572708"/>
              <a:gd name="connsiteY98" fmla="*/ 3497399 h 6858000"/>
              <a:gd name="connsiteX99" fmla="*/ 442017 w 6572708"/>
              <a:gd name="connsiteY99" fmla="*/ 3474143 h 6858000"/>
              <a:gd name="connsiteX100" fmla="*/ 437175 w 6572708"/>
              <a:gd name="connsiteY100" fmla="*/ 3463057 h 6858000"/>
              <a:gd name="connsiteX101" fmla="*/ 438483 w 6572708"/>
              <a:gd name="connsiteY101" fmla="*/ 3457563 h 6858000"/>
              <a:gd name="connsiteX102" fmla="*/ 438642 w 6572708"/>
              <a:gd name="connsiteY102" fmla="*/ 3439053 h 6858000"/>
              <a:gd name="connsiteX103" fmla="*/ 439678 w 6572708"/>
              <a:gd name="connsiteY103" fmla="*/ 3428537 h 6858000"/>
              <a:gd name="connsiteX104" fmla="*/ 440437 w 6572708"/>
              <a:gd name="connsiteY104" fmla="*/ 3424381 h 6858000"/>
              <a:gd name="connsiteX105" fmla="*/ 448781 w 6572708"/>
              <a:gd name="connsiteY105" fmla="*/ 3416042 h 6858000"/>
              <a:gd name="connsiteX106" fmla="*/ 448765 w 6572708"/>
              <a:gd name="connsiteY106" fmla="*/ 3414504 h 6858000"/>
              <a:gd name="connsiteX107" fmla="*/ 447134 w 6572708"/>
              <a:gd name="connsiteY107" fmla="*/ 3403498 h 6858000"/>
              <a:gd name="connsiteX108" fmla="*/ 452387 w 6572708"/>
              <a:gd name="connsiteY108" fmla="*/ 3396070 h 6858000"/>
              <a:gd name="connsiteX109" fmla="*/ 453996 w 6572708"/>
              <a:gd name="connsiteY109" fmla="*/ 3389553 h 6858000"/>
              <a:gd name="connsiteX110" fmla="*/ 450265 w 6572708"/>
              <a:gd name="connsiteY110" fmla="*/ 3387098 h 6858000"/>
              <a:gd name="connsiteX111" fmla="*/ 445137 w 6572708"/>
              <a:gd name="connsiteY111" fmla="*/ 3375655 h 6858000"/>
              <a:gd name="connsiteX112" fmla="*/ 453359 w 6572708"/>
              <a:gd name="connsiteY112" fmla="*/ 3367050 h 6858000"/>
              <a:gd name="connsiteX113" fmla="*/ 459842 w 6572708"/>
              <a:gd name="connsiteY113" fmla="*/ 3348005 h 6858000"/>
              <a:gd name="connsiteX114" fmla="*/ 459268 w 6572708"/>
              <a:gd name="connsiteY114" fmla="*/ 3342546 h 6858000"/>
              <a:gd name="connsiteX115" fmla="*/ 470590 w 6572708"/>
              <a:gd name="connsiteY115" fmla="*/ 3324958 h 6858000"/>
              <a:gd name="connsiteX116" fmla="*/ 468579 w 6572708"/>
              <a:gd name="connsiteY116" fmla="*/ 3306990 h 6858000"/>
              <a:gd name="connsiteX117" fmla="*/ 480123 w 6572708"/>
              <a:gd name="connsiteY117" fmla="*/ 3295094 h 6858000"/>
              <a:gd name="connsiteX118" fmla="*/ 482298 w 6572708"/>
              <a:gd name="connsiteY118" fmla="*/ 3293541 h 6858000"/>
              <a:gd name="connsiteX119" fmla="*/ 489102 w 6572708"/>
              <a:gd name="connsiteY119" fmla="*/ 3262198 h 6858000"/>
              <a:gd name="connsiteX120" fmla="*/ 497561 w 6572708"/>
              <a:gd name="connsiteY120" fmla="*/ 3253284 h 6858000"/>
              <a:gd name="connsiteX121" fmla="*/ 522157 w 6572708"/>
              <a:gd name="connsiteY121" fmla="*/ 3192563 h 6858000"/>
              <a:gd name="connsiteX122" fmla="*/ 529302 w 6572708"/>
              <a:gd name="connsiteY122" fmla="*/ 3175520 h 6858000"/>
              <a:gd name="connsiteX123" fmla="*/ 528284 w 6572708"/>
              <a:gd name="connsiteY123" fmla="*/ 3160058 h 6858000"/>
              <a:gd name="connsiteX124" fmla="*/ 521806 w 6572708"/>
              <a:gd name="connsiteY124" fmla="*/ 3155764 h 6858000"/>
              <a:gd name="connsiteX125" fmla="*/ 524589 w 6572708"/>
              <a:gd name="connsiteY125" fmla="*/ 3146261 h 6858000"/>
              <a:gd name="connsiteX126" fmla="*/ 523832 w 6572708"/>
              <a:gd name="connsiteY126" fmla="*/ 3143561 h 6858000"/>
              <a:gd name="connsiteX127" fmla="*/ 520994 w 6572708"/>
              <a:gd name="connsiteY127" fmla="*/ 3128263 h 6858000"/>
              <a:gd name="connsiteX128" fmla="*/ 552091 w 6572708"/>
              <a:gd name="connsiteY128" fmla="*/ 3099818 h 6858000"/>
              <a:gd name="connsiteX129" fmla="*/ 618216 w 6572708"/>
              <a:gd name="connsiteY129" fmla="*/ 2895965 h 6858000"/>
              <a:gd name="connsiteX130" fmla="*/ 724973 w 6572708"/>
              <a:gd name="connsiteY130" fmla="*/ 2755713 h 6858000"/>
              <a:gd name="connsiteX131" fmla="*/ 765538 w 6572708"/>
              <a:gd name="connsiteY131" fmla="*/ 2648081 h 6858000"/>
              <a:gd name="connsiteX132" fmla="*/ 780267 w 6572708"/>
              <a:gd name="connsiteY132" fmla="*/ 2641879 h 6858000"/>
              <a:gd name="connsiteX133" fmla="*/ 790836 w 6572708"/>
              <a:gd name="connsiteY133" fmla="*/ 2632919 h 6858000"/>
              <a:gd name="connsiteX134" fmla="*/ 790328 w 6572708"/>
              <a:gd name="connsiteY134" fmla="*/ 2631229 h 6858000"/>
              <a:gd name="connsiteX135" fmla="*/ 797257 w 6572708"/>
              <a:gd name="connsiteY135" fmla="*/ 2619054 h 6858000"/>
              <a:gd name="connsiteX136" fmla="*/ 802383 w 6572708"/>
              <a:gd name="connsiteY136" fmla="*/ 2617568 h 6858000"/>
              <a:gd name="connsiteX137" fmla="*/ 808267 w 6572708"/>
              <a:gd name="connsiteY137" fmla="*/ 2609586 h 6858000"/>
              <a:gd name="connsiteX138" fmla="*/ 822908 w 6572708"/>
              <a:gd name="connsiteY138" fmla="*/ 2594856 h 6858000"/>
              <a:gd name="connsiteX139" fmla="*/ 822791 w 6572708"/>
              <a:gd name="connsiteY139" fmla="*/ 2591164 h 6858000"/>
              <a:gd name="connsiteX140" fmla="*/ 840423 w 6572708"/>
              <a:gd name="connsiteY140" fmla="*/ 2567492 h 6858000"/>
              <a:gd name="connsiteX141" fmla="*/ 839313 w 6572708"/>
              <a:gd name="connsiteY141" fmla="*/ 2566722 h 6858000"/>
              <a:gd name="connsiteX142" fmla="*/ 838361 w 6572708"/>
              <a:gd name="connsiteY142" fmla="*/ 2558109 h 6858000"/>
              <a:gd name="connsiteX143" fmla="*/ 839637 w 6572708"/>
              <a:gd name="connsiteY143" fmla="*/ 2542662 h 6858000"/>
              <a:gd name="connsiteX144" fmla="*/ 825800 w 6572708"/>
              <a:gd name="connsiteY144" fmla="*/ 2501548 h 6858000"/>
              <a:gd name="connsiteX145" fmla="*/ 844035 w 6572708"/>
              <a:gd name="connsiteY145" fmla="*/ 2476819 h 6858000"/>
              <a:gd name="connsiteX146" fmla="*/ 846972 w 6572708"/>
              <a:gd name="connsiteY146" fmla="*/ 2471590 h 6858000"/>
              <a:gd name="connsiteX147" fmla="*/ 846730 w 6572708"/>
              <a:gd name="connsiteY147" fmla="*/ 2471378 h 6858000"/>
              <a:gd name="connsiteX148" fmla="*/ 849228 w 6572708"/>
              <a:gd name="connsiteY148" fmla="*/ 2465654 h 6858000"/>
              <a:gd name="connsiteX149" fmla="*/ 852330 w 6572708"/>
              <a:gd name="connsiteY149" fmla="*/ 2462052 h 6858000"/>
              <a:gd name="connsiteX150" fmla="*/ 858029 w 6572708"/>
              <a:gd name="connsiteY150" fmla="*/ 2451906 h 6858000"/>
              <a:gd name="connsiteX151" fmla="*/ 857986 w 6572708"/>
              <a:gd name="connsiteY151" fmla="*/ 2447716 h 6858000"/>
              <a:gd name="connsiteX152" fmla="*/ 855075 w 6572708"/>
              <a:gd name="connsiteY152" fmla="*/ 2445047 h 6858000"/>
              <a:gd name="connsiteX153" fmla="*/ 856006 w 6572708"/>
              <a:gd name="connsiteY153" fmla="*/ 2444265 h 6858000"/>
              <a:gd name="connsiteX154" fmla="*/ 856444 w 6572708"/>
              <a:gd name="connsiteY154" fmla="*/ 2421759 h 6858000"/>
              <a:gd name="connsiteX155" fmla="*/ 868981 w 6572708"/>
              <a:gd name="connsiteY155" fmla="*/ 2375200 h 6858000"/>
              <a:gd name="connsiteX156" fmla="*/ 880811 w 6572708"/>
              <a:gd name="connsiteY156" fmla="*/ 2350147 h 6858000"/>
              <a:gd name="connsiteX157" fmla="*/ 908124 w 6572708"/>
              <a:gd name="connsiteY157" fmla="*/ 2279761 h 6858000"/>
              <a:gd name="connsiteX158" fmla="*/ 931678 w 6572708"/>
              <a:gd name="connsiteY158" fmla="*/ 2207772 h 6858000"/>
              <a:gd name="connsiteX159" fmla="*/ 921761 w 6572708"/>
              <a:gd name="connsiteY159" fmla="*/ 2164302 h 6858000"/>
              <a:gd name="connsiteX160" fmla="*/ 923058 w 6572708"/>
              <a:gd name="connsiteY160" fmla="*/ 2160162 h 6858000"/>
              <a:gd name="connsiteX161" fmla="*/ 931663 w 6572708"/>
              <a:gd name="connsiteY161" fmla="*/ 2151458 h 6858000"/>
              <a:gd name="connsiteX162" fmla="*/ 935730 w 6572708"/>
              <a:gd name="connsiteY162" fmla="*/ 2148616 h 6858000"/>
              <a:gd name="connsiteX163" fmla="*/ 939910 w 6572708"/>
              <a:gd name="connsiteY163" fmla="*/ 2143540 h 6858000"/>
              <a:gd name="connsiteX164" fmla="*/ 939746 w 6572708"/>
              <a:gd name="connsiteY164" fmla="*/ 2143278 h 6858000"/>
              <a:gd name="connsiteX165" fmla="*/ 944182 w 6572708"/>
              <a:gd name="connsiteY165" fmla="*/ 2138791 h 6858000"/>
              <a:gd name="connsiteX166" fmla="*/ 969240 w 6572708"/>
              <a:gd name="connsiteY166" fmla="*/ 2118565 h 6858000"/>
              <a:gd name="connsiteX167" fmla="*/ 969333 w 6572708"/>
              <a:gd name="connsiteY167" fmla="*/ 2074914 h 6858000"/>
              <a:gd name="connsiteX168" fmla="*/ 975462 w 6572708"/>
              <a:gd name="connsiteY168" fmla="*/ 2059981 h 6858000"/>
              <a:gd name="connsiteX169" fmla="*/ 977313 w 6572708"/>
              <a:gd name="connsiteY169" fmla="*/ 2051279 h 6858000"/>
              <a:gd name="connsiteX170" fmla="*/ 976512 w 6572708"/>
              <a:gd name="connsiteY170" fmla="*/ 2050269 h 6858000"/>
              <a:gd name="connsiteX171" fmla="*/ 1000665 w 6572708"/>
              <a:gd name="connsiteY171" fmla="*/ 2030946 h 6858000"/>
              <a:gd name="connsiteX172" fmla="*/ 1001735 w 6572708"/>
              <a:gd name="connsiteY172" fmla="*/ 2027284 h 6858000"/>
              <a:gd name="connsiteX173" fmla="*/ 1020214 w 6572708"/>
              <a:gd name="connsiteY173" fmla="*/ 2016095 h 6858000"/>
              <a:gd name="connsiteX174" fmla="*/ 1028302 w 6572708"/>
              <a:gd name="connsiteY174" fmla="*/ 2009567 h 6858000"/>
              <a:gd name="connsiteX175" fmla="*/ 1033598 w 6572708"/>
              <a:gd name="connsiteY175" fmla="*/ 2009267 h 6858000"/>
              <a:gd name="connsiteX176" fmla="*/ 1044008 w 6572708"/>
              <a:gd name="connsiteY176" fmla="*/ 1998844 h 6858000"/>
              <a:gd name="connsiteX177" fmla="*/ 1044069 w 6572708"/>
              <a:gd name="connsiteY177" fmla="*/ 1997063 h 6858000"/>
              <a:gd name="connsiteX178" fmla="*/ 1056878 w 6572708"/>
              <a:gd name="connsiteY178" fmla="*/ 1990634 h 6858000"/>
              <a:gd name="connsiteX179" fmla="*/ 1072722 w 6572708"/>
              <a:gd name="connsiteY179" fmla="*/ 1987868 h 6858000"/>
              <a:gd name="connsiteX180" fmla="*/ 1145252 w 6572708"/>
              <a:gd name="connsiteY180" fmla="*/ 1891028 h 6858000"/>
              <a:gd name="connsiteX181" fmla="*/ 1226890 w 6572708"/>
              <a:gd name="connsiteY181" fmla="*/ 1845992 h 6858000"/>
              <a:gd name="connsiteX182" fmla="*/ 1323685 w 6572708"/>
              <a:gd name="connsiteY182" fmla="*/ 1758717 h 6858000"/>
              <a:gd name="connsiteX183" fmla="*/ 1398273 w 6572708"/>
              <a:gd name="connsiteY183" fmla="*/ 1627389 h 6858000"/>
              <a:gd name="connsiteX184" fmla="*/ 1417786 w 6572708"/>
              <a:gd name="connsiteY184" fmla="*/ 1591233 h 6858000"/>
              <a:gd name="connsiteX185" fmla="*/ 1456144 w 6572708"/>
              <a:gd name="connsiteY185" fmla="*/ 1570271 h 6858000"/>
              <a:gd name="connsiteX186" fmla="*/ 1458351 w 6572708"/>
              <a:gd name="connsiteY186" fmla="*/ 1554550 h 6858000"/>
              <a:gd name="connsiteX187" fmla="*/ 1458500 w 6572708"/>
              <a:gd name="connsiteY187" fmla="*/ 1551719 h 6858000"/>
              <a:gd name="connsiteX188" fmla="*/ 1464150 w 6572708"/>
              <a:gd name="connsiteY188" fmla="*/ 1542986 h 6858000"/>
              <a:gd name="connsiteX189" fmla="*/ 1459426 w 6572708"/>
              <a:gd name="connsiteY189" fmla="*/ 1537283 h 6858000"/>
              <a:gd name="connsiteX190" fmla="*/ 1463401 w 6572708"/>
              <a:gd name="connsiteY190" fmla="*/ 1521818 h 6858000"/>
              <a:gd name="connsiteX191" fmla="*/ 1475565 w 6572708"/>
              <a:gd name="connsiteY191" fmla="*/ 1506648 h 6858000"/>
              <a:gd name="connsiteX192" fmla="*/ 1540362 w 6572708"/>
              <a:gd name="connsiteY192" fmla="*/ 1438265 h 6858000"/>
              <a:gd name="connsiteX193" fmla="*/ 1575141 w 6572708"/>
              <a:gd name="connsiteY193" fmla="*/ 1395238 h 6858000"/>
              <a:gd name="connsiteX194" fmla="*/ 1582090 w 6572708"/>
              <a:gd name="connsiteY194" fmla="*/ 1375575 h 6858000"/>
              <a:gd name="connsiteX195" fmla="*/ 1596005 w 6572708"/>
              <a:gd name="connsiteY195" fmla="*/ 1350347 h 6858000"/>
              <a:gd name="connsiteX196" fmla="*/ 1615711 w 6572708"/>
              <a:gd name="connsiteY196" fmla="*/ 1303251 h 6858000"/>
              <a:gd name="connsiteX197" fmla="*/ 1650622 w 6572708"/>
              <a:gd name="connsiteY197" fmla="*/ 1244447 h 6858000"/>
              <a:gd name="connsiteX198" fmla="*/ 1702792 w 6572708"/>
              <a:gd name="connsiteY198" fmla="*/ 1215797 h 6858000"/>
              <a:gd name="connsiteX199" fmla="*/ 1700885 w 6572708"/>
              <a:gd name="connsiteY199" fmla="*/ 1209814 h 6858000"/>
              <a:gd name="connsiteX200" fmla="*/ 1723848 w 6572708"/>
              <a:gd name="connsiteY200" fmla="*/ 1183123 h 6858000"/>
              <a:gd name="connsiteX201" fmla="*/ 1759968 w 6572708"/>
              <a:gd name="connsiteY201" fmla="*/ 1166871 h 6858000"/>
              <a:gd name="connsiteX202" fmla="*/ 1767742 w 6572708"/>
              <a:gd name="connsiteY202" fmla="*/ 1158484 h 6858000"/>
              <a:gd name="connsiteX203" fmla="*/ 1773870 w 6572708"/>
              <a:gd name="connsiteY203" fmla="*/ 1125979 h 6858000"/>
              <a:gd name="connsiteX204" fmla="*/ 1767392 w 6572708"/>
              <a:gd name="connsiteY204" fmla="*/ 1121685 h 6858000"/>
              <a:gd name="connsiteX205" fmla="*/ 1770175 w 6572708"/>
              <a:gd name="connsiteY205" fmla="*/ 1112182 h 6858000"/>
              <a:gd name="connsiteX206" fmla="*/ 1769418 w 6572708"/>
              <a:gd name="connsiteY206" fmla="*/ 1109483 h 6858000"/>
              <a:gd name="connsiteX207" fmla="*/ 1766580 w 6572708"/>
              <a:gd name="connsiteY207" fmla="*/ 1094184 h 6858000"/>
              <a:gd name="connsiteX208" fmla="*/ 1797677 w 6572708"/>
              <a:gd name="connsiteY208" fmla="*/ 1065740 h 6858000"/>
              <a:gd name="connsiteX209" fmla="*/ 1805371 w 6572708"/>
              <a:gd name="connsiteY209" fmla="*/ 1027273 h 6858000"/>
              <a:gd name="connsiteX210" fmla="*/ 1882128 w 6572708"/>
              <a:gd name="connsiteY210" fmla="*/ 887059 h 6858000"/>
              <a:gd name="connsiteX211" fmla="*/ 1922110 w 6572708"/>
              <a:gd name="connsiteY211" fmla="*/ 824781 h 6858000"/>
              <a:gd name="connsiteX212" fmla="*/ 1970558 w 6572708"/>
              <a:gd name="connsiteY212" fmla="*/ 721635 h 6858000"/>
              <a:gd name="connsiteX213" fmla="*/ 1974257 w 6572708"/>
              <a:gd name="connsiteY213" fmla="*/ 713733 h 6858000"/>
              <a:gd name="connsiteX214" fmla="*/ 1971701 w 6572708"/>
              <a:gd name="connsiteY214" fmla="*/ 704563 h 6858000"/>
              <a:gd name="connsiteX215" fmla="*/ 1966819 w 6572708"/>
              <a:gd name="connsiteY215" fmla="*/ 628924 h 6858000"/>
              <a:gd name="connsiteX216" fmla="*/ 1956004 w 6572708"/>
              <a:gd name="connsiteY216" fmla="*/ 621102 h 6858000"/>
              <a:gd name="connsiteX217" fmla="*/ 1948613 w 6572708"/>
              <a:gd name="connsiteY217" fmla="*/ 609156 h 6858000"/>
              <a:gd name="connsiteX218" fmla="*/ 1949145 w 6572708"/>
              <a:gd name="connsiteY218" fmla="*/ 606753 h 6858000"/>
              <a:gd name="connsiteX219" fmla="*/ 1944819 w 6572708"/>
              <a:gd name="connsiteY219" fmla="*/ 590072 h 6858000"/>
              <a:gd name="connsiteX220" fmla="*/ 1941001 w 6572708"/>
              <a:gd name="connsiteY220" fmla="*/ 588296 h 6858000"/>
              <a:gd name="connsiteX221" fmla="*/ 1937134 w 6572708"/>
              <a:gd name="connsiteY221" fmla="*/ 577443 h 6858000"/>
              <a:gd name="connsiteX222" fmla="*/ 1927092 w 6572708"/>
              <a:gd name="connsiteY222" fmla="*/ 557642 h 6858000"/>
              <a:gd name="connsiteX223" fmla="*/ 1927484 w 6572708"/>
              <a:gd name="connsiteY223" fmla="*/ 552451 h 6858000"/>
              <a:gd name="connsiteX224" fmla="*/ 1915874 w 6572708"/>
              <a:gd name="connsiteY224" fmla="*/ 520271 h 6858000"/>
              <a:gd name="connsiteX225" fmla="*/ 1916793 w 6572708"/>
              <a:gd name="connsiteY225" fmla="*/ 519123 h 6858000"/>
              <a:gd name="connsiteX226" fmla="*/ 1918236 w 6572708"/>
              <a:gd name="connsiteY226" fmla="*/ 506970 h 6858000"/>
              <a:gd name="connsiteX227" fmla="*/ 1918529 w 6572708"/>
              <a:gd name="connsiteY227" fmla="*/ 485354 h 6858000"/>
              <a:gd name="connsiteX228" fmla="*/ 1932556 w 6572708"/>
              <a:gd name="connsiteY228" fmla="*/ 426779 h 6858000"/>
              <a:gd name="connsiteX229" fmla="*/ 1920572 w 6572708"/>
              <a:gd name="connsiteY229" fmla="*/ 393150 h 6858000"/>
              <a:gd name="connsiteX230" fmla="*/ 1918744 w 6572708"/>
              <a:gd name="connsiteY230" fmla="*/ 385981 h 6858000"/>
              <a:gd name="connsiteX231" fmla="*/ 1918949 w 6572708"/>
              <a:gd name="connsiteY231" fmla="*/ 385674 h 6858000"/>
              <a:gd name="connsiteX232" fmla="*/ 1917499 w 6572708"/>
              <a:gd name="connsiteY232" fmla="*/ 377782 h 6858000"/>
              <a:gd name="connsiteX233" fmla="*/ 1915412 w 6572708"/>
              <a:gd name="connsiteY233" fmla="*/ 372914 h 6858000"/>
              <a:gd name="connsiteX234" fmla="*/ 1911865 w 6572708"/>
              <a:gd name="connsiteY234" fmla="*/ 359009 h 6858000"/>
              <a:gd name="connsiteX235" fmla="*/ 1912244 w 6572708"/>
              <a:gd name="connsiteY235" fmla="*/ 353121 h 6858000"/>
              <a:gd name="connsiteX236" fmla="*/ 1933610 w 6572708"/>
              <a:gd name="connsiteY236" fmla="*/ 297387 h 6858000"/>
              <a:gd name="connsiteX237" fmla="*/ 1939454 w 6572708"/>
              <a:gd name="connsiteY237" fmla="*/ 194719 h 6858000"/>
              <a:gd name="connsiteX238" fmla="*/ 1942001 w 6572708"/>
              <a:gd name="connsiteY238" fmla="*/ 93227 h 6858000"/>
              <a:gd name="connsiteX239" fmla="*/ 1941351 w 6572708"/>
              <a:gd name="connsiteY239" fmla="*/ 56555 h 6858000"/>
              <a:gd name="connsiteX240" fmla="*/ 1950955 w 6572708"/>
              <a:gd name="connsiteY240" fmla="*/ 5312 h 6858000"/>
              <a:gd name="connsiteX241" fmla="*/ 1949546 w 6572708"/>
              <a:gd name="connsiteY241"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6096000 w 6572708"/>
              <a:gd name="connsiteY7" fmla="*/ 6858000 h 6858000"/>
              <a:gd name="connsiteX8" fmla="*/ 0 w 6572708"/>
              <a:gd name="connsiteY8" fmla="*/ 6858000 h 6858000"/>
              <a:gd name="connsiteX9" fmla="*/ 9990 w 6572708"/>
              <a:gd name="connsiteY9" fmla="*/ 6815347 h 6858000"/>
              <a:gd name="connsiteX10" fmla="*/ 60759 w 6572708"/>
              <a:gd name="connsiteY10" fmla="*/ 6667761 h 6858000"/>
              <a:gd name="connsiteX11" fmla="*/ 44882 w 6572708"/>
              <a:gd name="connsiteY11" fmla="*/ 6635203 h 6858000"/>
              <a:gd name="connsiteX12" fmla="*/ 38884 w 6572708"/>
              <a:gd name="connsiteY12" fmla="*/ 6601215 h 6858000"/>
              <a:gd name="connsiteX13" fmla="*/ 24537 w 6572708"/>
              <a:gd name="connsiteY13" fmla="*/ 6599857 h 6858000"/>
              <a:gd name="connsiteX14" fmla="*/ 30487 w 6572708"/>
              <a:gd name="connsiteY14" fmla="*/ 6582849 h 6858000"/>
              <a:gd name="connsiteX15" fmla="*/ 30797 w 6572708"/>
              <a:gd name="connsiteY15" fmla="*/ 6536021 h 6858000"/>
              <a:gd name="connsiteX16" fmla="*/ 10629 w 6572708"/>
              <a:gd name="connsiteY16" fmla="*/ 6483343 h 6858000"/>
              <a:gd name="connsiteX17" fmla="*/ 16211 w 6572708"/>
              <a:gd name="connsiteY17" fmla="*/ 6402087 h 6858000"/>
              <a:gd name="connsiteX18" fmla="*/ 25932 w 6572708"/>
              <a:gd name="connsiteY18" fmla="*/ 6321765 h 6858000"/>
              <a:gd name="connsiteX19" fmla="*/ 31488 w 6572708"/>
              <a:gd name="connsiteY19" fmla="*/ 6292746 h 6858000"/>
              <a:gd name="connsiteX20" fmla="*/ 32413 w 6572708"/>
              <a:gd name="connsiteY20" fmla="*/ 6240744 h 6858000"/>
              <a:gd name="connsiteX21" fmla="*/ 34430 w 6572708"/>
              <a:gd name="connsiteY21" fmla="*/ 6206738 h 6858000"/>
              <a:gd name="connsiteX22" fmla="*/ 55689 w 6572708"/>
              <a:gd name="connsiteY22" fmla="*/ 6203389 h 6858000"/>
              <a:gd name="connsiteX23" fmla="*/ 63475 w 6572708"/>
              <a:gd name="connsiteY23" fmla="*/ 6172740 h 6858000"/>
              <a:gd name="connsiteX24" fmla="*/ 50070 w 6572708"/>
              <a:gd name="connsiteY24" fmla="*/ 6141398 h 6858000"/>
              <a:gd name="connsiteX25" fmla="*/ 52252 w 6572708"/>
              <a:gd name="connsiteY25" fmla="*/ 6103364 h 6858000"/>
              <a:gd name="connsiteX26" fmla="*/ 53329 w 6572708"/>
              <a:gd name="connsiteY26" fmla="*/ 6080619 h 6858000"/>
              <a:gd name="connsiteX27" fmla="*/ 149610 w 6572708"/>
              <a:gd name="connsiteY27" fmla="*/ 5918672 h 6858000"/>
              <a:gd name="connsiteX28" fmla="*/ 160505 w 6572708"/>
              <a:gd name="connsiteY28" fmla="*/ 5887690 h 6858000"/>
              <a:gd name="connsiteX29" fmla="*/ 156200 w 6572708"/>
              <a:gd name="connsiteY29" fmla="*/ 5882649 h 6858000"/>
              <a:gd name="connsiteX30" fmla="*/ 194213 w 6572708"/>
              <a:gd name="connsiteY30" fmla="*/ 5841953 h 6858000"/>
              <a:gd name="connsiteX31" fmla="*/ 203216 w 6572708"/>
              <a:gd name="connsiteY31" fmla="*/ 5777927 h 6858000"/>
              <a:gd name="connsiteX32" fmla="*/ 202536 w 6572708"/>
              <a:gd name="connsiteY32" fmla="*/ 5728879 h 6858000"/>
              <a:gd name="connsiteX33" fmla="*/ 205380 w 6572708"/>
              <a:gd name="connsiteY33" fmla="*/ 5701696 h 6858000"/>
              <a:gd name="connsiteX34" fmla="*/ 203870 w 6572708"/>
              <a:gd name="connsiteY34" fmla="*/ 5681563 h 6858000"/>
              <a:gd name="connsiteX35" fmla="*/ 219294 w 6572708"/>
              <a:gd name="connsiteY35" fmla="*/ 5632219 h 6858000"/>
              <a:gd name="connsiteX36" fmla="*/ 252910 w 6572708"/>
              <a:gd name="connsiteY36" fmla="*/ 5551224 h 6858000"/>
              <a:gd name="connsiteX37" fmla="*/ 258253 w 6572708"/>
              <a:gd name="connsiteY37" fmla="*/ 5533854 h 6858000"/>
              <a:gd name="connsiteX38" fmla="*/ 255640 w 6572708"/>
              <a:gd name="connsiteY38" fmla="*/ 5518422 h 6858000"/>
              <a:gd name="connsiteX39" fmla="*/ 248756 w 6572708"/>
              <a:gd name="connsiteY39" fmla="*/ 5514403 h 6858000"/>
              <a:gd name="connsiteX40" fmla="*/ 250538 w 6572708"/>
              <a:gd name="connsiteY40" fmla="*/ 5504771 h 6858000"/>
              <a:gd name="connsiteX41" fmla="*/ 249507 w 6572708"/>
              <a:gd name="connsiteY41" fmla="*/ 5502102 h 6858000"/>
              <a:gd name="connsiteX42" fmla="*/ 245101 w 6572708"/>
              <a:gd name="connsiteY42" fmla="*/ 5486913 h 6858000"/>
              <a:gd name="connsiteX43" fmla="*/ 273088 w 6572708"/>
              <a:gd name="connsiteY43" fmla="*/ 5457083 h 6858000"/>
              <a:gd name="connsiteX44" fmla="*/ 276759 w 6572708"/>
              <a:gd name="connsiteY44" fmla="*/ 5418245 h 6858000"/>
              <a:gd name="connsiteX45" fmla="*/ 314712 w 6572708"/>
              <a:gd name="connsiteY45" fmla="*/ 5305770 h 6858000"/>
              <a:gd name="connsiteX46" fmla="*/ 320056 w 6572708"/>
              <a:gd name="connsiteY46" fmla="*/ 5298784 h 6858000"/>
              <a:gd name="connsiteX47" fmla="*/ 320763 w 6572708"/>
              <a:gd name="connsiteY47" fmla="*/ 5282149 h 6858000"/>
              <a:gd name="connsiteX48" fmla="*/ 325879 w 6572708"/>
              <a:gd name="connsiteY48" fmla="*/ 5270957 h 6858000"/>
              <a:gd name="connsiteX49" fmla="*/ 318913 w 6572708"/>
              <a:gd name="connsiteY49" fmla="*/ 5268991 h 6858000"/>
              <a:gd name="connsiteX50" fmla="*/ 317275 w 6572708"/>
              <a:gd name="connsiteY50" fmla="*/ 5230130 h 6858000"/>
              <a:gd name="connsiteX51" fmla="*/ 329641 w 6572708"/>
              <a:gd name="connsiteY51" fmla="*/ 5216534 h 6858000"/>
              <a:gd name="connsiteX52" fmla="*/ 329088 w 6572708"/>
              <a:gd name="connsiteY52" fmla="*/ 5211732 h 6858000"/>
              <a:gd name="connsiteX53" fmla="*/ 331669 w 6572708"/>
              <a:gd name="connsiteY53" fmla="*/ 5058537 h 6858000"/>
              <a:gd name="connsiteX54" fmla="*/ 323855 w 6572708"/>
              <a:gd name="connsiteY54" fmla="*/ 4827737 h 6858000"/>
              <a:gd name="connsiteX55" fmla="*/ 333687 w 6572708"/>
              <a:gd name="connsiteY55" fmla="*/ 4774692 h 6858000"/>
              <a:gd name="connsiteX56" fmla="*/ 322637 w 6572708"/>
              <a:gd name="connsiteY56" fmla="*/ 4727427 h 6858000"/>
              <a:gd name="connsiteX57" fmla="*/ 330798 w 6572708"/>
              <a:gd name="connsiteY57" fmla="*/ 4708193 h 6858000"/>
              <a:gd name="connsiteX58" fmla="*/ 332420 w 6572708"/>
              <a:gd name="connsiteY58" fmla="*/ 4704882 h 6858000"/>
              <a:gd name="connsiteX59" fmla="*/ 334216 w 6572708"/>
              <a:gd name="connsiteY59" fmla="*/ 4691500 h 6858000"/>
              <a:gd name="connsiteX60" fmla="*/ 340601 w 6572708"/>
              <a:gd name="connsiteY60" fmla="*/ 4687895 h 6858000"/>
              <a:gd name="connsiteX61" fmla="*/ 347516 w 6572708"/>
              <a:gd name="connsiteY61" fmla="*/ 4667873 h 6858000"/>
              <a:gd name="connsiteX62" fmla="*/ 349175 w 6572708"/>
              <a:gd name="connsiteY62" fmla="*/ 4643189 h 6858000"/>
              <a:gd name="connsiteX63" fmla="*/ 350492 w 6572708"/>
              <a:gd name="connsiteY63" fmla="*/ 4525833 h 6858000"/>
              <a:gd name="connsiteX64" fmla="*/ 355031 w 6572708"/>
              <a:gd name="connsiteY64" fmla="*/ 4455649 h 6858000"/>
              <a:gd name="connsiteX65" fmla="*/ 362651 w 6572708"/>
              <a:gd name="connsiteY65" fmla="*/ 4429036 h 6858000"/>
              <a:gd name="connsiteX66" fmla="*/ 369327 w 6572708"/>
              <a:gd name="connsiteY66" fmla="*/ 4391840 h 6858000"/>
              <a:gd name="connsiteX67" fmla="*/ 371272 w 6572708"/>
              <a:gd name="connsiteY67" fmla="*/ 4358845 h 6858000"/>
              <a:gd name="connsiteX68" fmla="*/ 382342 w 6572708"/>
              <a:gd name="connsiteY68" fmla="*/ 4333764 h 6858000"/>
              <a:gd name="connsiteX69" fmla="*/ 381365 w 6572708"/>
              <a:gd name="connsiteY69" fmla="*/ 4331730 h 6858000"/>
              <a:gd name="connsiteX70" fmla="*/ 364244 w 6572708"/>
              <a:gd name="connsiteY70" fmla="*/ 4309700 h 6858000"/>
              <a:gd name="connsiteX71" fmla="*/ 363377 w 6572708"/>
              <a:gd name="connsiteY71" fmla="*/ 4285388 h 6858000"/>
              <a:gd name="connsiteX72" fmla="*/ 357697 w 6572708"/>
              <a:gd name="connsiteY72" fmla="*/ 4266169 h 6858000"/>
              <a:gd name="connsiteX73" fmla="*/ 356998 w 6572708"/>
              <a:gd name="connsiteY73" fmla="*/ 4247672 h 6858000"/>
              <a:gd name="connsiteX74" fmla="*/ 357549 w 6572708"/>
              <a:gd name="connsiteY74" fmla="*/ 4237120 h 6858000"/>
              <a:gd name="connsiteX75" fmla="*/ 358116 w 6572708"/>
              <a:gd name="connsiteY75" fmla="*/ 4232936 h 6858000"/>
              <a:gd name="connsiteX76" fmla="*/ 366243 w 6572708"/>
              <a:gd name="connsiteY76" fmla="*/ 4224051 h 6858000"/>
              <a:gd name="connsiteX77" fmla="*/ 363841 w 6572708"/>
              <a:gd name="connsiteY77" fmla="*/ 4211782 h 6858000"/>
              <a:gd name="connsiteX78" fmla="*/ 372159 w 6572708"/>
              <a:gd name="connsiteY78" fmla="*/ 4198810 h 6858000"/>
              <a:gd name="connsiteX79" fmla="*/ 366211 w 6572708"/>
              <a:gd name="connsiteY79" fmla="*/ 4195262 h 6858000"/>
              <a:gd name="connsiteX80" fmla="*/ 360561 w 6572708"/>
              <a:gd name="connsiteY80" fmla="*/ 4184054 h 6858000"/>
              <a:gd name="connsiteX81" fmla="*/ 373972 w 6572708"/>
              <a:gd name="connsiteY81" fmla="*/ 4155792 h 6858000"/>
              <a:gd name="connsiteX82" fmla="*/ 373150 w 6572708"/>
              <a:gd name="connsiteY82" fmla="*/ 4150364 h 6858000"/>
              <a:gd name="connsiteX83" fmla="*/ 383773 w 6572708"/>
              <a:gd name="connsiteY83" fmla="*/ 4132084 h 6858000"/>
              <a:gd name="connsiteX84" fmla="*/ 389140 w 6572708"/>
              <a:gd name="connsiteY84" fmla="*/ 4115873 h 6858000"/>
              <a:gd name="connsiteX85" fmla="*/ 378846 w 6572708"/>
              <a:gd name="connsiteY85" fmla="*/ 4082551 h 6858000"/>
              <a:gd name="connsiteX86" fmla="*/ 368001 w 6572708"/>
              <a:gd name="connsiteY86" fmla="*/ 3968090 h 6858000"/>
              <a:gd name="connsiteX87" fmla="*/ 372661 w 6572708"/>
              <a:gd name="connsiteY87" fmla="*/ 3881355 h 6858000"/>
              <a:gd name="connsiteX88" fmla="*/ 379210 w 6572708"/>
              <a:gd name="connsiteY88" fmla="*/ 3850569 h 6858000"/>
              <a:gd name="connsiteX89" fmla="*/ 389880 w 6572708"/>
              <a:gd name="connsiteY89" fmla="*/ 3798988 h 6858000"/>
              <a:gd name="connsiteX90" fmla="*/ 409909 w 6572708"/>
              <a:gd name="connsiteY90" fmla="*/ 3760424 h 6858000"/>
              <a:gd name="connsiteX91" fmla="*/ 414051 w 6572708"/>
              <a:gd name="connsiteY91" fmla="*/ 3717298 h 6858000"/>
              <a:gd name="connsiteX92" fmla="*/ 399424 w 6572708"/>
              <a:gd name="connsiteY92" fmla="*/ 3707291 h 6858000"/>
              <a:gd name="connsiteX93" fmla="*/ 394460 w 6572708"/>
              <a:gd name="connsiteY93" fmla="*/ 3673415 h 6858000"/>
              <a:gd name="connsiteX94" fmla="*/ 408918 w 6572708"/>
              <a:gd name="connsiteY94" fmla="*/ 3661155 h 6858000"/>
              <a:gd name="connsiteX95" fmla="*/ 425028 w 6572708"/>
              <a:gd name="connsiteY95" fmla="*/ 3591166 h 6858000"/>
              <a:gd name="connsiteX96" fmla="*/ 430292 w 6572708"/>
              <a:gd name="connsiteY96" fmla="*/ 3550801 h 6858000"/>
              <a:gd name="connsiteX97" fmla="*/ 437149 w 6572708"/>
              <a:gd name="connsiteY97" fmla="*/ 3497399 h 6858000"/>
              <a:gd name="connsiteX98" fmla="*/ 442017 w 6572708"/>
              <a:gd name="connsiteY98" fmla="*/ 3474143 h 6858000"/>
              <a:gd name="connsiteX99" fmla="*/ 437175 w 6572708"/>
              <a:gd name="connsiteY99" fmla="*/ 3463057 h 6858000"/>
              <a:gd name="connsiteX100" fmla="*/ 438483 w 6572708"/>
              <a:gd name="connsiteY100" fmla="*/ 3457563 h 6858000"/>
              <a:gd name="connsiteX101" fmla="*/ 438642 w 6572708"/>
              <a:gd name="connsiteY101" fmla="*/ 3439053 h 6858000"/>
              <a:gd name="connsiteX102" fmla="*/ 439678 w 6572708"/>
              <a:gd name="connsiteY102" fmla="*/ 3428537 h 6858000"/>
              <a:gd name="connsiteX103" fmla="*/ 440437 w 6572708"/>
              <a:gd name="connsiteY103" fmla="*/ 3424381 h 6858000"/>
              <a:gd name="connsiteX104" fmla="*/ 448781 w 6572708"/>
              <a:gd name="connsiteY104" fmla="*/ 3416042 h 6858000"/>
              <a:gd name="connsiteX105" fmla="*/ 448765 w 6572708"/>
              <a:gd name="connsiteY105" fmla="*/ 3414504 h 6858000"/>
              <a:gd name="connsiteX106" fmla="*/ 447134 w 6572708"/>
              <a:gd name="connsiteY106" fmla="*/ 3403498 h 6858000"/>
              <a:gd name="connsiteX107" fmla="*/ 452387 w 6572708"/>
              <a:gd name="connsiteY107" fmla="*/ 3396070 h 6858000"/>
              <a:gd name="connsiteX108" fmla="*/ 453996 w 6572708"/>
              <a:gd name="connsiteY108" fmla="*/ 3389553 h 6858000"/>
              <a:gd name="connsiteX109" fmla="*/ 450265 w 6572708"/>
              <a:gd name="connsiteY109" fmla="*/ 3387098 h 6858000"/>
              <a:gd name="connsiteX110" fmla="*/ 445137 w 6572708"/>
              <a:gd name="connsiteY110" fmla="*/ 3375655 h 6858000"/>
              <a:gd name="connsiteX111" fmla="*/ 453359 w 6572708"/>
              <a:gd name="connsiteY111" fmla="*/ 3367050 h 6858000"/>
              <a:gd name="connsiteX112" fmla="*/ 459842 w 6572708"/>
              <a:gd name="connsiteY112" fmla="*/ 3348005 h 6858000"/>
              <a:gd name="connsiteX113" fmla="*/ 459268 w 6572708"/>
              <a:gd name="connsiteY113" fmla="*/ 3342546 h 6858000"/>
              <a:gd name="connsiteX114" fmla="*/ 470590 w 6572708"/>
              <a:gd name="connsiteY114" fmla="*/ 3324958 h 6858000"/>
              <a:gd name="connsiteX115" fmla="*/ 468579 w 6572708"/>
              <a:gd name="connsiteY115" fmla="*/ 3306990 h 6858000"/>
              <a:gd name="connsiteX116" fmla="*/ 480123 w 6572708"/>
              <a:gd name="connsiteY116" fmla="*/ 3295094 h 6858000"/>
              <a:gd name="connsiteX117" fmla="*/ 482298 w 6572708"/>
              <a:gd name="connsiteY117" fmla="*/ 3293541 h 6858000"/>
              <a:gd name="connsiteX118" fmla="*/ 489102 w 6572708"/>
              <a:gd name="connsiteY118" fmla="*/ 3262198 h 6858000"/>
              <a:gd name="connsiteX119" fmla="*/ 497561 w 6572708"/>
              <a:gd name="connsiteY119" fmla="*/ 3253284 h 6858000"/>
              <a:gd name="connsiteX120" fmla="*/ 522157 w 6572708"/>
              <a:gd name="connsiteY120" fmla="*/ 3192563 h 6858000"/>
              <a:gd name="connsiteX121" fmla="*/ 529302 w 6572708"/>
              <a:gd name="connsiteY121" fmla="*/ 3175520 h 6858000"/>
              <a:gd name="connsiteX122" fmla="*/ 528284 w 6572708"/>
              <a:gd name="connsiteY122" fmla="*/ 3160058 h 6858000"/>
              <a:gd name="connsiteX123" fmla="*/ 521806 w 6572708"/>
              <a:gd name="connsiteY123" fmla="*/ 3155764 h 6858000"/>
              <a:gd name="connsiteX124" fmla="*/ 524589 w 6572708"/>
              <a:gd name="connsiteY124" fmla="*/ 3146261 h 6858000"/>
              <a:gd name="connsiteX125" fmla="*/ 523832 w 6572708"/>
              <a:gd name="connsiteY125" fmla="*/ 3143561 h 6858000"/>
              <a:gd name="connsiteX126" fmla="*/ 520994 w 6572708"/>
              <a:gd name="connsiteY126" fmla="*/ 3128263 h 6858000"/>
              <a:gd name="connsiteX127" fmla="*/ 552091 w 6572708"/>
              <a:gd name="connsiteY127" fmla="*/ 3099818 h 6858000"/>
              <a:gd name="connsiteX128" fmla="*/ 618216 w 6572708"/>
              <a:gd name="connsiteY128" fmla="*/ 2895965 h 6858000"/>
              <a:gd name="connsiteX129" fmla="*/ 724973 w 6572708"/>
              <a:gd name="connsiteY129" fmla="*/ 2755713 h 6858000"/>
              <a:gd name="connsiteX130" fmla="*/ 765538 w 6572708"/>
              <a:gd name="connsiteY130" fmla="*/ 2648081 h 6858000"/>
              <a:gd name="connsiteX131" fmla="*/ 780267 w 6572708"/>
              <a:gd name="connsiteY131" fmla="*/ 2641879 h 6858000"/>
              <a:gd name="connsiteX132" fmla="*/ 790836 w 6572708"/>
              <a:gd name="connsiteY132" fmla="*/ 2632919 h 6858000"/>
              <a:gd name="connsiteX133" fmla="*/ 790328 w 6572708"/>
              <a:gd name="connsiteY133" fmla="*/ 2631229 h 6858000"/>
              <a:gd name="connsiteX134" fmla="*/ 797257 w 6572708"/>
              <a:gd name="connsiteY134" fmla="*/ 2619054 h 6858000"/>
              <a:gd name="connsiteX135" fmla="*/ 802383 w 6572708"/>
              <a:gd name="connsiteY135" fmla="*/ 2617568 h 6858000"/>
              <a:gd name="connsiteX136" fmla="*/ 808267 w 6572708"/>
              <a:gd name="connsiteY136" fmla="*/ 2609586 h 6858000"/>
              <a:gd name="connsiteX137" fmla="*/ 822908 w 6572708"/>
              <a:gd name="connsiteY137" fmla="*/ 2594856 h 6858000"/>
              <a:gd name="connsiteX138" fmla="*/ 822791 w 6572708"/>
              <a:gd name="connsiteY138" fmla="*/ 2591164 h 6858000"/>
              <a:gd name="connsiteX139" fmla="*/ 840423 w 6572708"/>
              <a:gd name="connsiteY139" fmla="*/ 2567492 h 6858000"/>
              <a:gd name="connsiteX140" fmla="*/ 839313 w 6572708"/>
              <a:gd name="connsiteY140" fmla="*/ 2566722 h 6858000"/>
              <a:gd name="connsiteX141" fmla="*/ 838361 w 6572708"/>
              <a:gd name="connsiteY141" fmla="*/ 2558109 h 6858000"/>
              <a:gd name="connsiteX142" fmla="*/ 839637 w 6572708"/>
              <a:gd name="connsiteY142" fmla="*/ 2542662 h 6858000"/>
              <a:gd name="connsiteX143" fmla="*/ 825800 w 6572708"/>
              <a:gd name="connsiteY143" fmla="*/ 2501548 h 6858000"/>
              <a:gd name="connsiteX144" fmla="*/ 844035 w 6572708"/>
              <a:gd name="connsiteY144" fmla="*/ 2476819 h 6858000"/>
              <a:gd name="connsiteX145" fmla="*/ 846972 w 6572708"/>
              <a:gd name="connsiteY145" fmla="*/ 2471590 h 6858000"/>
              <a:gd name="connsiteX146" fmla="*/ 846730 w 6572708"/>
              <a:gd name="connsiteY146" fmla="*/ 2471378 h 6858000"/>
              <a:gd name="connsiteX147" fmla="*/ 849228 w 6572708"/>
              <a:gd name="connsiteY147" fmla="*/ 2465654 h 6858000"/>
              <a:gd name="connsiteX148" fmla="*/ 852330 w 6572708"/>
              <a:gd name="connsiteY148" fmla="*/ 2462052 h 6858000"/>
              <a:gd name="connsiteX149" fmla="*/ 858029 w 6572708"/>
              <a:gd name="connsiteY149" fmla="*/ 2451906 h 6858000"/>
              <a:gd name="connsiteX150" fmla="*/ 857986 w 6572708"/>
              <a:gd name="connsiteY150" fmla="*/ 2447716 h 6858000"/>
              <a:gd name="connsiteX151" fmla="*/ 855075 w 6572708"/>
              <a:gd name="connsiteY151" fmla="*/ 2445047 h 6858000"/>
              <a:gd name="connsiteX152" fmla="*/ 856006 w 6572708"/>
              <a:gd name="connsiteY152" fmla="*/ 2444265 h 6858000"/>
              <a:gd name="connsiteX153" fmla="*/ 856444 w 6572708"/>
              <a:gd name="connsiteY153" fmla="*/ 2421759 h 6858000"/>
              <a:gd name="connsiteX154" fmla="*/ 868981 w 6572708"/>
              <a:gd name="connsiteY154" fmla="*/ 2375200 h 6858000"/>
              <a:gd name="connsiteX155" fmla="*/ 880811 w 6572708"/>
              <a:gd name="connsiteY155" fmla="*/ 2350147 h 6858000"/>
              <a:gd name="connsiteX156" fmla="*/ 908124 w 6572708"/>
              <a:gd name="connsiteY156" fmla="*/ 2279761 h 6858000"/>
              <a:gd name="connsiteX157" fmla="*/ 931678 w 6572708"/>
              <a:gd name="connsiteY157" fmla="*/ 2207772 h 6858000"/>
              <a:gd name="connsiteX158" fmla="*/ 921761 w 6572708"/>
              <a:gd name="connsiteY158" fmla="*/ 2164302 h 6858000"/>
              <a:gd name="connsiteX159" fmla="*/ 923058 w 6572708"/>
              <a:gd name="connsiteY159" fmla="*/ 2160162 h 6858000"/>
              <a:gd name="connsiteX160" fmla="*/ 931663 w 6572708"/>
              <a:gd name="connsiteY160" fmla="*/ 2151458 h 6858000"/>
              <a:gd name="connsiteX161" fmla="*/ 935730 w 6572708"/>
              <a:gd name="connsiteY161" fmla="*/ 2148616 h 6858000"/>
              <a:gd name="connsiteX162" fmla="*/ 939910 w 6572708"/>
              <a:gd name="connsiteY162" fmla="*/ 2143540 h 6858000"/>
              <a:gd name="connsiteX163" fmla="*/ 939746 w 6572708"/>
              <a:gd name="connsiteY163" fmla="*/ 2143278 h 6858000"/>
              <a:gd name="connsiteX164" fmla="*/ 944182 w 6572708"/>
              <a:gd name="connsiteY164" fmla="*/ 2138791 h 6858000"/>
              <a:gd name="connsiteX165" fmla="*/ 969240 w 6572708"/>
              <a:gd name="connsiteY165" fmla="*/ 2118565 h 6858000"/>
              <a:gd name="connsiteX166" fmla="*/ 969333 w 6572708"/>
              <a:gd name="connsiteY166" fmla="*/ 2074914 h 6858000"/>
              <a:gd name="connsiteX167" fmla="*/ 975462 w 6572708"/>
              <a:gd name="connsiteY167" fmla="*/ 2059981 h 6858000"/>
              <a:gd name="connsiteX168" fmla="*/ 977313 w 6572708"/>
              <a:gd name="connsiteY168" fmla="*/ 2051279 h 6858000"/>
              <a:gd name="connsiteX169" fmla="*/ 976512 w 6572708"/>
              <a:gd name="connsiteY169" fmla="*/ 2050269 h 6858000"/>
              <a:gd name="connsiteX170" fmla="*/ 1000665 w 6572708"/>
              <a:gd name="connsiteY170" fmla="*/ 2030946 h 6858000"/>
              <a:gd name="connsiteX171" fmla="*/ 1001735 w 6572708"/>
              <a:gd name="connsiteY171" fmla="*/ 2027284 h 6858000"/>
              <a:gd name="connsiteX172" fmla="*/ 1020214 w 6572708"/>
              <a:gd name="connsiteY172" fmla="*/ 2016095 h 6858000"/>
              <a:gd name="connsiteX173" fmla="*/ 1028302 w 6572708"/>
              <a:gd name="connsiteY173" fmla="*/ 2009567 h 6858000"/>
              <a:gd name="connsiteX174" fmla="*/ 1033598 w 6572708"/>
              <a:gd name="connsiteY174" fmla="*/ 2009267 h 6858000"/>
              <a:gd name="connsiteX175" fmla="*/ 1044008 w 6572708"/>
              <a:gd name="connsiteY175" fmla="*/ 1998844 h 6858000"/>
              <a:gd name="connsiteX176" fmla="*/ 1044069 w 6572708"/>
              <a:gd name="connsiteY176" fmla="*/ 1997063 h 6858000"/>
              <a:gd name="connsiteX177" fmla="*/ 1056878 w 6572708"/>
              <a:gd name="connsiteY177" fmla="*/ 1990634 h 6858000"/>
              <a:gd name="connsiteX178" fmla="*/ 1072722 w 6572708"/>
              <a:gd name="connsiteY178" fmla="*/ 1987868 h 6858000"/>
              <a:gd name="connsiteX179" fmla="*/ 1145252 w 6572708"/>
              <a:gd name="connsiteY179" fmla="*/ 1891028 h 6858000"/>
              <a:gd name="connsiteX180" fmla="*/ 1226890 w 6572708"/>
              <a:gd name="connsiteY180" fmla="*/ 1845992 h 6858000"/>
              <a:gd name="connsiteX181" fmla="*/ 1323685 w 6572708"/>
              <a:gd name="connsiteY181" fmla="*/ 1758717 h 6858000"/>
              <a:gd name="connsiteX182" fmla="*/ 1398273 w 6572708"/>
              <a:gd name="connsiteY182" fmla="*/ 1627389 h 6858000"/>
              <a:gd name="connsiteX183" fmla="*/ 1417786 w 6572708"/>
              <a:gd name="connsiteY183" fmla="*/ 1591233 h 6858000"/>
              <a:gd name="connsiteX184" fmla="*/ 1456144 w 6572708"/>
              <a:gd name="connsiteY184" fmla="*/ 1570271 h 6858000"/>
              <a:gd name="connsiteX185" fmla="*/ 1458351 w 6572708"/>
              <a:gd name="connsiteY185" fmla="*/ 1554550 h 6858000"/>
              <a:gd name="connsiteX186" fmla="*/ 1458500 w 6572708"/>
              <a:gd name="connsiteY186" fmla="*/ 1551719 h 6858000"/>
              <a:gd name="connsiteX187" fmla="*/ 1464150 w 6572708"/>
              <a:gd name="connsiteY187" fmla="*/ 1542986 h 6858000"/>
              <a:gd name="connsiteX188" fmla="*/ 1459426 w 6572708"/>
              <a:gd name="connsiteY188" fmla="*/ 1537283 h 6858000"/>
              <a:gd name="connsiteX189" fmla="*/ 1463401 w 6572708"/>
              <a:gd name="connsiteY189" fmla="*/ 1521818 h 6858000"/>
              <a:gd name="connsiteX190" fmla="*/ 1475565 w 6572708"/>
              <a:gd name="connsiteY190" fmla="*/ 1506648 h 6858000"/>
              <a:gd name="connsiteX191" fmla="*/ 1540362 w 6572708"/>
              <a:gd name="connsiteY191" fmla="*/ 1438265 h 6858000"/>
              <a:gd name="connsiteX192" fmla="*/ 1575141 w 6572708"/>
              <a:gd name="connsiteY192" fmla="*/ 1395238 h 6858000"/>
              <a:gd name="connsiteX193" fmla="*/ 1582090 w 6572708"/>
              <a:gd name="connsiteY193" fmla="*/ 1375575 h 6858000"/>
              <a:gd name="connsiteX194" fmla="*/ 1596005 w 6572708"/>
              <a:gd name="connsiteY194" fmla="*/ 1350347 h 6858000"/>
              <a:gd name="connsiteX195" fmla="*/ 1615711 w 6572708"/>
              <a:gd name="connsiteY195" fmla="*/ 1303251 h 6858000"/>
              <a:gd name="connsiteX196" fmla="*/ 1650622 w 6572708"/>
              <a:gd name="connsiteY196" fmla="*/ 1244447 h 6858000"/>
              <a:gd name="connsiteX197" fmla="*/ 1702792 w 6572708"/>
              <a:gd name="connsiteY197" fmla="*/ 1215797 h 6858000"/>
              <a:gd name="connsiteX198" fmla="*/ 1700885 w 6572708"/>
              <a:gd name="connsiteY198" fmla="*/ 1209814 h 6858000"/>
              <a:gd name="connsiteX199" fmla="*/ 1723848 w 6572708"/>
              <a:gd name="connsiteY199" fmla="*/ 1183123 h 6858000"/>
              <a:gd name="connsiteX200" fmla="*/ 1759968 w 6572708"/>
              <a:gd name="connsiteY200" fmla="*/ 1166871 h 6858000"/>
              <a:gd name="connsiteX201" fmla="*/ 1767742 w 6572708"/>
              <a:gd name="connsiteY201" fmla="*/ 1158484 h 6858000"/>
              <a:gd name="connsiteX202" fmla="*/ 1773870 w 6572708"/>
              <a:gd name="connsiteY202" fmla="*/ 1125979 h 6858000"/>
              <a:gd name="connsiteX203" fmla="*/ 1767392 w 6572708"/>
              <a:gd name="connsiteY203" fmla="*/ 1121685 h 6858000"/>
              <a:gd name="connsiteX204" fmla="*/ 1770175 w 6572708"/>
              <a:gd name="connsiteY204" fmla="*/ 1112182 h 6858000"/>
              <a:gd name="connsiteX205" fmla="*/ 1769418 w 6572708"/>
              <a:gd name="connsiteY205" fmla="*/ 1109483 h 6858000"/>
              <a:gd name="connsiteX206" fmla="*/ 1766580 w 6572708"/>
              <a:gd name="connsiteY206" fmla="*/ 1094184 h 6858000"/>
              <a:gd name="connsiteX207" fmla="*/ 1797677 w 6572708"/>
              <a:gd name="connsiteY207" fmla="*/ 1065740 h 6858000"/>
              <a:gd name="connsiteX208" fmla="*/ 1805371 w 6572708"/>
              <a:gd name="connsiteY208" fmla="*/ 1027273 h 6858000"/>
              <a:gd name="connsiteX209" fmla="*/ 1882128 w 6572708"/>
              <a:gd name="connsiteY209" fmla="*/ 887059 h 6858000"/>
              <a:gd name="connsiteX210" fmla="*/ 1922110 w 6572708"/>
              <a:gd name="connsiteY210" fmla="*/ 824781 h 6858000"/>
              <a:gd name="connsiteX211" fmla="*/ 1970558 w 6572708"/>
              <a:gd name="connsiteY211" fmla="*/ 721635 h 6858000"/>
              <a:gd name="connsiteX212" fmla="*/ 1974257 w 6572708"/>
              <a:gd name="connsiteY212" fmla="*/ 713733 h 6858000"/>
              <a:gd name="connsiteX213" fmla="*/ 1971701 w 6572708"/>
              <a:gd name="connsiteY213" fmla="*/ 704563 h 6858000"/>
              <a:gd name="connsiteX214" fmla="*/ 1966819 w 6572708"/>
              <a:gd name="connsiteY214" fmla="*/ 628924 h 6858000"/>
              <a:gd name="connsiteX215" fmla="*/ 1956004 w 6572708"/>
              <a:gd name="connsiteY215" fmla="*/ 621102 h 6858000"/>
              <a:gd name="connsiteX216" fmla="*/ 1948613 w 6572708"/>
              <a:gd name="connsiteY216" fmla="*/ 609156 h 6858000"/>
              <a:gd name="connsiteX217" fmla="*/ 1949145 w 6572708"/>
              <a:gd name="connsiteY217" fmla="*/ 606753 h 6858000"/>
              <a:gd name="connsiteX218" fmla="*/ 1944819 w 6572708"/>
              <a:gd name="connsiteY218" fmla="*/ 590072 h 6858000"/>
              <a:gd name="connsiteX219" fmla="*/ 1941001 w 6572708"/>
              <a:gd name="connsiteY219" fmla="*/ 588296 h 6858000"/>
              <a:gd name="connsiteX220" fmla="*/ 1937134 w 6572708"/>
              <a:gd name="connsiteY220" fmla="*/ 577443 h 6858000"/>
              <a:gd name="connsiteX221" fmla="*/ 1927092 w 6572708"/>
              <a:gd name="connsiteY221" fmla="*/ 557642 h 6858000"/>
              <a:gd name="connsiteX222" fmla="*/ 1927484 w 6572708"/>
              <a:gd name="connsiteY222" fmla="*/ 552451 h 6858000"/>
              <a:gd name="connsiteX223" fmla="*/ 1915874 w 6572708"/>
              <a:gd name="connsiteY223" fmla="*/ 520271 h 6858000"/>
              <a:gd name="connsiteX224" fmla="*/ 1916793 w 6572708"/>
              <a:gd name="connsiteY224" fmla="*/ 519123 h 6858000"/>
              <a:gd name="connsiteX225" fmla="*/ 1918236 w 6572708"/>
              <a:gd name="connsiteY225" fmla="*/ 506970 h 6858000"/>
              <a:gd name="connsiteX226" fmla="*/ 1918529 w 6572708"/>
              <a:gd name="connsiteY226" fmla="*/ 485354 h 6858000"/>
              <a:gd name="connsiteX227" fmla="*/ 1932556 w 6572708"/>
              <a:gd name="connsiteY227" fmla="*/ 426779 h 6858000"/>
              <a:gd name="connsiteX228" fmla="*/ 1920572 w 6572708"/>
              <a:gd name="connsiteY228" fmla="*/ 393150 h 6858000"/>
              <a:gd name="connsiteX229" fmla="*/ 1918744 w 6572708"/>
              <a:gd name="connsiteY229" fmla="*/ 385981 h 6858000"/>
              <a:gd name="connsiteX230" fmla="*/ 1918949 w 6572708"/>
              <a:gd name="connsiteY230" fmla="*/ 385674 h 6858000"/>
              <a:gd name="connsiteX231" fmla="*/ 1917499 w 6572708"/>
              <a:gd name="connsiteY231" fmla="*/ 377782 h 6858000"/>
              <a:gd name="connsiteX232" fmla="*/ 1915412 w 6572708"/>
              <a:gd name="connsiteY232" fmla="*/ 372914 h 6858000"/>
              <a:gd name="connsiteX233" fmla="*/ 1911865 w 6572708"/>
              <a:gd name="connsiteY233" fmla="*/ 359009 h 6858000"/>
              <a:gd name="connsiteX234" fmla="*/ 1912244 w 6572708"/>
              <a:gd name="connsiteY234" fmla="*/ 353121 h 6858000"/>
              <a:gd name="connsiteX235" fmla="*/ 1933610 w 6572708"/>
              <a:gd name="connsiteY235" fmla="*/ 297387 h 6858000"/>
              <a:gd name="connsiteX236" fmla="*/ 1939454 w 6572708"/>
              <a:gd name="connsiteY236" fmla="*/ 194719 h 6858000"/>
              <a:gd name="connsiteX237" fmla="*/ 1942001 w 6572708"/>
              <a:gd name="connsiteY237" fmla="*/ 93227 h 6858000"/>
              <a:gd name="connsiteX238" fmla="*/ 1941351 w 6572708"/>
              <a:gd name="connsiteY238" fmla="*/ 56555 h 6858000"/>
              <a:gd name="connsiteX239" fmla="*/ 1950955 w 6572708"/>
              <a:gd name="connsiteY239" fmla="*/ 5312 h 6858000"/>
              <a:gd name="connsiteX240" fmla="*/ 1949546 w 6572708"/>
              <a:gd name="connsiteY240"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0 w 6572708"/>
              <a:gd name="connsiteY7" fmla="*/ 6858000 h 6858000"/>
              <a:gd name="connsiteX8" fmla="*/ 9990 w 6572708"/>
              <a:gd name="connsiteY8" fmla="*/ 6815347 h 6858000"/>
              <a:gd name="connsiteX9" fmla="*/ 60759 w 6572708"/>
              <a:gd name="connsiteY9" fmla="*/ 6667761 h 6858000"/>
              <a:gd name="connsiteX10" fmla="*/ 44882 w 6572708"/>
              <a:gd name="connsiteY10" fmla="*/ 6635203 h 6858000"/>
              <a:gd name="connsiteX11" fmla="*/ 38884 w 6572708"/>
              <a:gd name="connsiteY11" fmla="*/ 6601215 h 6858000"/>
              <a:gd name="connsiteX12" fmla="*/ 24537 w 6572708"/>
              <a:gd name="connsiteY12" fmla="*/ 6599857 h 6858000"/>
              <a:gd name="connsiteX13" fmla="*/ 30487 w 6572708"/>
              <a:gd name="connsiteY13" fmla="*/ 6582849 h 6858000"/>
              <a:gd name="connsiteX14" fmla="*/ 30797 w 6572708"/>
              <a:gd name="connsiteY14" fmla="*/ 6536021 h 6858000"/>
              <a:gd name="connsiteX15" fmla="*/ 10629 w 6572708"/>
              <a:gd name="connsiteY15" fmla="*/ 6483343 h 6858000"/>
              <a:gd name="connsiteX16" fmla="*/ 16211 w 6572708"/>
              <a:gd name="connsiteY16" fmla="*/ 6402087 h 6858000"/>
              <a:gd name="connsiteX17" fmla="*/ 25932 w 6572708"/>
              <a:gd name="connsiteY17" fmla="*/ 6321765 h 6858000"/>
              <a:gd name="connsiteX18" fmla="*/ 31488 w 6572708"/>
              <a:gd name="connsiteY18" fmla="*/ 6292746 h 6858000"/>
              <a:gd name="connsiteX19" fmla="*/ 32413 w 6572708"/>
              <a:gd name="connsiteY19" fmla="*/ 6240744 h 6858000"/>
              <a:gd name="connsiteX20" fmla="*/ 34430 w 6572708"/>
              <a:gd name="connsiteY20" fmla="*/ 6206738 h 6858000"/>
              <a:gd name="connsiteX21" fmla="*/ 55689 w 6572708"/>
              <a:gd name="connsiteY21" fmla="*/ 6203389 h 6858000"/>
              <a:gd name="connsiteX22" fmla="*/ 63475 w 6572708"/>
              <a:gd name="connsiteY22" fmla="*/ 6172740 h 6858000"/>
              <a:gd name="connsiteX23" fmla="*/ 50070 w 6572708"/>
              <a:gd name="connsiteY23" fmla="*/ 6141398 h 6858000"/>
              <a:gd name="connsiteX24" fmla="*/ 52252 w 6572708"/>
              <a:gd name="connsiteY24" fmla="*/ 6103364 h 6858000"/>
              <a:gd name="connsiteX25" fmla="*/ 53329 w 6572708"/>
              <a:gd name="connsiteY25" fmla="*/ 6080619 h 6858000"/>
              <a:gd name="connsiteX26" fmla="*/ 149610 w 6572708"/>
              <a:gd name="connsiteY26" fmla="*/ 5918672 h 6858000"/>
              <a:gd name="connsiteX27" fmla="*/ 160505 w 6572708"/>
              <a:gd name="connsiteY27" fmla="*/ 5887690 h 6858000"/>
              <a:gd name="connsiteX28" fmla="*/ 156200 w 6572708"/>
              <a:gd name="connsiteY28" fmla="*/ 5882649 h 6858000"/>
              <a:gd name="connsiteX29" fmla="*/ 194213 w 6572708"/>
              <a:gd name="connsiteY29" fmla="*/ 5841953 h 6858000"/>
              <a:gd name="connsiteX30" fmla="*/ 203216 w 6572708"/>
              <a:gd name="connsiteY30" fmla="*/ 5777927 h 6858000"/>
              <a:gd name="connsiteX31" fmla="*/ 202536 w 6572708"/>
              <a:gd name="connsiteY31" fmla="*/ 5728879 h 6858000"/>
              <a:gd name="connsiteX32" fmla="*/ 205380 w 6572708"/>
              <a:gd name="connsiteY32" fmla="*/ 5701696 h 6858000"/>
              <a:gd name="connsiteX33" fmla="*/ 203870 w 6572708"/>
              <a:gd name="connsiteY33" fmla="*/ 5681563 h 6858000"/>
              <a:gd name="connsiteX34" fmla="*/ 219294 w 6572708"/>
              <a:gd name="connsiteY34" fmla="*/ 5632219 h 6858000"/>
              <a:gd name="connsiteX35" fmla="*/ 252910 w 6572708"/>
              <a:gd name="connsiteY35" fmla="*/ 5551224 h 6858000"/>
              <a:gd name="connsiteX36" fmla="*/ 258253 w 6572708"/>
              <a:gd name="connsiteY36" fmla="*/ 5533854 h 6858000"/>
              <a:gd name="connsiteX37" fmla="*/ 255640 w 6572708"/>
              <a:gd name="connsiteY37" fmla="*/ 5518422 h 6858000"/>
              <a:gd name="connsiteX38" fmla="*/ 248756 w 6572708"/>
              <a:gd name="connsiteY38" fmla="*/ 5514403 h 6858000"/>
              <a:gd name="connsiteX39" fmla="*/ 250538 w 6572708"/>
              <a:gd name="connsiteY39" fmla="*/ 5504771 h 6858000"/>
              <a:gd name="connsiteX40" fmla="*/ 249507 w 6572708"/>
              <a:gd name="connsiteY40" fmla="*/ 5502102 h 6858000"/>
              <a:gd name="connsiteX41" fmla="*/ 245101 w 6572708"/>
              <a:gd name="connsiteY41" fmla="*/ 5486913 h 6858000"/>
              <a:gd name="connsiteX42" fmla="*/ 273088 w 6572708"/>
              <a:gd name="connsiteY42" fmla="*/ 5457083 h 6858000"/>
              <a:gd name="connsiteX43" fmla="*/ 276759 w 6572708"/>
              <a:gd name="connsiteY43" fmla="*/ 5418245 h 6858000"/>
              <a:gd name="connsiteX44" fmla="*/ 314712 w 6572708"/>
              <a:gd name="connsiteY44" fmla="*/ 5305770 h 6858000"/>
              <a:gd name="connsiteX45" fmla="*/ 320056 w 6572708"/>
              <a:gd name="connsiteY45" fmla="*/ 5298784 h 6858000"/>
              <a:gd name="connsiteX46" fmla="*/ 320763 w 6572708"/>
              <a:gd name="connsiteY46" fmla="*/ 5282149 h 6858000"/>
              <a:gd name="connsiteX47" fmla="*/ 325879 w 6572708"/>
              <a:gd name="connsiteY47" fmla="*/ 5270957 h 6858000"/>
              <a:gd name="connsiteX48" fmla="*/ 318913 w 6572708"/>
              <a:gd name="connsiteY48" fmla="*/ 5268991 h 6858000"/>
              <a:gd name="connsiteX49" fmla="*/ 317275 w 6572708"/>
              <a:gd name="connsiteY49" fmla="*/ 5230130 h 6858000"/>
              <a:gd name="connsiteX50" fmla="*/ 329641 w 6572708"/>
              <a:gd name="connsiteY50" fmla="*/ 5216534 h 6858000"/>
              <a:gd name="connsiteX51" fmla="*/ 329088 w 6572708"/>
              <a:gd name="connsiteY51" fmla="*/ 5211732 h 6858000"/>
              <a:gd name="connsiteX52" fmla="*/ 331669 w 6572708"/>
              <a:gd name="connsiteY52" fmla="*/ 5058537 h 6858000"/>
              <a:gd name="connsiteX53" fmla="*/ 323855 w 6572708"/>
              <a:gd name="connsiteY53" fmla="*/ 4827737 h 6858000"/>
              <a:gd name="connsiteX54" fmla="*/ 333687 w 6572708"/>
              <a:gd name="connsiteY54" fmla="*/ 4774692 h 6858000"/>
              <a:gd name="connsiteX55" fmla="*/ 322637 w 6572708"/>
              <a:gd name="connsiteY55" fmla="*/ 4727427 h 6858000"/>
              <a:gd name="connsiteX56" fmla="*/ 330798 w 6572708"/>
              <a:gd name="connsiteY56" fmla="*/ 4708193 h 6858000"/>
              <a:gd name="connsiteX57" fmla="*/ 332420 w 6572708"/>
              <a:gd name="connsiteY57" fmla="*/ 4704882 h 6858000"/>
              <a:gd name="connsiteX58" fmla="*/ 334216 w 6572708"/>
              <a:gd name="connsiteY58" fmla="*/ 4691500 h 6858000"/>
              <a:gd name="connsiteX59" fmla="*/ 340601 w 6572708"/>
              <a:gd name="connsiteY59" fmla="*/ 4687895 h 6858000"/>
              <a:gd name="connsiteX60" fmla="*/ 347516 w 6572708"/>
              <a:gd name="connsiteY60" fmla="*/ 4667873 h 6858000"/>
              <a:gd name="connsiteX61" fmla="*/ 349175 w 6572708"/>
              <a:gd name="connsiteY61" fmla="*/ 4643189 h 6858000"/>
              <a:gd name="connsiteX62" fmla="*/ 350492 w 6572708"/>
              <a:gd name="connsiteY62" fmla="*/ 4525833 h 6858000"/>
              <a:gd name="connsiteX63" fmla="*/ 355031 w 6572708"/>
              <a:gd name="connsiteY63" fmla="*/ 4455649 h 6858000"/>
              <a:gd name="connsiteX64" fmla="*/ 362651 w 6572708"/>
              <a:gd name="connsiteY64" fmla="*/ 4429036 h 6858000"/>
              <a:gd name="connsiteX65" fmla="*/ 369327 w 6572708"/>
              <a:gd name="connsiteY65" fmla="*/ 4391840 h 6858000"/>
              <a:gd name="connsiteX66" fmla="*/ 371272 w 6572708"/>
              <a:gd name="connsiteY66" fmla="*/ 4358845 h 6858000"/>
              <a:gd name="connsiteX67" fmla="*/ 382342 w 6572708"/>
              <a:gd name="connsiteY67" fmla="*/ 4333764 h 6858000"/>
              <a:gd name="connsiteX68" fmla="*/ 381365 w 6572708"/>
              <a:gd name="connsiteY68" fmla="*/ 4331730 h 6858000"/>
              <a:gd name="connsiteX69" fmla="*/ 364244 w 6572708"/>
              <a:gd name="connsiteY69" fmla="*/ 4309700 h 6858000"/>
              <a:gd name="connsiteX70" fmla="*/ 363377 w 6572708"/>
              <a:gd name="connsiteY70" fmla="*/ 4285388 h 6858000"/>
              <a:gd name="connsiteX71" fmla="*/ 357697 w 6572708"/>
              <a:gd name="connsiteY71" fmla="*/ 4266169 h 6858000"/>
              <a:gd name="connsiteX72" fmla="*/ 356998 w 6572708"/>
              <a:gd name="connsiteY72" fmla="*/ 4247672 h 6858000"/>
              <a:gd name="connsiteX73" fmla="*/ 357549 w 6572708"/>
              <a:gd name="connsiteY73" fmla="*/ 4237120 h 6858000"/>
              <a:gd name="connsiteX74" fmla="*/ 358116 w 6572708"/>
              <a:gd name="connsiteY74" fmla="*/ 4232936 h 6858000"/>
              <a:gd name="connsiteX75" fmla="*/ 366243 w 6572708"/>
              <a:gd name="connsiteY75" fmla="*/ 4224051 h 6858000"/>
              <a:gd name="connsiteX76" fmla="*/ 363841 w 6572708"/>
              <a:gd name="connsiteY76" fmla="*/ 4211782 h 6858000"/>
              <a:gd name="connsiteX77" fmla="*/ 372159 w 6572708"/>
              <a:gd name="connsiteY77" fmla="*/ 4198810 h 6858000"/>
              <a:gd name="connsiteX78" fmla="*/ 366211 w 6572708"/>
              <a:gd name="connsiteY78" fmla="*/ 4195262 h 6858000"/>
              <a:gd name="connsiteX79" fmla="*/ 360561 w 6572708"/>
              <a:gd name="connsiteY79" fmla="*/ 4184054 h 6858000"/>
              <a:gd name="connsiteX80" fmla="*/ 373972 w 6572708"/>
              <a:gd name="connsiteY80" fmla="*/ 4155792 h 6858000"/>
              <a:gd name="connsiteX81" fmla="*/ 373150 w 6572708"/>
              <a:gd name="connsiteY81" fmla="*/ 4150364 h 6858000"/>
              <a:gd name="connsiteX82" fmla="*/ 383773 w 6572708"/>
              <a:gd name="connsiteY82" fmla="*/ 4132084 h 6858000"/>
              <a:gd name="connsiteX83" fmla="*/ 389140 w 6572708"/>
              <a:gd name="connsiteY83" fmla="*/ 4115873 h 6858000"/>
              <a:gd name="connsiteX84" fmla="*/ 378846 w 6572708"/>
              <a:gd name="connsiteY84" fmla="*/ 4082551 h 6858000"/>
              <a:gd name="connsiteX85" fmla="*/ 368001 w 6572708"/>
              <a:gd name="connsiteY85" fmla="*/ 3968090 h 6858000"/>
              <a:gd name="connsiteX86" fmla="*/ 372661 w 6572708"/>
              <a:gd name="connsiteY86" fmla="*/ 3881355 h 6858000"/>
              <a:gd name="connsiteX87" fmla="*/ 379210 w 6572708"/>
              <a:gd name="connsiteY87" fmla="*/ 3850569 h 6858000"/>
              <a:gd name="connsiteX88" fmla="*/ 389880 w 6572708"/>
              <a:gd name="connsiteY88" fmla="*/ 3798988 h 6858000"/>
              <a:gd name="connsiteX89" fmla="*/ 409909 w 6572708"/>
              <a:gd name="connsiteY89" fmla="*/ 3760424 h 6858000"/>
              <a:gd name="connsiteX90" fmla="*/ 414051 w 6572708"/>
              <a:gd name="connsiteY90" fmla="*/ 3717298 h 6858000"/>
              <a:gd name="connsiteX91" fmla="*/ 399424 w 6572708"/>
              <a:gd name="connsiteY91" fmla="*/ 3707291 h 6858000"/>
              <a:gd name="connsiteX92" fmla="*/ 394460 w 6572708"/>
              <a:gd name="connsiteY92" fmla="*/ 3673415 h 6858000"/>
              <a:gd name="connsiteX93" fmla="*/ 408918 w 6572708"/>
              <a:gd name="connsiteY93" fmla="*/ 3661155 h 6858000"/>
              <a:gd name="connsiteX94" fmla="*/ 425028 w 6572708"/>
              <a:gd name="connsiteY94" fmla="*/ 3591166 h 6858000"/>
              <a:gd name="connsiteX95" fmla="*/ 430292 w 6572708"/>
              <a:gd name="connsiteY95" fmla="*/ 3550801 h 6858000"/>
              <a:gd name="connsiteX96" fmla="*/ 437149 w 6572708"/>
              <a:gd name="connsiteY96" fmla="*/ 3497399 h 6858000"/>
              <a:gd name="connsiteX97" fmla="*/ 442017 w 6572708"/>
              <a:gd name="connsiteY97" fmla="*/ 3474143 h 6858000"/>
              <a:gd name="connsiteX98" fmla="*/ 437175 w 6572708"/>
              <a:gd name="connsiteY98" fmla="*/ 3463057 h 6858000"/>
              <a:gd name="connsiteX99" fmla="*/ 438483 w 6572708"/>
              <a:gd name="connsiteY99" fmla="*/ 3457563 h 6858000"/>
              <a:gd name="connsiteX100" fmla="*/ 438642 w 6572708"/>
              <a:gd name="connsiteY100" fmla="*/ 3439053 h 6858000"/>
              <a:gd name="connsiteX101" fmla="*/ 439678 w 6572708"/>
              <a:gd name="connsiteY101" fmla="*/ 3428537 h 6858000"/>
              <a:gd name="connsiteX102" fmla="*/ 440437 w 6572708"/>
              <a:gd name="connsiteY102" fmla="*/ 3424381 h 6858000"/>
              <a:gd name="connsiteX103" fmla="*/ 448781 w 6572708"/>
              <a:gd name="connsiteY103" fmla="*/ 3416042 h 6858000"/>
              <a:gd name="connsiteX104" fmla="*/ 448765 w 6572708"/>
              <a:gd name="connsiteY104" fmla="*/ 3414504 h 6858000"/>
              <a:gd name="connsiteX105" fmla="*/ 447134 w 6572708"/>
              <a:gd name="connsiteY105" fmla="*/ 3403498 h 6858000"/>
              <a:gd name="connsiteX106" fmla="*/ 452387 w 6572708"/>
              <a:gd name="connsiteY106" fmla="*/ 3396070 h 6858000"/>
              <a:gd name="connsiteX107" fmla="*/ 453996 w 6572708"/>
              <a:gd name="connsiteY107" fmla="*/ 3389553 h 6858000"/>
              <a:gd name="connsiteX108" fmla="*/ 450265 w 6572708"/>
              <a:gd name="connsiteY108" fmla="*/ 3387098 h 6858000"/>
              <a:gd name="connsiteX109" fmla="*/ 445137 w 6572708"/>
              <a:gd name="connsiteY109" fmla="*/ 3375655 h 6858000"/>
              <a:gd name="connsiteX110" fmla="*/ 453359 w 6572708"/>
              <a:gd name="connsiteY110" fmla="*/ 3367050 h 6858000"/>
              <a:gd name="connsiteX111" fmla="*/ 459842 w 6572708"/>
              <a:gd name="connsiteY111" fmla="*/ 3348005 h 6858000"/>
              <a:gd name="connsiteX112" fmla="*/ 459268 w 6572708"/>
              <a:gd name="connsiteY112" fmla="*/ 3342546 h 6858000"/>
              <a:gd name="connsiteX113" fmla="*/ 470590 w 6572708"/>
              <a:gd name="connsiteY113" fmla="*/ 3324958 h 6858000"/>
              <a:gd name="connsiteX114" fmla="*/ 468579 w 6572708"/>
              <a:gd name="connsiteY114" fmla="*/ 3306990 h 6858000"/>
              <a:gd name="connsiteX115" fmla="*/ 480123 w 6572708"/>
              <a:gd name="connsiteY115" fmla="*/ 3295094 h 6858000"/>
              <a:gd name="connsiteX116" fmla="*/ 482298 w 6572708"/>
              <a:gd name="connsiteY116" fmla="*/ 3293541 h 6858000"/>
              <a:gd name="connsiteX117" fmla="*/ 489102 w 6572708"/>
              <a:gd name="connsiteY117" fmla="*/ 3262198 h 6858000"/>
              <a:gd name="connsiteX118" fmla="*/ 497561 w 6572708"/>
              <a:gd name="connsiteY118" fmla="*/ 3253284 h 6858000"/>
              <a:gd name="connsiteX119" fmla="*/ 522157 w 6572708"/>
              <a:gd name="connsiteY119" fmla="*/ 3192563 h 6858000"/>
              <a:gd name="connsiteX120" fmla="*/ 529302 w 6572708"/>
              <a:gd name="connsiteY120" fmla="*/ 3175520 h 6858000"/>
              <a:gd name="connsiteX121" fmla="*/ 528284 w 6572708"/>
              <a:gd name="connsiteY121" fmla="*/ 3160058 h 6858000"/>
              <a:gd name="connsiteX122" fmla="*/ 521806 w 6572708"/>
              <a:gd name="connsiteY122" fmla="*/ 3155764 h 6858000"/>
              <a:gd name="connsiteX123" fmla="*/ 524589 w 6572708"/>
              <a:gd name="connsiteY123" fmla="*/ 3146261 h 6858000"/>
              <a:gd name="connsiteX124" fmla="*/ 523832 w 6572708"/>
              <a:gd name="connsiteY124" fmla="*/ 3143561 h 6858000"/>
              <a:gd name="connsiteX125" fmla="*/ 520994 w 6572708"/>
              <a:gd name="connsiteY125" fmla="*/ 3128263 h 6858000"/>
              <a:gd name="connsiteX126" fmla="*/ 552091 w 6572708"/>
              <a:gd name="connsiteY126" fmla="*/ 3099818 h 6858000"/>
              <a:gd name="connsiteX127" fmla="*/ 618216 w 6572708"/>
              <a:gd name="connsiteY127" fmla="*/ 2895965 h 6858000"/>
              <a:gd name="connsiteX128" fmla="*/ 724973 w 6572708"/>
              <a:gd name="connsiteY128" fmla="*/ 2755713 h 6858000"/>
              <a:gd name="connsiteX129" fmla="*/ 765538 w 6572708"/>
              <a:gd name="connsiteY129" fmla="*/ 2648081 h 6858000"/>
              <a:gd name="connsiteX130" fmla="*/ 780267 w 6572708"/>
              <a:gd name="connsiteY130" fmla="*/ 2641879 h 6858000"/>
              <a:gd name="connsiteX131" fmla="*/ 790836 w 6572708"/>
              <a:gd name="connsiteY131" fmla="*/ 2632919 h 6858000"/>
              <a:gd name="connsiteX132" fmla="*/ 790328 w 6572708"/>
              <a:gd name="connsiteY132" fmla="*/ 2631229 h 6858000"/>
              <a:gd name="connsiteX133" fmla="*/ 797257 w 6572708"/>
              <a:gd name="connsiteY133" fmla="*/ 2619054 h 6858000"/>
              <a:gd name="connsiteX134" fmla="*/ 802383 w 6572708"/>
              <a:gd name="connsiteY134" fmla="*/ 2617568 h 6858000"/>
              <a:gd name="connsiteX135" fmla="*/ 808267 w 6572708"/>
              <a:gd name="connsiteY135" fmla="*/ 2609586 h 6858000"/>
              <a:gd name="connsiteX136" fmla="*/ 822908 w 6572708"/>
              <a:gd name="connsiteY136" fmla="*/ 2594856 h 6858000"/>
              <a:gd name="connsiteX137" fmla="*/ 822791 w 6572708"/>
              <a:gd name="connsiteY137" fmla="*/ 2591164 h 6858000"/>
              <a:gd name="connsiteX138" fmla="*/ 840423 w 6572708"/>
              <a:gd name="connsiteY138" fmla="*/ 2567492 h 6858000"/>
              <a:gd name="connsiteX139" fmla="*/ 839313 w 6572708"/>
              <a:gd name="connsiteY139" fmla="*/ 2566722 h 6858000"/>
              <a:gd name="connsiteX140" fmla="*/ 838361 w 6572708"/>
              <a:gd name="connsiteY140" fmla="*/ 2558109 h 6858000"/>
              <a:gd name="connsiteX141" fmla="*/ 839637 w 6572708"/>
              <a:gd name="connsiteY141" fmla="*/ 2542662 h 6858000"/>
              <a:gd name="connsiteX142" fmla="*/ 825800 w 6572708"/>
              <a:gd name="connsiteY142" fmla="*/ 2501548 h 6858000"/>
              <a:gd name="connsiteX143" fmla="*/ 844035 w 6572708"/>
              <a:gd name="connsiteY143" fmla="*/ 2476819 h 6858000"/>
              <a:gd name="connsiteX144" fmla="*/ 846972 w 6572708"/>
              <a:gd name="connsiteY144" fmla="*/ 2471590 h 6858000"/>
              <a:gd name="connsiteX145" fmla="*/ 846730 w 6572708"/>
              <a:gd name="connsiteY145" fmla="*/ 2471378 h 6858000"/>
              <a:gd name="connsiteX146" fmla="*/ 849228 w 6572708"/>
              <a:gd name="connsiteY146" fmla="*/ 2465654 h 6858000"/>
              <a:gd name="connsiteX147" fmla="*/ 852330 w 6572708"/>
              <a:gd name="connsiteY147" fmla="*/ 2462052 h 6858000"/>
              <a:gd name="connsiteX148" fmla="*/ 858029 w 6572708"/>
              <a:gd name="connsiteY148" fmla="*/ 2451906 h 6858000"/>
              <a:gd name="connsiteX149" fmla="*/ 857986 w 6572708"/>
              <a:gd name="connsiteY149" fmla="*/ 2447716 h 6858000"/>
              <a:gd name="connsiteX150" fmla="*/ 855075 w 6572708"/>
              <a:gd name="connsiteY150" fmla="*/ 2445047 h 6858000"/>
              <a:gd name="connsiteX151" fmla="*/ 856006 w 6572708"/>
              <a:gd name="connsiteY151" fmla="*/ 2444265 h 6858000"/>
              <a:gd name="connsiteX152" fmla="*/ 856444 w 6572708"/>
              <a:gd name="connsiteY152" fmla="*/ 2421759 h 6858000"/>
              <a:gd name="connsiteX153" fmla="*/ 868981 w 6572708"/>
              <a:gd name="connsiteY153" fmla="*/ 2375200 h 6858000"/>
              <a:gd name="connsiteX154" fmla="*/ 880811 w 6572708"/>
              <a:gd name="connsiteY154" fmla="*/ 2350147 h 6858000"/>
              <a:gd name="connsiteX155" fmla="*/ 908124 w 6572708"/>
              <a:gd name="connsiteY155" fmla="*/ 2279761 h 6858000"/>
              <a:gd name="connsiteX156" fmla="*/ 931678 w 6572708"/>
              <a:gd name="connsiteY156" fmla="*/ 2207772 h 6858000"/>
              <a:gd name="connsiteX157" fmla="*/ 921761 w 6572708"/>
              <a:gd name="connsiteY157" fmla="*/ 2164302 h 6858000"/>
              <a:gd name="connsiteX158" fmla="*/ 923058 w 6572708"/>
              <a:gd name="connsiteY158" fmla="*/ 2160162 h 6858000"/>
              <a:gd name="connsiteX159" fmla="*/ 931663 w 6572708"/>
              <a:gd name="connsiteY159" fmla="*/ 2151458 h 6858000"/>
              <a:gd name="connsiteX160" fmla="*/ 935730 w 6572708"/>
              <a:gd name="connsiteY160" fmla="*/ 2148616 h 6858000"/>
              <a:gd name="connsiteX161" fmla="*/ 939910 w 6572708"/>
              <a:gd name="connsiteY161" fmla="*/ 2143540 h 6858000"/>
              <a:gd name="connsiteX162" fmla="*/ 939746 w 6572708"/>
              <a:gd name="connsiteY162" fmla="*/ 2143278 h 6858000"/>
              <a:gd name="connsiteX163" fmla="*/ 944182 w 6572708"/>
              <a:gd name="connsiteY163" fmla="*/ 2138791 h 6858000"/>
              <a:gd name="connsiteX164" fmla="*/ 969240 w 6572708"/>
              <a:gd name="connsiteY164" fmla="*/ 2118565 h 6858000"/>
              <a:gd name="connsiteX165" fmla="*/ 969333 w 6572708"/>
              <a:gd name="connsiteY165" fmla="*/ 2074914 h 6858000"/>
              <a:gd name="connsiteX166" fmla="*/ 975462 w 6572708"/>
              <a:gd name="connsiteY166" fmla="*/ 2059981 h 6858000"/>
              <a:gd name="connsiteX167" fmla="*/ 977313 w 6572708"/>
              <a:gd name="connsiteY167" fmla="*/ 2051279 h 6858000"/>
              <a:gd name="connsiteX168" fmla="*/ 976512 w 6572708"/>
              <a:gd name="connsiteY168" fmla="*/ 2050269 h 6858000"/>
              <a:gd name="connsiteX169" fmla="*/ 1000665 w 6572708"/>
              <a:gd name="connsiteY169" fmla="*/ 2030946 h 6858000"/>
              <a:gd name="connsiteX170" fmla="*/ 1001735 w 6572708"/>
              <a:gd name="connsiteY170" fmla="*/ 2027284 h 6858000"/>
              <a:gd name="connsiteX171" fmla="*/ 1020214 w 6572708"/>
              <a:gd name="connsiteY171" fmla="*/ 2016095 h 6858000"/>
              <a:gd name="connsiteX172" fmla="*/ 1028302 w 6572708"/>
              <a:gd name="connsiteY172" fmla="*/ 2009567 h 6858000"/>
              <a:gd name="connsiteX173" fmla="*/ 1033598 w 6572708"/>
              <a:gd name="connsiteY173" fmla="*/ 2009267 h 6858000"/>
              <a:gd name="connsiteX174" fmla="*/ 1044008 w 6572708"/>
              <a:gd name="connsiteY174" fmla="*/ 1998844 h 6858000"/>
              <a:gd name="connsiteX175" fmla="*/ 1044069 w 6572708"/>
              <a:gd name="connsiteY175" fmla="*/ 1997063 h 6858000"/>
              <a:gd name="connsiteX176" fmla="*/ 1056878 w 6572708"/>
              <a:gd name="connsiteY176" fmla="*/ 1990634 h 6858000"/>
              <a:gd name="connsiteX177" fmla="*/ 1072722 w 6572708"/>
              <a:gd name="connsiteY177" fmla="*/ 1987868 h 6858000"/>
              <a:gd name="connsiteX178" fmla="*/ 1145252 w 6572708"/>
              <a:gd name="connsiteY178" fmla="*/ 1891028 h 6858000"/>
              <a:gd name="connsiteX179" fmla="*/ 1226890 w 6572708"/>
              <a:gd name="connsiteY179" fmla="*/ 1845992 h 6858000"/>
              <a:gd name="connsiteX180" fmla="*/ 1323685 w 6572708"/>
              <a:gd name="connsiteY180" fmla="*/ 1758717 h 6858000"/>
              <a:gd name="connsiteX181" fmla="*/ 1398273 w 6572708"/>
              <a:gd name="connsiteY181" fmla="*/ 1627389 h 6858000"/>
              <a:gd name="connsiteX182" fmla="*/ 1417786 w 6572708"/>
              <a:gd name="connsiteY182" fmla="*/ 1591233 h 6858000"/>
              <a:gd name="connsiteX183" fmla="*/ 1456144 w 6572708"/>
              <a:gd name="connsiteY183" fmla="*/ 1570271 h 6858000"/>
              <a:gd name="connsiteX184" fmla="*/ 1458351 w 6572708"/>
              <a:gd name="connsiteY184" fmla="*/ 1554550 h 6858000"/>
              <a:gd name="connsiteX185" fmla="*/ 1458500 w 6572708"/>
              <a:gd name="connsiteY185" fmla="*/ 1551719 h 6858000"/>
              <a:gd name="connsiteX186" fmla="*/ 1464150 w 6572708"/>
              <a:gd name="connsiteY186" fmla="*/ 1542986 h 6858000"/>
              <a:gd name="connsiteX187" fmla="*/ 1459426 w 6572708"/>
              <a:gd name="connsiteY187" fmla="*/ 1537283 h 6858000"/>
              <a:gd name="connsiteX188" fmla="*/ 1463401 w 6572708"/>
              <a:gd name="connsiteY188" fmla="*/ 1521818 h 6858000"/>
              <a:gd name="connsiteX189" fmla="*/ 1475565 w 6572708"/>
              <a:gd name="connsiteY189" fmla="*/ 1506648 h 6858000"/>
              <a:gd name="connsiteX190" fmla="*/ 1540362 w 6572708"/>
              <a:gd name="connsiteY190" fmla="*/ 1438265 h 6858000"/>
              <a:gd name="connsiteX191" fmla="*/ 1575141 w 6572708"/>
              <a:gd name="connsiteY191" fmla="*/ 1395238 h 6858000"/>
              <a:gd name="connsiteX192" fmla="*/ 1582090 w 6572708"/>
              <a:gd name="connsiteY192" fmla="*/ 1375575 h 6858000"/>
              <a:gd name="connsiteX193" fmla="*/ 1596005 w 6572708"/>
              <a:gd name="connsiteY193" fmla="*/ 1350347 h 6858000"/>
              <a:gd name="connsiteX194" fmla="*/ 1615711 w 6572708"/>
              <a:gd name="connsiteY194" fmla="*/ 1303251 h 6858000"/>
              <a:gd name="connsiteX195" fmla="*/ 1650622 w 6572708"/>
              <a:gd name="connsiteY195" fmla="*/ 1244447 h 6858000"/>
              <a:gd name="connsiteX196" fmla="*/ 1702792 w 6572708"/>
              <a:gd name="connsiteY196" fmla="*/ 1215797 h 6858000"/>
              <a:gd name="connsiteX197" fmla="*/ 1700885 w 6572708"/>
              <a:gd name="connsiteY197" fmla="*/ 1209814 h 6858000"/>
              <a:gd name="connsiteX198" fmla="*/ 1723848 w 6572708"/>
              <a:gd name="connsiteY198" fmla="*/ 1183123 h 6858000"/>
              <a:gd name="connsiteX199" fmla="*/ 1759968 w 6572708"/>
              <a:gd name="connsiteY199" fmla="*/ 1166871 h 6858000"/>
              <a:gd name="connsiteX200" fmla="*/ 1767742 w 6572708"/>
              <a:gd name="connsiteY200" fmla="*/ 1158484 h 6858000"/>
              <a:gd name="connsiteX201" fmla="*/ 1773870 w 6572708"/>
              <a:gd name="connsiteY201" fmla="*/ 1125979 h 6858000"/>
              <a:gd name="connsiteX202" fmla="*/ 1767392 w 6572708"/>
              <a:gd name="connsiteY202" fmla="*/ 1121685 h 6858000"/>
              <a:gd name="connsiteX203" fmla="*/ 1770175 w 6572708"/>
              <a:gd name="connsiteY203" fmla="*/ 1112182 h 6858000"/>
              <a:gd name="connsiteX204" fmla="*/ 1769418 w 6572708"/>
              <a:gd name="connsiteY204" fmla="*/ 1109483 h 6858000"/>
              <a:gd name="connsiteX205" fmla="*/ 1766580 w 6572708"/>
              <a:gd name="connsiteY205" fmla="*/ 1094184 h 6858000"/>
              <a:gd name="connsiteX206" fmla="*/ 1797677 w 6572708"/>
              <a:gd name="connsiteY206" fmla="*/ 1065740 h 6858000"/>
              <a:gd name="connsiteX207" fmla="*/ 1805371 w 6572708"/>
              <a:gd name="connsiteY207" fmla="*/ 1027273 h 6858000"/>
              <a:gd name="connsiteX208" fmla="*/ 1882128 w 6572708"/>
              <a:gd name="connsiteY208" fmla="*/ 887059 h 6858000"/>
              <a:gd name="connsiteX209" fmla="*/ 1922110 w 6572708"/>
              <a:gd name="connsiteY209" fmla="*/ 824781 h 6858000"/>
              <a:gd name="connsiteX210" fmla="*/ 1970558 w 6572708"/>
              <a:gd name="connsiteY210" fmla="*/ 721635 h 6858000"/>
              <a:gd name="connsiteX211" fmla="*/ 1974257 w 6572708"/>
              <a:gd name="connsiteY211" fmla="*/ 713733 h 6858000"/>
              <a:gd name="connsiteX212" fmla="*/ 1971701 w 6572708"/>
              <a:gd name="connsiteY212" fmla="*/ 704563 h 6858000"/>
              <a:gd name="connsiteX213" fmla="*/ 1966819 w 6572708"/>
              <a:gd name="connsiteY213" fmla="*/ 628924 h 6858000"/>
              <a:gd name="connsiteX214" fmla="*/ 1956004 w 6572708"/>
              <a:gd name="connsiteY214" fmla="*/ 621102 h 6858000"/>
              <a:gd name="connsiteX215" fmla="*/ 1948613 w 6572708"/>
              <a:gd name="connsiteY215" fmla="*/ 609156 h 6858000"/>
              <a:gd name="connsiteX216" fmla="*/ 1949145 w 6572708"/>
              <a:gd name="connsiteY216" fmla="*/ 606753 h 6858000"/>
              <a:gd name="connsiteX217" fmla="*/ 1944819 w 6572708"/>
              <a:gd name="connsiteY217" fmla="*/ 590072 h 6858000"/>
              <a:gd name="connsiteX218" fmla="*/ 1941001 w 6572708"/>
              <a:gd name="connsiteY218" fmla="*/ 588296 h 6858000"/>
              <a:gd name="connsiteX219" fmla="*/ 1937134 w 6572708"/>
              <a:gd name="connsiteY219" fmla="*/ 577443 h 6858000"/>
              <a:gd name="connsiteX220" fmla="*/ 1927092 w 6572708"/>
              <a:gd name="connsiteY220" fmla="*/ 557642 h 6858000"/>
              <a:gd name="connsiteX221" fmla="*/ 1927484 w 6572708"/>
              <a:gd name="connsiteY221" fmla="*/ 552451 h 6858000"/>
              <a:gd name="connsiteX222" fmla="*/ 1915874 w 6572708"/>
              <a:gd name="connsiteY222" fmla="*/ 520271 h 6858000"/>
              <a:gd name="connsiteX223" fmla="*/ 1916793 w 6572708"/>
              <a:gd name="connsiteY223" fmla="*/ 519123 h 6858000"/>
              <a:gd name="connsiteX224" fmla="*/ 1918236 w 6572708"/>
              <a:gd name="connsiteY224" fmla="*/ 506970 h 6858000"/>
              <a:gd name="connsiteX225" fmla="*/ 1918529 w 6572708"/>
              <a:gd name="connsiteY225" fmla="*/ 485354 h 6858000"/>
              <a:gd name="connsiteX226" fmla="*/ 1932556 w 6572708"/>
              <a:gd name="connsiteY226" fmla="*/ 426779 h 6858000"/>
              <a:gd name="connsiteX227" fmla="*/ 1920572 w 6572708"/>
              <a:gd name="connsiteY227" fmla="*/ 393150 h 6858000"/>
              <a:gd name="connsiteX228" fmla="*/ 1918744 w 6572708"/>
              <a:gd name="connsiteY228" fmla="*/ 385981 h 6858000"/>
              <a:gd name="connsiteX229" fmla="*/ 1918949 w 6572708"/>
              <a:gd name="connsiteY229" fmla="*/ 385674 h 6858000"/>
              <a:gd name="connsiteX230" fmla="*/ 1917499 w 6572708"/>
              <a:gd name="connsiteY230" fmla="*/ 377782 h 6858000"/>
              <a:gd name="connsiteX231" fmla="*/ 1915412 w 6572708"/>
              <a:gd name="connsiteY231" fmla="*/ 372914 h 6858000"/>
              <a:gd name="connsiteX232" fmla="*/ 1911865 w 6572708"/>
              <a:gd name="connsiteY232" fmla="*/ 359009 h 6858000"/>
              <a:gd name="connsiteX233" fmla="*/ 1912244 w 6572708"/>
              <a:gd name="connsiteY233" fmla="*/ 353121 h 6858000"/>
              <a:gd name="connsiteX234" fmla="*/ 1933610 w 6572708"/>
              <a:gd name="connsiteY234" fmla="*/ 297387 h 6858000"/>
              <a:gd name="connsiteX235" fmla="*/ 1939454 w 6572708"/>
              <a:gd name="connsiteY235" fmla="*/ 194719 h 6858000"/>
              <a:gd name="connsiteX236" fmla="*/ 1942001 w 6572708"/>
              <a:gd name="connsiteY236" fmla="*/ 93227 h 6858000"/>
              <a:gd name="connsiteX237" fmla="*/ 1941351 w 6572708"/>
              <a:gd name="connsiteY237" fmla="*/ 56555 h 6858000"/>
              <a:gd name="connsiteX238" fmla="*/ 1950955 w 6572708"/>
              <a:gd name="connsiteY238" fmla="*/ 5312 h 6858000"/>
              <a:gd name="connsiteX239" fmla="*/ 1949546 w 6572708"/>
              <a:gd name="connsiteY239"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0 w 6572708"/>
              <a:gd name="connsiteY7" fmla="*/ 6858000 h 6858000"/>
              <a:gd name="connsiteX8" fmla="*/ 9990 w 6572708"/>
              <a:gd name="connsiteY8" fmla="*/ 6815347 h 6858000"/>
              <a:gd name="connsiteX9" fmla="*/ 60759 w 6572708"/>
              <a:gd name="connsiteY9" fmla="*/ 6667761 h 6858000"/>
              <a:gd name="connsiteX10" fmla="*/ 44882 w 6572708"/>
              <a:gd name="connsiteY10" fmla="*/ 6635203 h 6858000"/>
              <a:gd name="connsiteX11" fmla="*/ 38884 w 6572708"/>
              <a:gd name="connsiteY11" fmla="*/ 6601215 h 6858000"/>
              <a:gd name="connsiteX12" fmla="*/ 24537 w 6572708"/>
              <a:gd name="connsiteY12" fmla="*/ 6599857 h 6858000"/>
              <a:gd name="connsiteX13" fmla="*/ 30487 w 6572708"/>
              <a:gd name="connsiteY13" fmla="*/ 6582849 h 6858000"/>
              <a:gd name="connsiteX14" fmla="*/ 30797 w 6572708"/>
              <a:gd name="connsiteY14" fmla="*/ 6536021 h 6858000"/>
              <a:gd name="connsiteX15" fmla="*/ 10629 w 6572708"/>
              <a:gd name="connsiteY15" fmla="*/ 6483343 h 6858000"/>
              <a:gd name="connsiteX16" fmla="*/ 16211 w 6572708"/>
              <a:gd name="connsiteY16" fmla="*/ 6402087 h 6858000"/>
              <a:gd name="connsiteX17" fmla="*/ 25932 w 6572708"/>
              <a:gd name="connsiteY17" fmla="*/ 6321765 h 6858000"/>
              <a:gd name="connsiteX18" fmla="*/ 31488 w 6572708"/>
              <a:gd name="connsiteY18" fmla="*/ 6292746 h 6858000"/>
              <a:gd name="connsiteX19" fmla="*/ 32413 w 6572708"/>
              <a:gd name="connsiteY19" fmla="*/ 6240744 h 6858000"/>
              <a:gd name="connsiteX20" fmla="*/ 34430 w 6572708"/>
              <a:gd name="connsiteY20" fmla="*/ 6206738 h 6858000"/>
              <a:gd name="connsiteX21" fmla="*/ 55689 w 6572708"/>
              <a:gd name="connsiteY21" fmla="*/ 6203389 h 6858000"/>
              <a:gd name="connsiteX22" fmla="*/ 63475 w 6572708"/>
              <a:gd name="connsiteY22" fmla="*/ 6172740 h 6858000"/>
              <a:gd name="connsiteX23" fmla="*/ 50070 w 6572708"/>
              <a:gd name="connsiteY23" fmla="*/ 6141398 h 6858000"/>
              <a:gd name="connsiteX24" fmla="*/ 52252 w 6572708"/>
              <a:gd name="connsiteY24" fmla="*/ 6103364 h 6858000"/>
              <a:gd name="connsiteX25" fmla="*/ 53329 w 6572708"/>
              <a:gd name="connsiteY25" fmla="*/ 6080619 h 6858000"/>
              <a:gd name="connsiteX26" fmla="*/ 149610 w 6572708"/>
              <a:gd name="connsiteY26" fmla="*/ 5918672 h 6858000"/>
              <a:gd name="connsiteX27" fmla="*/ 160505 w 6572708"/>
              <a:gd name="connsiteY27" fmla="*/ 5887690 h 6858000"/>
              <a:gd name="connsiteX28" fmla="*/ 156200 w 6572708"/>
              <a:gd name="connsiteY28" fmla="*/ 5882649 h 6858000"/>
              <a:gd name="connsiteX29" fmla="*/ 194213 w 6572708"/>
              <a:gd name="connsiteY29" fmla="*/ 5841953 h 6858000"/>
              <a:gd name="connsiteX30" fmla="*/ 203216 w 6572708"/>
              <a:gd name="connsiteY30" fmla="*/ 5777927 h 6858000"/>
              <a:gd name="connsiteX31" fmla="*/ 202536 w 6572708"/>
              <a:gd name="connsiteY31" fmla="*/ 5728879 h 6858000"/>
              <a:gd name="connsiteX32" fmla="*/ 205380 w 6572708"/>
              <a:gd name="connsiteY32" fmla="*/ 5701696 h 6858000"/>
              <a:gd name="connsiteX33" fmla="*/ 203870 w 6572708"/>
              <a:gd name="connsiteY33" fmla="*/ 5681563 h 6858000"/>
              <a:gd name="connsiteX34" fmla="*/ 219294 w 6572708"/>
              <a:gd name="connsiteY34" fmla="*/ 5632219 h 6858000"/>
              <a:gd name="connsiteX35" fmla="*/ 252910 w 6572708"/>
              <a:gd name="connsiteY35" fmla="*/ 5551224 h 6858000"/>
              <a:gd name="connsiteX36" fmla="*/ 258253 w 6572708"/>
              <a:gd name="connsiteY36" fmla="*/ 5533854 h 6858000"/>
              <a:gd name="connsiteX37" fmla="*/ 255640 w 6572708"/>
              <a:gd name="connsiteY37" fmla="*/ 5518422 h 6858000"/>
              <a:gd name="connsiteX38" fmla="*/ 248756 w 6572708"/>
              <a:gd name="connsiteY38" fmla="*/ 5514403 h 6858000"/>
              <a:gd name="connsiteX39" fmla="*/ 250538 w 6572708"/>
              <a:gd name="connsiteY39" fmla="*/ 5504771 h 6858000"/>
              <a:gd name="connsiteX40" fmla="*/ 249507 w 6572708"/>
              <a:gd name="connsiteY40" fmla="*/ 5502102 h 6858000"/>
              <a:gd name="connsiteX41" fmla="*/ 245101 w 6572708"/>
              <a:gd name="connsiteY41" fmla="*/ 5486913 h 6858000"/>
              <a:gd name="connsiteX42" fmla="*/ 273088 w 6572708"/>
              <a:gd name="connsiteY42" fmla="*/ 5457083 h 6858000"/>
              <a:gd name="connsiteX43" fmla="*/ 276759 w 6572708"/>
              <a:gd name="connsiteY43" fmla="*/ 5418245 h 6858000"/>
              <a:gd name="connsiteX44" fmla="*/ 314712 w 6572708"/>
              <a:gd name="connsiteY44" fmla="*/ 5305770 h 6858000"/>
              <a:gd name="connsiteX45" fmla="*/ 320056 w 6572708"/>
              <a:gd name="connsiteY45" fmla="*/ 5298784 h 6858000"/>
              <a:gd name="connsiteX46" fmla="*/ 320763 w 6572708"/>
              <a:gd name="connsiteY46" fmla="*/ 5282149 h 6858000"/>
              <a:gd name="connsiteX47" fmla="*/ 325879 w 6572708"/>
              <a:gd name="connsiteY47" fmla="*/ 5270957 h 6858000"/>
              <a:gd name="connsiteX48" fmla="*/ 318913 w 6572708"/>
              <a:gd name="connsiteY48" fmla="*/ 5268991 h 6858000"/>
              <a:gd name="connsiteX49" fmla="*/ 317275 w 6572708"/>
              <a:gd name="connsiteY49" fmla="*/ 5230130 h 6858000"/>
              <a:gd name="connsiteX50" fmla="*/ 329641 w 6572708"/>
              <a:gd name="connsiteY50" fmla="*/ 5216534 h 6858000"/>
              <a:gd name="connsiteX51" fmla="*/ 329088 w 6572708"/>
              <a:gd name="connsiteY51" fmla="*/ 5211732 h 6858000"/>
              <a:gd name="connsiteX52" fmla="*/ 331669 w 6572708"/>
              <a:gd name="connsiteY52" fmla="*/ 5058537 h 6858000"/>
              <a:gd name="connsiteX53" fmla="*/ 323855 w 6572708"/>
              <a:gd name="connsiteY53" fmla="*/ 4827737 h 6858000"/>
              <a:gd name="connsiteX54" fmla="*/ 333687 w 6572708"/>
              <a:gd name="connsiteY54" fmla="*/ 4774692 h 6858000"/>
              <a:gd name="connsiteX55" fmla="*/ 322637 w 6572708"/>
              <a:gd name="connsiteY55" fmla="*/ 4727427 h 6858000"/>
              <a:gd name="connsiteX56" fmla="*/ 330798 w 6572708"/>
              <a:gd name="connsiteY56" fmla="*/ 4708193 h 6858000"/>
              <a:gd name="connsiteX57" fmla="*/ 332420 w 6572708"/>
              <a:gd name="connsiteY57" fmla="*/ 4704882 h 6858000"/>
              <a:gd name="connsiteX58" fmla="*/ 334216 w 6572708"/>
              <a:gd name="connsiteY58" fmla="*/ 4691500 h 6858000"/>
              <a:gd name="connsiteX59" fmla="*/ 340601 w 6572708"/>
              <a:gd name="connsiteY59" fmla="*/ 4687895 h 6858000"/>
              <a:gd name="connsiteX60" fmla="*/ 347516 w 6572708"/>
              <a:gd name="connsiteY60" fmla="*/ 4667873 h 6858000"/>
              <a:gd name="connsiteX61" fmla="*/ 349175 w 6572708"/>
              <a:gd name="connsiteY61" fmla="*/ 4643189 h 6858000"/>
              <a:gd name="connsiteX62" fmla="*/ 350492 w 6572708"/>
              <a:gd name="connsiteY62" fmla="*/ 4525833 h 6858000"/>
              <a:gd name="connsiteX63" fmla="*/ 355031 w 6572708"/>
              <a:gd name="connsiteY63" fmla="*/ 4455649 h 6858000"/>
              <a:gd name="connsiteX64" fmla="*/ 362651 w 6572708"/>
              <a:gd name="connsiteY64" fmla="*/ 4429036 h 6858000"/>
              <a:gd name="connsiteX65" fmla="*/ 369327 w 6572708"/>
              <a:gd name="connsiteY65" fmla="*/ 4391840 h 6858000"/>
              <a:gd name="connsiteX66" fmla="*/ 371272 w 6572708"/>
              <a:gd name="connsiteY66" fmla="*/ 4358845 h 6858000"/>
              <a:gd name="connsiteX67" fmla="*/ 382342 w 6572708"/>
              <a:gd name="connsiteY67" fmla="*/ 4333764 h 6858000"/>
              <a:gd name="connsiteX68" fmla="*/ 381365 w 6572708"/>
              <a:gd name="connsiteY68" fmla="*/ 4331730 h 6858000"/>
              <a:gd name="connsiteX69" fmla="*/ 364244 w 6572708"/>
              <a:gd name="connsiteY69" fmla="*/ 4309700 h 6858000"/>
              <a:gd name="connsiteX70" fmla="*/ 363377 w 6572708"/>
              <a:gd name="connsiteY70" fmla="*/ 4285388 h 6858000"/>
              <a:gd name="connsiteX71" fmla="*/ 357697 w 6572708"/>
              <a:gd name="connsiteY71" fmla="*/ 4266169 h 6858000"/>
              <a:gd name="connsiteX72" fmla="*/ 356998 w 6572708"/>
              <a:gd name="connsiteY72" fmla="*/ 4247672 h 6858000"/>
              <a:gd name="connsiteX73" fmla="*/ 357549 w 6572708"/>
              <a:gd name="connsiteY73" fmla="*/ 4237120 h 6858000"/>
              <a:gd name="connsiteX74" fmla="*/ 358116 w 6572708"/>
              <a:gd name="connsiteY74" fmla="*/ 4232936 h 6858000"/>
              <a:gd name="connsiteX75" fmla="*/ 366243 w 6572708"/>
              <a:gd name="connsiteY75" fmla="*/ 4224051 h 6858000"/>
              <a:gd name="connsiteX76" fmla="*/ 363841 w 6572708"/>
              <a:gd name="connsiteY76" fmla="*/ 4211782 h 6858000"/>
              <a:gd name="connsiteX77" fmla="*/ 372159 w 6572708"/>
              <a:gd name="connsiteY77" fmla="*/ 4198810 h 6858000"/>
              <a:gd name="connsiteX78" fmla="*/ 366211 w 6572708"/>
              <a:gd name="connsiteY78" fmla="*/ 4195262 h 6858000"/>
              <a:gd name="connsiteX79" fmla="*/ 360561 w 6572708"/>
              <a:gd name="connsiteY79" fmla="*/ 4184054 h 6858000"/>
              <a:gd name="connsiteX80" fmla="*/ 373972 w 6572708"/>
              <a:gd name="connsiteY80" fmla="*/ 4155792 h 6858000"/>
              <a:gd name="connsiteX81" fmla="*/ 373150 w 6572708"/>
              <a:gd name="connsiteY81" fmla="*/ 4150364 h 6858000"/>
              <a:gd name="connsiteX82" fmla="*/ 383773 w 6572708"/>
              <a:gd name="connsiteY82" fmla="*/ 4132084 h 6858000"/>
              <a:gd name="connsiteX83" fmla="*/ 389140 w 6572708"/>
              <a:gd name="connsiteY83" fmla="*/ 4115873 h 6858000"/>
              <a:gd name="connsiteX84" fmla="*/ 378846 w 6572708"/>
              <a:gd name="connsiteY84" fmla="*/ 4082551 h 6858000"/>
              <a:gd name="connsiteX85" fmla="*/ 368001 w 6572708"/>
              <a:gd name="connsiteY85" fmla="*/ 3968090 h 6858000"/>
              <a:gd name="connsiteX86" fmla="*/ 372661 w 6572708"/>
              <a:gd name="connsiteY86" fmla="*/ 3881355 h 6858000"/>
              <a:gd name="connsiteX87" fmla="*/ 379210 w 6572708"/>
              <a:gd name="connsiteY87" fmla="*/ 3850569 h 6858000"/>
              <a:gd name="connsiteX88" fmla="*/ 389880 w 6572708"/>
              <a:gd name="connsiteY88" fmla="*/ 3798988 h 6858000"/>
              <a:gd name="connsiteX89" fmla="*/ 409909 w 6572708"/>
              <a:gd name="connsiteY89" fmla="*/ 3760424 h 6858000"/>
              <a:gd name="connsiteX90" fmla="*/ 414051 w 6572708"/>
              <a:gd name="connsiteY90" fmla="*/ 3717298 h 6858000"/>
              <a:gd name="connsiteX91" fmla="*/ 399424 w 6572708"/>
              <a:gd name="connsiteY91" fmla="*/ 3707291 h 6858000"/>
              <a:gd name="connsiteX92" fmla="*/ 394460 w 6572708"/>
              <a:gd name="connsiteY92" fmla="*/ 3673415 h 6858000"/>
              <a:gd name="connsiteX93" fmla="*/ 408918 w 6572708"/>
              <a:gd name="connsiteY93" fmla="*/ 3661155 h 6858000"/>
              <a:gd name="connsiteX94" fmla="*/ 425028 w 6572708"/>
              <a:gd name="connsiteY94" fmla="*/ 3591166 h 6858000"/>
              <a:gd name="connsiteX95" fmla="*/ 430292 w 6572708"/>
              <a:gd name="connsiteY95" fmla="*/ 3550801 h 6858000"/>
              <a:gd name="connsiteX96" fmla="*/ 437149 w 6572708"/>
              <a:gd name="connsiteY96" fmla="*/ 3497399 h 6858000"/>
              <a:gd name="connsiteX97" fmla="*/ 442017 w 6572708"/>
              <a:gd name="connsiteY97" fmla="*/ 3474143 h 6858000"/>
              <a:gd name="connsiteX98" fmla="*/ 437175 w 6572708"/>
              <a:gd name="connsiteY98" fmla="*/ 3463057 h 6858000"/>
              <a:gd name="connsiteX99" fmla="*/ 438483 w 6572708"/>
              <a:gd name="connsiteY99" fmla="*/ 3457563 h 6858000"/>
              <a:gd name="connsiteX100" fmla="*/ 438642 w 6572708"/>
              <a:gd name="connsiteY100" fmla="*/ 3439053 h 6858000"/>
              <a:gd name="connsiteX101" fmla="*/ 439678 w 6572708"/>
              <a:gd name="connsiteY101" fmla="*/ 3428537 h 6858000"/>
              <a:gd name="connsiteX102" fmla="*/ 440437 w 6572708"/>
              <a:gd name="connsiteY102" fmla="*/ 3424381 h 6858000"/>
              <a:gd name="connsiteX103" fmla="*/ 448781 w 6572708"/>
              <a:gd name="connsiteY103" fmla="*/ 3416042 h 6858000"/>
              <a:gd name="connsiteX104" fmla="*/ 448765 w 6572708"/>
              <a:gd name="connsiteY104" fmla="*/ 3414504 h 6858000"/>
              <a:gd name="connsiteX105" fmla="*/ 447134 w 6572708"/>
              <a:gd name="connsiteY105" fmla="*/ 3403498 h 6858000"/>
              <a:gd name="connsiteX106" fmla="*/ 452387 w 6572708"/>
              <a:gd name="connsiteY106" fmla="*/ 3396070 h 6858000"/>
              <a:gd name="connsiteX107" fmla="*/ 453996 w 6572708"/>
              <a:gd name="connsiteY107" fmla="*/ 3389553 h 6858000"/>
              <a:gd name="connsiteX108" fmla="*/ 450265 w 6572708"/>
              <a:gd name="connsiteY108" fmla="*/ 3387098 h 6858000"/>
              <a:gd name="connsiteX109" fmla="*/ 445137 w 6572708"/>
              <a:gd name="connsiteY109" fmla="*/ 3375655 h 6858000"/>
              <a:gd name="connsiteX110" fmla="*/ 453359 w 6572708"/>
              <a:gd name="connsiteY110" fmla="*/ 3367050 h 6858000"/>
              <a:gd name="connsiteX111" fmla="*/ 459842 w 6572708"/>
              <a:gd name="connsiteY111" fmla="*/ 3348005 h 6858000"/>
              <a:gd name="connsiteX112" fmla="*/ 459268 w 6572708"/>
              <a:gd name="connsiteY112" fmla="*/ 3342546 h 6858000"/>
              <a:gd name="connsiteX113" fmla="*/ 470590 w 6572708"/>
              <a:gd name="connsiteY113" fmla="*/ 3324958 h 6858000"/>
              <a:gd name="connsiteX114" fmla="*/ 468579 w 6572708"/>
              <a:gd name="connsiteY114" fmla="*/ 3306990 h 6858000"/>
              <a:gd name="connsiteX115" fmla="*/ 480123 w 6572708"/>
              <a:gd name="connsiteY115" fmla="*/ 3295094 h 6858000"/>
              <a:gd name="connsiteX116" fmla="*/ 482298 w 6572708"/>
              <a:gd name="connsiteY116" fmla="*/ 3293541 h 6858000"/>
              <a:gd name="connsiteX117" fmla="*/ 489102 w 6572708"/>
              <a:gd name="connsiteY117" fmla="*/ 3262198 h 6858000"/>
              <a:gd name="connsiteX118" fmla="*/ 497561 w 6572708"/>
              <a:gd name="connsiteY118" fmla="*/ 3253284 h 6858000"/>
              <a:gd name="connsiteX119" fmla="*/ 522157 w 6572708"/>
              <a:gd name="connsiteY119" fmla="*/ 3192563 h 6858000"/>
              <a:gd name="connsiteX120" fmla="*/ 529302 w 6572708"/>
              <a:gd name="connsiteY120" fmla="*/ 3175520 h 6858000"/>
              <a:gd name="connsiteX121" fmla="*/ 528284 w 6572708"/>
              <a:gd name="connsiteY121" fmla="*/ 3160058 h 6858000"/>
              <a:gd name="connsiteX122" fmla="*/ 521806 w 6572708"/>
              <a:gd name="connsiteY122" fmla="*/ 3155764 h 6858000"/>
              <a:gd name="connsiteX123" fmla="*/ 524589 w 6572708"/>
              <a:gd name="connsiteY123" fmla="*/ 3146261 h 6858000"/>
              <a:gd name="connsiteX124" fmla="*/ 523832 w 6572708"/>
              <a:gd name="connsiteY124" fmla="*/ 3143561 h 6858000"/>
              <a:gd name="connsiteX125" fmla="*/ 520994 w 6572708"/>
              <a:gd name="connsiteY125" fmla="*/ 3128263 h 6858000"/>
              <a:gd name="connsiteX126" fmla="*/ 552091 w 6572708"/>
              <a:gd name="connsiteY126" fmla="*/ 3099818 h 6858000"/>
              <a:gd name="connsiteX127" fmla="*/ 618216 w 6572708"/>
              <a:gd name="connsiteY127" fmla="*/ 2895965 h 6858000"/>
              <a:gd name="connsiteX128" fmla="*/ 724973 w 6572708"/>
              <a:gd name="connsiteY128" fmla="*/ 2755713 h 6858000"/>
              <a:gd name="connsiteX129" fmla="*/ 765538 w 6572708"/>
              <a:gd name="connsiteY129" fmla="*/ 2648081 h 6858000"/>
              <a:gd name="connsiteX130" fmla="*/ 780267 w 6572708"/>
              <a:gd name="connsiteY130" fmla="*/ 2641879 h 6858000"/>
              <a:gd name="connsiteX131" fmla="*/ 790836 w 6572708"/>
              <a:gd name="connsiteY131" fmla="*/ 2632919 h 6858000"/>
              <a:gd name="connsiteX132" fmla="*/ 790328 w 6572708"/>
              <a:gd name="connsiteY132" fmla="*/ 2631229 h 6858000"/>
              <a:gd name="connsiteX133" fmla="*/ 797257 w 6572708"/>
              <a:gd name="connsiteY133" fmla="*/ 2619054 h 6858000"/>
              <a:gd name="connsiteX134" fmla="*/ 802383 w 6572708"/>
              <a:gd name="connsiteY134" fmla="*/ 2617568 h 6858000"/>
              <a:gd name="connsiteX135" fmla="*/ 808267 w 6572708"/>
              <a:gd name="connsiteY135" fmla="*/ 2609586 h 6858000"/>
              <a:gd name="connsiteX136" fmla="*/ 822908 w 6572708"/>
              <a:gd name="connsiteY136" fmla="*/ 2594856 h 6858000"/>
              <a:gd name="connsiteX137" fmla="*/ 822791 w 6572708"/>
              <a:gd name="connsiteY137" fmla="*/ 2591164 h 6858000"/>
              <a:gd name="connsiteX138" fmla="*/ 840423 w 6572708"/>
              <a:gd name="connsiteY138" fmla="*/ 2567492 h 6858000"/>
              <a:gd name="connsiteX139" fmla="*/ 839313 w 6572708"/>
              <a:gd name="connsiteY139" fmla="*/ 2566722 h 6858000"/>
              <a:gd name="connsiteX140" fmla="*/ 838361 w 6572708"/>
              <a:gd name="connsiteY140" fmla="*/ 2558109 h 6858000"/>
              <a:gd name="connsiteX141" fmla="*/ 839637 w 6572708"/>
              <a:gd name="connsiteY141" fmla="*/ 2542662 h 6858000"/>
              <a:gd name="connsiteX142" fmla="*/ 825800 w 6572708"/>
              <a:gd name="connsiteY142" fmla="*/ 2501548 h 6858000"/>
              <a:gd name="connsiteX143" fmla="*/ 844035 w 6572708"/>
              <a:gd name="connsiteY143" fmla="*/ 2476819 h 6858000"/>
              <a:gd name="connsiteX144" fmla="*/ 846972 w 6572708"/>
              <a:gd name="connsiteY144" fmla="*/ 2471590 h 6858000"/>
              <a:gd name="connsiteX145" fmla="*/ 846730 w 6572708"/>
              <a:gd name="connsiteY145" fmla="*/ 2471378 h 6858000"/>
              <a:gd name="connsiteX146" fmla="*/ 849228 w 6572708"/>
              <a:gd name="connsiteY146" fmla="*/ 2465654 h 6858000"/>
              <a:gd name="connsiteX147" fmla="*/ 852330 w 6572708"/>
              <a:gd name="connsiteY147" fmla="*/ 2462052 h 6858000"/>
              <a:gd name="connsiteX148" fmla="*/ 858029 w 6572708"/>
              <a:gd name="connsiteY148" fmla="*/ 2451906 h 6858000"/>
              <a:gd name="connsiteX149" fmla="*/ 857986 w 6572708"/>
              <a:gd name="connsiteY149" fmla="*/ 2447716 h 6858000"/>
              <a:gd name="connsiteX150" fmla="*/ 855075 w 6572708"/>
              <a:gd name="connsiteY150" fmla="*/ 2445047 h 6858000"/>
              <a:gd name="connsiteX151" fmla="*/ 856006 w 6572708"/>
              <a:gd name="connsiteY151" fmla="*/ 2444265 h 6858000"/>
              <a:gd name="connsiteX152" fmla="*/ 856444 w 6572708"/>
              <a:gd name="connsiteY152" fmla="*/ 2421759 h 6858000"/>
              <a:gd name="connsiteX153" fmla="*/ 868981 w 6572708"/>
              <a:gd name="connsiteY153" fmla="*/ 2375200 h 6858000"/>
              <a:gd name="connsiteX154" fmla="*/ 880811 w 6572708"/>
              <a:gd name="connsiteY154" fmla="*/ 2350147 h 6858000"/>
              <a:gd name="connsiteX155" fmla="*/ 908124 w 6572708"/>
              <a:gd name="connsiteY155" fmla="*/ 2279761 h 6858000"/>
              <a:gd name="connsiteX156" fmla="*/ 931678 w 6572708"/>
              <a:gd name="connsiteY156" fmla="*/ 2207772 h 6858000"/>
              <a:gd name="connsiteX157" fmla="*/ 921761 w 6572708"/>
              <a:gd name="connsiteY157" fmla="*/ 2164302 h 6858000"/>
              <a:gd name="connsiteX158" fmla="*/ 923058 w 6572708"/>
              <a:gd name="connsiteY158" fmla="*/ 2160162 h 6858000"/>
              <a:gd name="connsiteX159" fmla="*/ 931663 w 6572708"/>
              <a:gd name="connsiteY159" fmla="*/ 2151458 h 6858000"/>
              <a:gd name="connsiteX160" fmla="*/ 935730 w 6572708"/>
              <a:gd name="connsiteY160" fmla="*/ 2148616 h 6858000"/>
              <a:gd name="connsiteX161" fmla="*/ 939910 w 6572708"/>
              <a:gd name="connsiteY161" fmla="*/ 2143540 h 6858000"/>
              <a:gd name="connsiteX162" fmla="*/ 939746 w 6572708"/>
              <a:gd name="connsiteY162" fmla="*/ 2143278 h 6858000"/>
              <a:gd name="connsiteX163" fmla="*/ 944182 w 6572708"/>
              <a:gd name="connsiteY163" fmla="*/ 2138791 h 6858000"/>
              <a:gd name="connsiteX164" fmla="*/ 969240 w 6572708"/>
              <a:gd name="connsiteY164" fmla="*/ 2118565 h 6858000"/>
              <a:gd name="connsiteX165" fmla="*/ 969333 w 6572708"/>
              <a:gd name="connsiteY165" fmla="*/ 2074914 h 6858000"/>
              <a:gd name="connsiteX166" fmla="*/ 975462 w 6572708"/>
              <a:gd name="connsiteY166" fmla="*/ 2059981 h 6858000"/>
              <a:gd name="connsiteX167" fmla="*/ 977313 w 6572708"/>
              <a:gd name="connsiteY167" fmla="*/ 2051279 h 6858000"/>
              <a:gd name="connsiteX168" fmla="*/ 976512 w 6572708"/>
              <a:gd name="connsiteY168" fmla="*/ 2050269 h 6858000"/>
              <a:gd name="connsiteX169" fmla="*/ 1000665 w 6572708"/>
              <a:gd name="connsiteY169" fmla="*/ 2030946 h 6858000"/>
              <a:gd name="connsiteX170" fmla="*/ 1001735 w 6572708"/>
              <a:gd name="connsiteY170" fmla="*/ 2027284 h 6858000"/>
              <a:gd name="connsiteX171" fmla="*/ 1020214 w 6572708"/>
              <a:gd name="connsiteY171" fmla="*/ 2016095 h 6858000"/>
              <a:gd name="connsiteX172" fmla="*/ 1028302 w 6572708"/>
              <a:gd name="connsiteY172" fmla="*/ 2009567 h 6858000"/>
              <a:gd name="connsiteX173" fmla="*/ 1033598 w 6572708"/>
              <a:gd name="connsiteY173" fmla="*/ 2009267 h 6858000"/>
              <a:gd name="connsiteX174" fmla="*/ 1044008 w 6572708"/>
              <a:gd name="connsiteY174" fmla="*/ 1998844 h 6858000"/>
              <a:gd name="connsiteX175" fmla="*/ 1044069 w 6572708"/>
              <a:gd name="connsiteY175" fmla="*/ 1997063 h 6858000"/>
              <a:gd name="connsiteX176" fmla="*/ 1056878 w 6572708"/>
              <a:gd name="connsiteY176" fmla="*/ 1990634 h 6858000"/>
              <a:gd name="connsiteX177" fmla="*/ 1072722 w 6572708"/>
              <a:gd name="connsiteY177" fmla="*/ 1987868 h 6858000"/>
              <a:gd name="connsiteX178" fmla="*/ 1145252 w 6572708"/>
              <a:gd name="connsiteY178" fmla="*/ 1891028 h 6858000"/>
              <a:gd name="connsiteX179" fmla="*/ 1226890 w 6572708"/>
              <a:gd name="connsiteY179" fmla="*/ 1845992 h 6858000"/>
              <a:gd name="connsiteX180" fmla="*/ 1323685 w 6572708"/>
              <a:gd name="connsiteY180" fmla="*/ 1758717 h 6858000"/>
              <a:gd name="connsiteX181" fmla="*/ 1398273 w 6572708"/>
              <a:gd name="connsiteY181" fmla="*/ 1627389 h 6858000"/>
              <a:gd name="connsiteX182" fmla="*/ 1417786 w 6572708"/>
              <a:gd name="connsiteY182" fmla="*/ 1591233 h 6858000"/>
              <a:gd name="connsiteX183" fmla="*/ 1456144 w 6572708"/>
              <a:gd name="connsiteY183" fmla="*/ 1570271 h 6858000"/>
              <a:gd name="connsiteX184" fmla="*/ 1458351 w 6572708"/>
              <a:gd name="connsiteY184" fmla="*/ 1554550 h 6858000"/>
              <a:gd name="connsiteX185" fmla="*/ 1458500 w 6572708"/>
              <a:gd name="connsiteY185" fmla="*/ 1551719 h 6858000"/>
              <a:gd name="connsiteX186" fmla="*/ 1464150 w 6572708"/>
              <a:gd name="connsiteY186" fmla="*/ 1542986 h 6858000"/>
              <a:gd name="connsiteX187" fmla="*/ 1459426 w 6572708"/>
              <a:gd name="connsiteY187" fmla="*/ 1537283 h 6858000"/>
              <a:gd name="connsiteX188" fmla="*/ 1463401 w 6572708"/>
              <a:gd name="connsiteY188" fmla="*/ 1521818 h 6858000"/>
              <a:gd name="connsiteX189" fmla="*/ 1475565 w 6572708"/>
              <a:gd name="connsiteY189" fmla="*/ 1506648 h 6858000"/>
              <a:gd name="connsiteX190" fmla="*/ 1540362 w 6572708"/>
              <a:gd name="connsiteY190" fmla="*/ 1438265 h 6858000"/>
              <a:gd name="connsiteX191" fmla="*/ 1575141 w 6572708"/>
              <a:gd name="connsiteY191" fmla="*/ 1395238 h 6858000"/>
              <a:gd name="connsiteX192" fmla="*/ 1582090 w 6572708"/>
              <a:gd name="connsiteY192" fmla="*/ 1375575 h 6858000"/>
              <a:gd name="connsiteX193" fmla="*/ 1596005 w 6572708"/>
              <a:gd name="connsiteY193" fmla="*/ 1350347 h 6858000"/>
              <a:gd name="connsiteX194" fmla="*/ 1615711 w 6572708"/>
              <a:gd name="connsiteY194" fmla="*/ 1303251 h 6858000"/>
              <a:gd name="connsiteX195" fmla="*/ 1650622 w 6572708"/>
              <a:gd name="connsiteY195" fmla="*/ 1244447 h 6858000"/>
              <a:gd name="connsiteX196" fmla="*/ 1702792 w 6572708"/>
              <a:gd name="connsiteY196" fmla="*/ 1215797 h 6858000"/>
              <a:gd name="connsiteX197" fmla="*/ 1700885 w 6572708"/>
              <a:gd name="connsiteY197" fmla="*/ 1209814 h 6858000"/>
              <a:gd name="connsiteX198" fmla="*/ 1723848 w 6572708"/>
              <a:gd name="connsiteY198" fmla="*/ 1183123 h 6858000"/>
              <a:gd name="connsiteX199" fmla="*/ 1759968 w 6572708"/>
              <a:gd name="connsiteY199" fmla="*/ 1166871 h 6858000"/>
              <a:gd name="connsiteX200" fmla="*/ 1767742 w 6572708"/>
              <a:gd name="connsiteY200" fmla="*/ 1158484 h 6858000"/>
              <a:gd name="connsiteX201" fmla="*/ 1773870 w 6572708"/>
              <a:gd name="connsiteY201" fmla="*/ 1125979 h 6858000"/>
              <a:gd name="connsiteX202" fmla="*/ 1767392 w 6572708"/>
              <a:gd name="connsiteY202" fmla="*/ 1121685 h 6858000"/>
              <a:gd name="connsiteX203" fmla="*/ 1770175 w 6572708"/>
              <a:gd name="connsiteY203" fmla="*/ 1112182 h 6858000"/>
              <a:gd name="connsiteX204" fmla="*/ 1769418 w 6572708"/>
              <a:gd name="connsiteY204" fmla="*/ 1109483 h 6858000"/>
              <a:gd name="connsiteX205" fmla="*/ 1766580 w 6572708"/>
              <a:gd name="connsiteY205" fmla="*/ 1094184 h 6858000"/>
              <a:gd name="connsiteX206" fmla="*/ 1797677 w 6572708"/>
              <a:gd name="connsiteY206" fmla="*/ 1065740 h 6858000"/>
              <a:gd name="connsiteX207" fmla="*/ 1805371 w 6572708"/>
              <a:gd name="connsiteY207" fmla="*/ 1027273 h 6858000"/>
              <a:gd name="connsiteX208" fmla="*/ 1922110 w 6572708"/>
              <a:gd name="connsiteY208" fmla="*/ 824781 h 6858000"/>
              <a:gd name="connsiteX209" fmla="*/ 1970558 w 6572708"/>
              <a:gd name="connsiteY209" fmla="*/ 721635 h 6858000"/>
              <a:gd name="connsiteX210" fmla="*/ 1974257 w 6572708"/>
              <a:gd name="connsiteY210" fmla="*/ 713733 h 6858000"/>
              <a:gd name="connsiteX211" fmla="*/ 1971701 w 6572708"/>
              <a:gd name="connsiteY211" fmla="*/ 704563 h 6858000"/>
              <a:gd name="connsiteX212" fmla="*/ 1966819 w 6572708"/>
              <a:gd name="connsiteY212" fmla="*/ 628924 h 6858000"/>
              <a:gd name="connsiteX213" fmla="*/ 1956004 w 6572708"/>
              <a:gd name="connsiteY213" fmla="*/ 621102 h 6858000"/>
              <a:gd name="connsiteX214" fmla="*/ 1948613 w 6572708"/>
              <a:gd name="connsiteY214" fmla="*/ 609156 h 6858000"/>
              <a:gd name="connsiteX215" fmla="*/ 1949145 w 6572708"/>
              <a:gd name="connsiteY215" fmla="*/ 606753 h 6858000"/>
              <a:gd name="connsiteX216" fmla="*/ 1944819 w 6572708"/>
              <a:gd name="connsiteY216" fmla="*/ 590072 h 6858000"/>
              <a:gd name="connsiteX217" fmla="*/ 1941001 w 6572708"/>
              <a:gd name="connsiteY217" fmla="*/ 588296 h 6858000"/>
              <a:gd name="connsiteX218" fmla="*/ 1937134 w 6572708"/>
              <a:gd name="connsiteY218" fmla="*/ 577443 h 6858000"/>
              <a:gd name="connsiteX219" fmla="*/ 1927092 w 6572708"/>
              <a:gd name="connsiteY219" fmla="*/ 557642 h 6858000"/>
              <a:gd name="connsiteX220" fmla="*/ 1927484 w 6572708"/>
              <a:gd name="connsiteY220" fmla="*/ 552451 h 6858000"/>
              <a:gd name="connsiteX221" fmla="*/ 1915874 w 6572708"/>
              <a:gd name="connsiteY221" fmla="*/ 520271 h 6858000"/>
              <a:gd name="connsiteX222" fmla="*/ 1916793 w 6572708"/>
              <a:gd name="connsiteY222" fmla="*/ 519123 h 6858000"/>
              <a:gd name="connsiteX223" fmla="*/ 1918236 w 6572708"/>
              <a:gd name="connsiteY223" fmla="*/ 506970 h 6858000"/>
              <a:gd name="connsiteX224" fmla="*/ 1918529 w 6572708"/>
              <a:gd name="connsiteY224" fmla="*/ 485354 h 6858000"/>
              <a:gd name="connsiteX225" fmla="*/ 1932556 w 6572708"/>
              <a:gd name="connsiteY225" fmla="*/ 426779 h 6858000"/>
              <a:gd name="connsiteX226" fmla="*/ 1920572 w 6572708"/>
              <a:gd name="connsiteY226" fmla="*/ 393150 h 6858000"/>
              <a:gd name="connsiteX227" fmla="*/ 1918744 w 6572708"/>
              <a:gd name="connsiteY227" fmla="*/ 385981 h 6858000"/>
              <a:gd name="connsiteX228" fmla="*/ 1918949 w 6572708"/>
              <a:gd name="connsiteY228" fmla="*/ 385674 h 6858000"/>
              <a:gd name="connsiteX229" fmla="*/ 1917499 w 6572708"/>
              <a:gd name="connsiteY229" fmla="*/ 377782 h 6858000"/>
              <a:gd name="connsiteX230" fmla="*/ 1915412 w 6572708"/>
              <a:gd name="connsiteY230" fmla="*/ 372914 h 6858000"/>
              <a:gd name="connsiteX231" fmla="*/ 1911865 w 6572708"/>
              <a:gd name="connsiteY231" fmla="*/ 359009 h 6858000"/>
              <a:gd name="connsiteX232" fmla="*/ 1912244 w 6572708"/>
              <a:gd name="connsiteY232" fmla="*/ 353121 h 6858000"/>
              <a:gd name="connsiteX233" fmla="*/ 1933610 w 6572708"/>
              <a:gd name="connsiteY233" fmla="*/ 297387 h 6858000"/>
              <a:gd name="connsiteX234" fmla="*/ 1939454 w 6572708"/>
              <a:gd name="connsiteY234" fmla="*/ 194719 h 6858000"/>
              <a:gd name="connsiteX235" fmla="*/ 1942001 w 6572708"/>
              <a:gd name="connsiteY235" fmla="*/ 93227 h 6858000"/>
              <a:gd name="connsiteX236" fmla="*/ 1941351 w 6572708"/>
              <a:gd name="connsiteY236" fmla="*/ 56555 h 6858000"/>
              <a:gd name="connsiteX237" fmla="*/ 1950955 w 6572708"/>
              <a:gd name="connsiteY237" fmla="*/ 5312 h 6858000"/>
              <a:gd name="connsiteX238" fmla="*/ 1949546 w 6572708"/>
              <a:gd name="connsiteY238"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0 w 6572708"/>
              <a:gd name="connsiteY7" fmla="*/ 6858000 h 6858000"/>
              <a:gd name="connsiteX8" fmla="*/ 9990 w 6572708"/>
              <a:gd name="connsiteY8" fmla="*/ 6815347 h 6858000"/>
              <a:gd name="connsiteX9" fmla="*/ 60759 w 6572708"/>
              <a:gd name="connsiteY9" fmla="*/ 6667761 h 6858000"/>
              <a:gd name="connsiteX10" fmla="*/ 44882 w 6572708"/>
              <a:gd name="connsiteY10" fmla="*/ 6635203 h 6858000"/>
              <a:gd name="connsiteX11" fmla="*/ 38884 w 6572708"/>
              <a:gd name="connsiteY11" fmla="*/ 6601215 h 6858000"/>
              <a:gd name="connsiteX12" fmla="*/ 24537 w 6572708"/>
              <a:gd name="connsiteY12" fmla="*/ 6599857 h 6858000"/>
              <a:gd name="connsiteX13" fmla="*/ 30487 w 6572708"/>
              <a:gd name="connsiteY13" fmla="*/ 6582849 h 6858000"/>
              <a:gd name="connsiteX14" fmla="*/ 30797 w 6572708"/>
              <a:gd name="connsiteY14" fmla="*/ 6536021 h 6858000"/>
              <a:gd name="connsiteX15" fmla="*/ 10629 w 6572708"/>
              <a:gd name="connsiteY15" fmla="*/ 6483343 h 6858000"/>
              <a:gd name="connsiteX16" fmla="*/ 16211 w 6572708"/>
              <a:gd name="connsiteY16" fmla="*/ 6402087 h 6858000"/>
              <a:gd name="connsiteX17" fmla="*/ 25932 w 6572708"/>
              <a:gd name="connsiteY17" fmla="*/ 6321765 h 6858000"/>
              <a:gd name="connsiteX18" fmla="*/ 31488 w 6572708"/>
              <a:gd name="connsiteY18" fmla="*/ 6292746 h 6858000"/>
              <a:gd name="connsiteX19" fmla="*/ 32413 w 6572708"/>
              <a:gd name="connsiteY19" fmla="*/ 6240744 h 6858000"/>
              <a:gd name="connsiteX20" fmla="*/ 34430 w 6572708"/>
              <a:gd name="connsiteY20" fmla="*/ 6206738 h 6858000"/>
              <a:gd name="connsiteX21" fmla="*/ 55689 w 6572708"/>
              <a:gd name="connsiteY21" fmla="*/ 6203389 h 6858000"/>
              <a:gd name="connsiteX22" fmla="*/ 63475 w 6572708"/>
              <a:gd name="connsiteY22" fmla="*/ 6172740 h 6858000"/>
              <a:gd name="connsiteX23" fmla="*/ 50070 w 6572708"/>
              <a:gd name="connsiteY23" fmla="*/ 6141398 h 6858000"/>
              <a:gd name="connsiteX24" fmla="*/ 52252 w 6572708"/>
              <a:gd name="connsiteY24" fmla="*/ 6103364 h 6858000"/>
              <a:gd name="connsiteX25" fmla="*/ 53329 w 6572708"/>
              <a:gd name="connsiteY25" fmla="*/ 6080619 h 6858000"/>
              <a:gd name="connsiteX26" fmla="*/ 149610 w 6572708"/>
              <a:gd name="connsiteY26" fmla="*/ 5918672 h 6858000"/>
              <a:gd name="connsiteX27" fmla="*/ 160505 w 6572708"/>
              <a:gd name="connsiteY27" fmla="*/ 5887690 h 6858000"/>
              <a:gd name="connsiteX28" fmla="*/ 156200 w 6572708"/>
              <a:gd name="connsiteY28" fmla="*/ 5882649 h 6858000"/>
              <a:gd name="connsiteX29" fmla="*/ 194213 w 6572708"/>
              <a:gd name="connsiteY29" fmla="*/ 5841953 h 6858000"/>
              <a:gd name="connsiteX30" fmla="*/ 203216 w 6572708"/>
              <a:gd name="connsiteY30" fmla="*/ 5777927 h 6858000"/>
              <a:gd name="connsiteX31" fmla="*/ 202536 w 6572708"/>
              <a:gd name="connsiteY31" fmla="*/ 5728879 h 6858000"/>
              <a:gd name="connsiteX32" fmla="*/ 205380 w 6572708"/>
              <a:gd name="connsiteY32" fmla="*/ 5701696 h 6858000"/>
              <a:gd name="connsiteX33" fmla="*/ 203870 w 6572708"/>
              <a:gd name="connsiteY33" fmla="*/ 5681563 h 6858000"/>
              <a:gd name="connsiteX34" fmla="*/ 219294 w 6572708"/>
              <a:gd name="connsiteY34" fmla="*/ 5632219 h 6858000"/>
              <a:gd name="connsiteX35" fmla="*/ 252910 w 6572708"/>
              <a:gd name="connsiteY35" fmla="*/ 5551224 h 6858000"/>
              <a:gd name="connsiteX36" fmla="*/ 258253 w 6572708"/>
              <a:gd name="connsiteY36" fmla="*/ 5533854 h 6858000"/>
              <a:gd name="connsiteX37" fmla="*/ 255640 w 6572708"/>
              <a:gd name="connsiteY37" fmla="*/ 5518422 h 6858000"/>
              <a:gd name="connsiteX38" fmla="*/ 248756 w 6572708"/>
              <a:gd name="connsiteY38" fmla="*/ 5514403 h 6858000"/>
              <a:gd name="connsiteX39" fmla="*/ 250538 w 6572708"/>
              <a:gd name="connsiteY39" fmla="*/ 5504771 h 6858000"/>
              <a:gd name="connsiteX40" fmla="*/ 249507 w 6572708"/>
              <a:gd name="connsiteY40" fmla="*/ 5502102 h 6858000"/>
              <a:gd name="connsiteX41" fmla="*/ 245101 w 6572708"/>
              <a:gd name="connsiteY41" fmla="*/ 5486913 h 6858000"/>
              <a:gd name="connsiteX42" fmla="*/ 273088 w 6572708"/>
              <a:gd name="connsiteY42" fmla="*/ 5457083 h 6858000"/>
              <a:gd name="connsiteX43" fmla="*/ 276759 w 6572708"/>
              <a:gd name="connsiteY43" fmla="*/ 5418245 h 6858000"/>
              <a:gd name="connsiteX44" fmla="*/ 314712 w 6572708"/>
              <a:gd name="connsiteY44" fmla="*/ 5305770 h 6858000"/>
              <a:gd name="connsiteX45" fmla="*/ 320056 w 6572708"/>
              <a:gd name="connsiteY45" fmla="*/ 5298784 h 6858000"/>
              <a:gd name="connsiteX46" fmla="*/ 320763 w 6572708"/>
              <a:gd name="connsiteY46" fmla="*/ 5282149 h 6858000"/>
              <a:gd name="connsiteX47" fmla="*/ 325879 w 6572708"/>
              <a:gd name="connsiteY47" fmla="*/ 5270957 h 6858000"/>
              <a:gd name="connsiteX48" fmla="*/ 318913 w 6572708"/>
              <a:gd name="connsiteY48" fmla="*/ 5268991 h 6858000"/>
              <a:gd name="connsiteX49" fmla="*/ 317275 w 6572708"/>
              <a:gd name="connsiteY49" fmla="*/ 5230130 h 6858000"/>
              <a:gd name="connsiteX50" fmla="*/ 329641 w 6572708"/>
              <a:gd name="connsiteY50" fmla="*/ 5216534 h 6858000"/>
              <a:gd name="connsiteX51" fmla="*/ 329088 w 6572708"/>
              <a:gd name="connsiteY51" fmla="*/ 5211732 h 6858000"/>
              <a:gd name="connsiteX52" fmla="*/ 331669 w 6572708"/>
              <a:gd name="connsiteY52" fmla="*/ 5058537 h 6858000"/>
              <a:gd name="connsiteX53" fmla="*/ 323855 w 6572708"/>
              <a:gd name="connsiteY53" fmla="*/ 4827737 h 6858000"/>
              <a:gd name="connsiteX54" fmla="*/ 333687 w 6572708"/>
              <a:gd name="connsiteY54" fmla="*/ 4774692 h 6858000"/>
              <a:gd name="connsiteX55" fmla="*/ 322637 w 6572708"/>
              <a:gd name="connsiteY55" fmla="*/ 4727427 h 6858000"/>
              <a:gd name="connsiteX56" fmla="*/ 330798 w 6572708"/>
              <a:gd name="connsiteY56" fmla="*/ 4708193 h 6858000"/>
              <a:gd name="connsiteX57" fmla="*/ 332420 w 6572708"/>
              <a:gd name="connsiteY57" fmla="*/ 4704882 h 6858000"/>
              <a:gd name="connsiteX58" fmla="*/ 334216 w 6572708"/>
              <a:gd name="connsiteY58" fmla="*/ 4691500 h 6858000"/>
              <a:gd name="connsiteX59" fmla="*/ 340601 w 6572708"/>
              <a:gd name="connsiteY59" fmla="*/ 4687895 h 6858000"/>
              <a:gd name="connsiteX60" fmla="*/ 347516 w 6572708"/>
              <a:gd name="connsiteY60" fmla="*/ 4667873 h 6858000"/>
              <a:gd name="connsiteX61" fmla="*/ 349175 w 6572708"/>
              <a:gd name="connsiteY61" fmla="*/ 4643189 h 6858000"/>
              <a:gd name="connsiteX62" fmla="*/ 350492 w 6572708"/>
              <a:gd name="connsiteY62" fmla="*/ 4525833 h 6858000"/>
              <a:gd name="connsiteX63" fmla="*/ 355031 w 6572708"/>
              <a:gd name="connsiteY63" fmla="*/ 4455649 h 6858000"/>
              <a:gd name="connsiteX64" fmla="*/ 362651 w 6572708"/>
              <a:gd name="connsiteY64" fmla="*/ 4429036 h 6858000"/>
              <a:gd name="connsiteX65" fmla="*/ 369327 w 6572708"/>
              <a:gd name="connsiteY65" fmla="*/ 4391840 h 6858000"/>
              <a:gd name="connsiteX66" fmla="*/ 371272 w 6572708"/>
              <a:gd name="connsiteY66" fmla="*/ 4358845 h 6858000"/>
              <a:gd name="connsiteX67" fmla="*/ 382342 w 6572708"/>
              <a:gd name="connsiteY67" fmla="*/ 4333764 h 6858000"/>
              <a:gd name="connsiteX68" fmla="*/ 381365 w 6572708"/>
              <a:gd name="connsiteY68" fmla="*/ 4331730 h 6858000"/>
              <a:gd name="connsiteX69" fmla="*/ 364244 w 6572708"/>
              <a:gd name="connsiteY69" fmla="*/ 4309700 h 6858000"/>
              <a:gd name="connsiteX70" fmla="*/ 363377 w 6572708"/>
              <a:gd name="connsiteY70" fmla="*/ 4285388 h 6858000"/>
              <a:gd name="connsiteX71" fmla="*/ 357697 w 6572708"/>
              <a:gd name="connsiteY71" fmla="*/ 4266169 h 6858000"/>
              <a:gd name="connsiteX72" fmla="*/ 356998 w 6572708"/>
              <a:gd name="connsiteY72" fmla="*/ 4247672 h 6858000"/>
              <a:gd name="connsiteX73" fmla="*/ 357549 w 6572708"/>
              <a:gd name="connsiteY73" fmla="*/ 4237120 h 6858000"/>
              <a:gd name="connsiteX74" fmla="*/ 358116 w 6572708"/>
              <a:gd name="connsiteY74" fmla="*/ 4232936 h 6858000"/>
              <a:gd name="connsiteX75" fmla="*/ 366243 w 6572708"/>
              <a:gd name="connsiteY75" fmla="*/ 4224051 h 6858000"/>
              <a:gd name="connsiteX76" fmla="*/ 363841 w 6572708"/>
              <a:gd name="connsiteY76" fmla="*/ 4211782 h 6858000"/>
              <a:gd name="connsiteX77" fmla="*/ 372159 w 6572708"/>
              <a:gd name="connsiteY77" fmla="*/ 4198810 h 6858000"/>
              <a:gd name="connsiteX78" fmla="*/ 366211 w 6572708"/>
              <a:gd name="connsiteY78" fmla="*/ 4195262 h 6858000"/>
              <a:gd name="connsiteX79" fmla="*/ 360561 w 6572708"/>
              <a:gd name="connsiteY79" fmla="*/ 4184054 h 6858000"/>
              <a:gd name="connsiteX80" fmla="*/ 373972 w 6572708"/>
              <a:gd name="connsiteY80" fmla="*/ 4155792 h 6858000"/>
              <a:gd name="connsiteX81" fmla="*/ 373150 w 6572708"/>
              <a:gd name="connsiteY81" fmla="*/ 4150364 h 6858000"/>
              <a:gd name="connsiteX82" fmla="*/ 383773 w 6572708"/>
              <a:gd name="connsiteY82" fmla="*/ 4132084 h 6858000"/>
              <a:gd name="connsiteX83" fmla="*/ 389140 w 6572708"/>
              <a:gd name="connsiteY83" fmla="*/ 4115873 h 6858000"/>
              <a:gd name="connsiteX84" fmla="*/ 378846 w 6572708"/>
              <a:gd name="connsiteY84" fmla="*/ 4082551 h 6858000"/>
              <a:gd name="connsiteX85" fmla="*/ 368001 w 6572708"/>
              <a:gd name="connsiteY85" fmla="*/ 3968090 h 6858000"/>
              <a:gd name="connsiteX86" fmla="*/ 372661 w 6572708"/>
              <a:gd name="connsiteY86" fmla="*/ 3881355 h 6858000"/>
              <a:gd name="connsiteX87" fmla="*/ 379210 w 6572708"/>
              <a:gd name="connsiteY87" fmla="*/ 3850569 h 6858000"/>
              <a:gd name="connsiteX88" fmla="*/ 389880 w 6572708"/>
              <a:gd name="connsiteY88" fmla="*/ 3798988 h 6858000"/>
              <a:gd name="connsiteX89" fmla="*/ 409909 w 6572708"/>
              <a:gd name="connsiteY89" fmla="*/ 3760424 h 6858000"/>
              <a:gd name="connsiteX90" fmla="*/ 414051 w 6572708"/>
              <a:gd name="connsiteY90" fmla="*/ 3717298 h 6858000"/>
              <a:gd name="connsiteX91" fmla="*/ 399424 w 6572708"/>
              <a:gd name="connsiteY91" fmla="*/ 3707291 h 6858000"/>
              <a:gd name="connsiteX92" fmla="*/ 394460 w 6572708"/>
              <a:gd name="connsiteY92" fmla="*/ 3673415 h 6858000"/>
              <a:gd name="connsiteX93" fmla="*/ 408918 w 6572708"/>
              <a:gd name="connsiteY93" fmla="*/ 3661155 h 6858000"/>
              <a:gd name="connsiteX94" fmla="*/ 425028 w 6572708"/>
              <a:gd name="connsiteY94" fmla="*/ 3591166 h 6858000"/>
              <a:gd name="connsiteX95" fmla="*/ 430292 w 6572708"/>
              <a:gd name="connsiteY95" fmla="*/ 3550801 h 6858000"/>
              <a:gd name="connsiteX96" fmla="*/ 437149 w 6572708"/>
              <a:gd name="connsiteY96" fmla="*/ 3497399 h 6858000"/>
              <a:gd name="connsiteX97" fmla="*/ 442017 w 6572708"/>
              <a:gd name="connsiteY97" fmla="*/ 3474143 h 6858000"/>
              <a:gd name="connsiteX98" fmla="*/ 437175 w 6572708"/>
              <a:gd name="connsiteY98" fmla="*/ 3463057 h 6858000"/>
              <a:gd name="connsiteX99" fmla="*/ 438483 w 6572708"/>
              <a:gd name="connsiteY99" fmla="*/ 3457563 h 6858000"/>
              <a:gd name="connsiteX100" fmla="*/ 438642 w 6572708"/>
              <a:gd name="connsiteY100" fmla="*/ 3439053 h 6858000"/>
              <a:gd name="connsiteX101" fmla="*/ 439678 w 6572708"/>
              <a:gd name="connsiteY101" fmla="*/ 3428537 h 6858000"/>
              <a:gd name="connsiteX102" fmla="*/ 440437 w 6572708"/>
              <a:gd name="connsiteY102" fmla="*/ 3424381 h 6858000"/>
              <a:gd name="connsiteX103" fmla="*/ 448781 w 6572708"/>
              <a:gd name="connsiteY103" fmla="*/ 3416042 h 6858000"/>
              <a:gd name="connsiteX104" fmla="*/ 448765 w 6572708"/>
              <a:gd name="connsiteY104" fmla="*/ 3414504 h 6858000"/>
              <a:gd name="connsiteX105" fmla="*/ 447134 w 6572708"/>
              <a:gd name="connsiteY105" fmla="*/ 3403498 h 6858000"/>
              <a:gd name="connsiteX106" fmla="*/ 452387 w 6572708"/>
              <a:gd name="connsiteY106" fmla="*/ 3396070 h 6858000"/>
              <a:gd name="connsiteX107" fmla="*/ 453996 w 6572708"/>
              <a:gd name="connsiteY107" fmla="*/ 3389553 h 6858000"/>
              <a:gd name="connsiteX108" fmla="*/ 450265 w 6572708"/>
              <a:gd name="connsiteY108" fmla="*/ 3387098 h 6858000"/>
              <a:gd name="connsiteX109" fmla="*/ 445137 w 6572708"/>
              <a:gd name="connsiteY109" fmla="*/ 3375655 h 6858000"/>
              <a:gd name="connsiteX110" fmla="*/ 453359 w 6572708"/>
              <a:gd name="connsiteY110" fmla="*/ 3367050 h 6858000"/>
              <a:gd name="connsiteX111" fmla="*/ 459842 w 6572708"/>
              <a:gd name="connsiteY111" fmla="*/ 3348005 h 6858000"/>
              <a:gd name="connsiteX112" fmla="*/ 459268 w 6572708"/>
              <a:gd name="connsiteY112" fmla="*/ 3342546 h 6858000"/>
              <a:gd name="connsiteX113" fmla="*/ 470590 w 6572708"/>
              <a:gd name="connsiteY113" fmla="*/ 3324958 h 6858000"/>
              <a:gd name="connsiteX114" fmla="*/ 468579 w 6572708"/>
              <a:gd name="connsiteY114" fmla="*/ 3306990 h 6858000"/>
              <a:gd name="connsiteX115" fmla="*/ 480123 w 6572708"/>
              <a:gd name="connsiteY115" fmla="*/ 3295094 h 6858000"/>
              <a:gd name="connsiteX116" fmla="*/ 482298 w 6572708"/>
              <a:gd name="connsiteY116" fmla="*/ 3293541 h 6858000"/>
              <a:gd name="connsiteX117" fmla="*/ 489102 w 6572708"/>
              <a:gd name="connsiteY117" fmla="*/ 3262198 h 6858000"/>
              <a:gd name="connsiteX118" fmla="*/ 497561 w 6572708"/>
              <a:gd name="connsiteY118" fmla="*/ 3253284 h 6858000"/>
              <a:gd name="connsiteX119" fmla="*/ 522157 w 6572708"/>
              <a:gd name="connsiteY119" fmla="*/ 3192563 h 6858000"/>
              <a:gd name="connsiteX120" fmla="*/ 529302 w 6572708"/>
              <a:gd name="connsiteY120" fmla="*/ 3175520 h 6858000"/>
              <a:gd name="connsiteX121" fmla="*/ 528284 w 6572708"/>
              <a:gd name="connsiteY121" fmla="*/ 3160058 h 6858000"/>
              <a:gd name="connsiteX122" fmla="*/ 521806 w 6572708"/>
              <a:gd name="connsiteY122" fmla="*/ 3155764 h 6858000"/>
              <a:gd name="connsiteX123" fmla="*/ 524589 w 6572708"/>
              <a:gd name="connsiteY123" fmla="*/ 3146261 h 6858000"/>
              <a:gd name="connsiteX124" fmla="*/ 523832 w 6572708"/>
              <a:gd name="connsiteY124" fmla="*/ 3143561 h 6858000"/>
              <a:gd name="connsiteX125" fmla="*/ 520994 w 6572708"/>
              <a:gd name="connsiteY125" fmla="*/ 3128263 h 6858000"/>
              <a:gd name="connsiteX126" fmla="*/ 552091 w 6572708"/>
              <a:gd name="connsiteY126" fmla="*/ 3099818 h 6858000"/>
              <a:gd name="connsiteX127" fmla="*/ 618216 w 6572708"/>
              <a:gd name="connsiteY127" fmla="*/ 2895965 h 6858000"/>
              <a:gd name="connsiteX128" fmla="*/ 724973 w 6572708"/>
              <a:gd name="connsiteY128" fmla="*/ 2755713 h 6858000"/>
              <a:gd name="connsiteX129" fmla="*/ 765538 w 6572708"/>
              <a:gd name="connsiteY129" fmla="*/ 2648081 h 6858000"/>
              <a:gd name="connsiteX130" fmla="*/ 780267 w 6572708"/>
              <a:gd name="connsiteY130" fmla="*/ 2641879 h 6858000"/>
              <a:gd name="connsiteX131" fmla="*/ 790836 w 6572708"/>
              <a:gd name="connsiteY131" fmla="*/ 2632919 h 6858000"/>
              <a:gd name="connsiteX132" fmla="*/ 790328 w 6572708"/>
              <a:gd name="connsiteY132" fmla="*/ 2631229 h 6858000"/>
              <a:gd name="connsiteX133" fmla="*/ 797257 w 6572708"/>
              <a:gd name="connsiteY133" fmla="*/ 2619054 h 6858000"/>
              <a:gd name="connsiteX134" fmla="*/ 802383 w 6572708"/>
              <a:gd name="connsiteY134" fmla="*/ 2617568 h 6858000"/>
              <a:gd name="connsiteX135" fmla="*/ 808267 w 6572708"/>
              <a:gd name="connsiteY135" fmla="*/ 2609586 h 6858000"/>
              <a:gd name="connsiteX136" fmla="*/ 822908 w 6572708"/>
              <a:gd name="connsiteY136" fmla="*/ 2594856 h 6858000"/>
              <a:gd name="connsiteX137" fmla="*/ 822791 w 6572708"/>
              <a:gd name="connsiteY137" fmla="*/ 2591164 h 6858000"/>
              <a:gd name="connsiteX138" fmla="*/ 840423 w 6572708"/>
              <a:gd name="connsiteY138" fmla="*/ 2567492 h 6858000"/>
              <a:gd name="connsiteX139" fmla="*/ 839313 w 6572708"/>
              <a:gd name="connsiteY139" fmla="*/ 2566722 h 6858000"/>
              <a:gd name="connsiteX140" fmla="*/ 838361 w 6572708"/>
              <a:gd name="connsiteY140" fmla="*/ 2558109 h 6858000"/>
              <a:gd name="connsiteX141" fmla="*/ 839637 w 6572708"/>
              <a:gd name="connsiteY141" fmla="*/ 2542662 h 6858000"/>
              <a:gd name="connsiteX142" fmla="*/ 825800 w 6572708"/>
              <a:gd name="connsiteY142" fmla="*/ 2501548 h 6858000"/>
              <a:gd name="connsiteX143" fmla="*/ 844035 w 6572708"/>
              <a:gd name="connsiteY143" fmla="*/ 2476819 h 6858000"/>
              <a:gd name="connsiteX144" fmla="*/ 846972 w 6572708"/>
              <a:gd name="connsiteY144" fmla="*/ 2471590 h 6858000"/>
              <a:gd name="connsiteX145" fmla="*/ 846730 w 6572708"/>
              <a:gd name="connsiteY145" fmla="*/ 2471378 h 6858000"/>
              <a:gd name="connsiteX146" fmla="*/ 849228 w 6572708"/>
              <a:gd name="connsiteY146" fmla="*/ 2465654 h 6858000"/>
              <a:gd name="connsiteX147" fmla="*/ 852330 w 6572708"/>
              <a:gd name="connsiteY147" fmla="*/ 2462052 h 6858000"/>
              <a:gd name="connsiteX148" fmla="*/ 858029 w 6572708"/>
              <a:gd name="connsiteY148" fmla="*/ 2451906 h 6858000"/>
              <a:gd name="connsiteX149" fmla="*/ 857986 w 6572708"/>
              <a:gd name="connsiteY149" fmla="*/ 2447716 h 6858000"/>
              <a:gd name="connsiteX150" fmla="*/ 855075 w 6572708"/>
              <a:gd name="connsiteY150" fmla="*/ 2445047 h 6858000"/>
              <a:gd name="connsiteX151" fmla="*/ 856006 w 6572708"/>
              <a:gd name="connsiteY151" fmla="*/ 2444265 h 6858000"/>
              <a:gd name="connsiteX152" fmla="*/ 856444 w 6572708"/>
              <a:gd name="connsiteY152" fmla="*/ 2421759 h 6858000"/>
              <a:gd name="connsiteX153" fmla="*/ 868981 w 6572708"/>
              <a:gd name="connsiteY153" fmla="*/ 2375200 h 6858000"/>
              <a:gd name="connsiteX154" fmla="*/ 880811 w 6572708"/>
              <a:gd name="connsiteY154" fmla="*/ 2350147 h 6858000"/>
              <a:gd name="connsiteX155" fmla="*/ 908124 w 6572708"/>
              <a:gd name="connsiteY155" fmla="*/ 2279761 h 6858000"/>
              <a:gd name="connsiteX156" fmla="*/ 931678 w 6572708"/>
              <a:gd name="connsiteY156" fmla="*/ 2207772 h 6858000"/>
              <a:gd name="connsiteX157" fmla="*/ 921761 w 6572708"/>
              <a:gd name="connsiteY157" fmla="*/ 2164302 h 6858000"/>
              <a:gd name="connsiteX158" fmla="*/ 923058 w 6572708"/>
              <a:gd name="connsiteY158" fmla="*/ 2160162 h 6858000"/>
              <a:gd name="connsiteX159" fmla="*/ 931663 w 6572708"/>
              <a:gd name="connsiteY159" fmla="*/ 2151458 h 6858000"/>
              <a:gd name="connsiteX160" fmla="*/ 935730 w 6572708"/>
              <a:gd name="connsiteY160" fmla="*/ 2148616 h 6858000"/>
              <a:gd name="connsiteX161" fmla="*/ 939910 w 6572708"/>
              <a:gd name="connsiteY161" fmla="*/ 2143540 h 6858000"/>
              <a:gd name="connsiteX162" fmla="*/ 939746 w 6572708"/>
              <a:gd name="connsiteY162" fmla="*/ 2143278 h 6858000"/>
              <a:gd name="connsiteX163" fmla="*/ 944182 w 6572708"/>
              <a:gd name="connsiteY163" fmla="*/ 2138791 h 6858000"/>
              <a:gd name="connsiteX164" fmla="*/ 969240 w 6572708"/>
              <a:gd name="connsiteY164" fmla="*/ 2118565 h 6858000"/>
              <a:gd name="connsiteX165" fmla="*/ 969333 w 6572708"/>
              <a:gd name="connsiteY165" fmla="*/ 2074914 h 6858000"/>
              <a:gd name="connsiteX166" fmla="*/ 975462 w 6572708"/>
              <a:gd name="connsiteY166" fmla="*/ 2059981 h 6858000"/>
              <a:gd name="connsiteX167" fmla="*/ 977313 w 6572708"/>
              <a:gd name="connsiteY167" fmla="*/ 2051279 h 6858000"/>
              <a:gd name="connsiteX168" fmla="*/ 976512 w 6572708"/>
              <a:gd name="connsiteY168" fmla="*/ 2050269 h 6858000"/>
              <a:gd name="connsiteX169" fmla="*/ 1000665 w 6572708"/>
              <a:gd name="connsiteY169" fmla="*/ 2030946 h 6858000"/>
              <a:gd name="connsiteX170" fmla="*/ 1001735 w 6572708"/>
              <a:gd name="connsiteY170" fmla="*/ 2027284 h 6858000"/>
              <a:gd name="connsiteX171" fmla="*/ 1020214 w 6572708"/>
              <a:gd name="connsiteY171" fmla="*/ 2016095 h 6858000"/>
              <a:gd name="connsiteX172" fmla="*/ 1028302 w 6572708"/>
              <a:gd name="connsiteY172" fmla="*/ 2009567 h 6858000"/>
              <a:gd name="connsiteX173" fmla="*/ 1033598 w 6572708"/>
              <a:gd name="connsiteY173" fmla="*/ 2009267 h 6858000"/>
              <a:gd name="connsiteX174" fmla="*/ 1044008 w 6572708"/>
              <a:gd name="connsiteY174" fmla="*/ 1998844 h 6858000"/>
              <a:gd name="connsiteX175" fmla="*/ 1044069 w 6572708"/>
              <a:gd name="connsiteY175" fmla="*/ 1997063 h 6858000"/>
              <a:gd name="connsiteX176" fmla="*/ 1056878 w 6572708"/>
              <a:gd name="connsiteY176" fmla="*/ 1990634 h 6858000"/>
              <a:gd name="connsiteX177" fmla="*/ 1072722 w 6572708"/>
              <a:gd name="connsiteY177" fmla="*/ 1987868 h 6858000"/>
              <a:gd name="connsiteX178" fmla="*/ 1145252 w 6572708"/>
              <a:gd name="connsiteY178" fmla="*/ 1891028 h 6858000"/>
              <a:gd name="connsiteX179" fmla="*/ 1226890 w 6572708"/>
              <a:gd name="connsiteY179" fmla="*/ 1845992 h 6858000"/>
              <a:gd name="connsiteX180" fmla="*/ 1323685 w 6572708"/>
              <a:gd name="connsiteY180" fmla="*/ 1758717 h 6858000"/>
              <a:gd name="connsiteX181" fmla="*/ 1398273 w 6572708"/>
              <a:gd name="connsiteY181" fmla="*/ 1627389 h 6858000"/>
              <a:gd name="connsiteX182" fmla="*/ 1417786 w 6572708"/>
              <a:gd name="connsiteY182" fmla="*/ 1591233 h 6858000"/>
              <a:gd name="connsiteX183" fmla="*/ 1456144 w 6572708"/>
              <a:gd name="connsiteY183" fmla="*/ 1570271 h 6858000"/>
              <a:gd name="connsiteX184" fmla="*/ 1458351 w 6572708"/>
              <a:gd name="connsiteY184" fmla="*/ 1554550 h 6858000"/>
              <a:gd name="connsiteX185" fmla="*/ 1458500 w 6572708"/>
              <a:gd name="connsiteY185" fmla="*/ 1551719 h 6858000"/>
              <a:gd name="connsiteX186" fmla="*/ 1464150 w 6572708"/>
              <a:gd name="connsiteY186" fmla="*/ 1542986 h 6858000"/>
              <a:gd name="connsiteX187" fmla="*/ 1459426 w 6572708"/>
              <a:gd name="connsiteY187" fmla="*/ 1537283 h 6858000"/>
              <a:gd name="connsiteX188" fmla="*/ 1463401 w 6572708"/>
              <a:gd name="connsiteY188" fmla="*/ 1521818 h 6858000"/>
              <a:gd name="connsiteX189" fmla="*/ 1475565 w 6572708"/>
              <a:gd name="connsiteY189" fmla="*/ 1506648 h 6858000"/>
              <a:gd name="connsiteX190" fmla="*/ 1540362 w 6572708"/>
              <a:gd name="connsiteY190" fmla="*/ 1438265 h 6858000"/>
              <a:gd name="connsiteX191" fmla="*/ 1575141 w 6572708"/>
              <a:gd name="connsiteY191" fmla="*/ 1395238 h 6858000"/>
              <a:gd name="connsiteX192" fmla="*/ 1582090 w 6572708"/>
              <a:gd name="connsiteY192" fmla="*/ 1375575 h 6858000"/>
              <a:gd name="connsiteX193" fmla="*/ 1596005 w 6572708"/>
              <a:gd name="connsiteY193" fmla="*/ 1350347 h 6858000"/>
              <a:gd name="connsiteX194" fmla="*/ 1615711 w 6572708"/>
              <a:gd name="connsiteY194" fmla="*/ 1303251 h 6858000"/>
              <a:gd name="connsiteX195" fmla="*/ 1650622 w 6572708"/>
              <a:gd name="connsiteY195" fmla="*/ 1244447 h 6858000"/>
              <a:gd name="connsiteX196" fmla="*/ 1702792 w 6572708"/>
              <a:gd name="connsiteY196" fmla="*/ 1215797 h 6858000"/>
              <a:gd name="connsiteX197" fmla="*/ 1700885 w 6572708"/>
              <a:gd name="connsiteY197" fmla="*/ 1209814 h 6858000"/>
              <a:gd name="connsiteX198" fmla="*/ 1723848 w 6572708"/>
              <a:gd name="connsiteY198" fmla="*/ 1183123 h 6858000"/>
              <a:gd name="connsiteX199" fmla="*/ 1759968 w 6572708"/>
              <a:gd name="connsiteY199" fmla="*/ 1166871 h 6858000"/>
              <a:gd name="connsiteX200" fmla="*/ 1767742 w 6572708"/>
              <a:gd name="connsiteY200" fmla="*/ 1158484 h 6858000"/>
              <a:gd name="connsiteX201" fmla="*/ 1773870 w 6572708"/>
              <a:gd name="connsiteY201" fmla="*/ 1125979 h 6858000"/>
              <a:gd name="connsiteX202" fmla="*/ 1767392 w 6572708"/>
              <a:gd name="connsiteY202" fmla="*/ 1121685 h 6858000"/>
              <a:gd name="connsiteX203" fmla="*/ 1770175 w 6572708"/>
              <a:gd name="connsiteY203" fmla="*/ 1112182 h 6858000"/>
              <a:gd name="connsiteX204" fmla="*/ 1769418 w 6572708"/>
              <a:gd name="connsiteY204" fmla="*/ 1109483 h 6858000"/>
              <a:gd name="connsiteX205" fmla="*/ 1766580 w 6572708"/>
              <a:gd name="connsiteY205" fmla="*/ 1094184 h 6858000"/>
              <a:gd name="connsiteX206" fmla="*/ 1797677 w 6572708"/>
              <a:gd name="connsiteY206" fmla="*/ 1065740 h 6858000"/>
              <a:gd name="connsiteX207" fmla="*/ 1863681 w 6572708"/>
              <a:gd name="connsiteY207" fmla="*/ 947760 h 6858000"/>
              <a:gd name="connsiteX208" fmla="*/ 1922110 w 6572708"/>
              <a:gd name="connsiteY208" fmla="*/ 824781 h 6858000"/>
              <a:gd name="connsiteX209" fmla="*/ 1970558 w 6572708"/>
              <a:gd name="connsiteY209" fmla="*/ 721635 h 6858000"/>
              <a:gd name="connsiteX210" fmla="*/ 1974257 w 6572708"/>
              <a:gd name="connsiteY210" fmla="*/ 713733 h 6858000"/>
              <a:gd name="connsiteX211" fmla="*/ 1971701 w 6572708"/>
              <a:gd name="connsiteY211" fmla="*/ 704563 h 6858000"/>
              <a:gd name="connsiteX212" fmla="*/ 1966819 w 6572708"/>
              <a:gd name="connsiteY212" fmla="*/ 628924 h 6858000"/>
              <a:gd name="connsiteX213" fmla="*/ 1956004 w 6572708"/>
              <a:gd name="connsiteY213" fmla="*/ 621102 h 6858000"/>
              <a:gd name="connsiteX214" fmla="*/ 1948613 w 6572708"/>
              <a:gd name="connsiteY214" fmla="*/ 609156 h 6858000"/>
              <a:gd name="connsiteX215" fmla="*/ 1949145 w 6572708"/>
              <a:gd name="connsiteY215" fmla="*/ 606753 h 6858000"/>
              <a:gd name="connsiteX216" fmla="*/ 1944819 w 6572708"/>
              <a:gd name="connsiteY216" fmla="*/ 590072 h 6858000"/>
              <a:gd name="connsiteX217" fmla="*/ 1941001 w 6572708"/>
              <a:gd name="connsiteY217" fmla="*/ 588296 h 6858000"/>
              <a:gd name="connsiteX218" fmla="*/ 1937134 w 6572708"/>
              <a:gd name="connsiteY218" fmla="*/ 577443 h 6858000"/>
              <a:gd name="connsiteX219" fmla="*/ 1927092 w 6572708"/>
              <a:gd name="connsiteY219" fmla="*/ 557642 h 6858000"/>
              <a:gd name="connsiteX220" fmla="*/ 1927484 w 6572708"/>
              <a:gd name="connsiteY220" fmla="*/ 552451 h 6858000"/>
              <a:gd name="connsiteX221" fmla="*/ 1915874 w 6572708"/>
              <a:gd name="connsiteY221" fmla="*/ 520271 h 6858000"/>
              <a:gd name="connsiteX222" fmla="*/ 1916793 w 6572708"/>
              <a:gd name="connsiteY222" fmla="*/ 519123 h 6858000"/>
              <a:gd name="connsiteX223" fmla="*/ 1918236 w 6572708"/>
              <a:gd name="connsiteY223" fmla="*/ 506970 h 6858000"/>
              <a:gd name="connsiteX224" fmla="*/ 1918529 w 6572708"/>
              <a:gd name="connsiteY224" fmla="*/ 485354 h 6858000"/>
              <a:gd name="connsiteX225" fmla="*/ 1932556 w 6572708"/>
              <a:gd name="connsiteY225" fmla="*/ 426779 h 6858000"/>
              <a:gd name="connsiteX226" fmla="*/ 1920572 w 6572708"/>
              <a:gd name="connsiteY226" fmla="*/ 393150 h 6858000"/>
              <a:gd name="connsiteX227" fmla="*/ 1918744 w 6572708"/>
              <a:gd name="connsiteY227" fmla="*/ 385981 h 6858000"/>
              <a:gd name="connsiteX228" fmla="*/ 1918949 w 6572708"/>
              <a:gd name="connsiteY228" fmla="*/ 385674 h 6858000"/>
              <a:gd name="connsiteX229" fmla="*/ 1917499 w 6572708"/>
              <a:gd name="connsiteY229" fmla="*/ 377782 h 6858000"/>
              <a:gd name="connsiteX230" fmla="*/ 1915412 w 6572708"/>
              <a:gd name="connsiteY230" fmla="*/ 372914 h 6858000"/>
              <a:gd name="connsiteX231" fmla="*/ 1911865 w 6572708"/>
              <a:gd name="connsiteY231" fmla="*/ 359009 h 6858000"/>
              <a:gd name="connsiteX232" fmla="*/ 1912244 w 6572708"/>
              <a:gd name="connsiteY232" fmla="*/ 353121 h 6858000"/>
              <a:gd name="connsiteX233" fmla="*/ 1933610 w 6572708"/>
              <a:gd name="connsiteY233" fmla="*/ 297387 h 6858000"/>
              <a:gd name="connsiteX234" fmla="*/ 1939454 w 6572708"/>
              <a:gd name="connsiteY234" fmla="*/ 194719 h 6858000"/>
              <a:gd name="connsiteX235" fmla="*/ 1942001 w 6572708"/>
              <a:gd name="connsiteY235" fmla="*/ 93227 h 6858000"/>
              <a:gd name="connsiteX236" fmla="*/ 1941351 w 6572708"/>
              <a:gd name="connsiteY236" fmla="*/ 56555 h 6858000"/>
              <a:gd name="connsiteX237" fmla="*/ 1950955 w 6572708"/>
              <a:gd name="connsiteY237" fmla="*/ 5312 h 6858000"/>
              <a:gd name="connsiteX238" fmla="*/ 1949546 w 6572708"/>
              <a:gd name="connsiteY238"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0 w 6572708"/>
              <a:gd name="connsiteY7" fmla="*/ 6858000 h 6858000"/>
              <a:gd name="connsiteX8" fmla="*/ 9990 w 6572708"/>
              <a:gd name="connsiteY8" fmla="*/ 6815347 h 6858000"/>
              <a:gd name="connsiteX9" fmla="*/ 60759 w 6572708"/>
              <a:gd name="connsiteY9" fmla="*/ 6667761 h 6858000"/>
              <a:gd name="connsiteX10" fmla="*/ 44882 w 6572708"/>
              <a:gd name="connsiteY10" fmla="*/ 6635203 h 6858000"/>
              <a:gd name="connsiteX11" fmla="*/ 38884 w 6572708"/>
              <a:gd name="connsiteY11" fmla="*/ 6601215 h 6858000"/>
              <a:gd name="connsiteX12" fmla="*/ 24537 w 6572708"/>
              <a:gd name="connsiteY12" fmla="*/ 6599857 h 6858000"/>
              <a:gd name="connsiteX13" fmla="*/ 30487 w 6572708"/>
              <a:gd name="connsiteY13" fmla="*/ 6582849 h 6858000"/>
              <a:gd name="connsiteX14" fmla="*/ 30797 w 6572708"/>
              <a:gd name="connsiteY14" fmla="*/ 6536021 h 6858000"/>
              <a:gd name="connsiteX15" fmla="*/ 10629 w 6572708"/>
              <a:gd name="connsiteY15" fmla="*/ 6483343 h 6858000"/>
              <a:gd name="connsiteX16" fmla="*/ 16211 w 6572708"/>
              <a:gd name="connsiteY16" fmla="*/ 6402087 h 6858000"/>
              <a:gd name="connsiteX17" fmla="*/ 25932 w 6572708"/>
              <a:gd name="connsiteY17" fmla="*/ 6321765 h 6858000"/>
              <a:gd name="connsiteX18" fmla="*/ 31488 w 6572708"/>
              <a:gd name="connsiteY18" fmla="*/ 6292746 h 6858000"/>
              <a:gd name="connsiteX19" fmla="*/ 32413 w 6572708"/>
              <a:gd name="connsiteY19" fmla="*/ 6240744 h 6858000"/>
              <a:gd name="connsiteX20" fmla="*/ 34430 w 6572708"/>
              <a:gd name="connsiteY20" fmla="*/ 6206738 h 6858000"/>
              <a:gd name="connsiteX21" fmla="*/ 55689 w 6572708"/>
              <a:gd name="connsiteY21" fmla="*/ 6203389 h 6858000"/>
              <a:gd name="connsiteX22" fmla="*/ 63475 w 6572708"/>
              <a:gd name="connsiteY22" fmla="*/ 6172740 h 6858000"/>
              <a:gd name="connsiteX23" fmla="*/ 50070 w 6572708"/>
              <a:gd name="connsiteY23" fmla="*/ 6141398 h 6858000"/>
              <a:gd name="connsiteX24" fmla="*/ 52252 w 6572708"/>
              <a:gd name="connsiteY24" fmla="*/ 6103364 h 6858000"/>
              <a:gd name="connsiteX25" fmla="*/ 53329 w 6572708"/>
              <a:gd name="connsiteY25" fmla="*/ 6080619 h 6858000"/>
              <a:gd name="connsiteX26" fmla="*/ 149610 w 6572708"/>
              <a:gd name="connsiteY26" fmla="*/ 5918672 h 6858000"/>
              <a:gd name="connsiteX27" fmla="*/ 160505 w 6572708"/>
              <a:gd name="connsiteY27" fmla="*/ 5887690 h 6858000"/>
              <a:gd name="connsiteX28" fmla="*/ 156200 w 6572708"/>
              <a:gd name="connsiteY28" fmla="*/ 5882649 h 6858000"/>
              <a:gd name="connsiteX29" fmla="*/ 194213 w 6572708"/>
              <a:gd name="connsiteY29" fmla="*/ 5841953 h 6858000"/>
              <a:gd name="connsiteX30" fmla="*/ 203216 w 6572708"/>
              <a:gd name="connsiteY30" fmla="*/ 5777927 h 6858000"/>
              <a:gd name="connsiteX31" fmla="*/ 202536 w 6572708"/>
              <a:gd name="connsiteY31" fmla="*/ 5728879 h 6858000"/>
              <a:gd name="connsiteX32" fmla="*/ 205380 w 6572708"/>
              <a:gd name="connsiteY32" fmla="*/ 5701696 h 6858000"/>
              <a:gd name="connsiteX33" fmla="*/ 203870 w 6572708"/>
              <a:gd name="connsiteY33" fmla="*/ 5681563 h 6858000"/>
              <a:gd name="connsiteX34" fmla="*/ 219294 w 6572708"/>
              <a:gd name="connsiteY34" fmla="*/ 5632219 h 6858000"/>
              <a:gd name="connsiteX35" fmla="*/ 252910 w 6572708"/>
              <a:gd name="connsiteY35" fmla="*/ 5551224 h 6858000"/>
              <a:gd name="connsiteX36" fmla="*/ 258253 w 6572708"/>
              <a:gd name="connsiteY36" fmla="*/ 5533854 h 6858000"/>
              <a:gd name="connsiteX37" fmla="*/ 255640 w 6572708"/>
              <a:gd name="connsiteY37" fmla="*/ 5518422 h 6858000"/>
              <a:gd name="connsiteX38" fmla="*/ 248756 w 6572708"/>
              <a:gd name="connsiteY38" fmla="*/ 5514403 h 6858000"/>
              <a:gd name="connsiteX39" fmla="*/ 250538 w 6572708"/>
              <a:gd name="connsiteY39" fmla="*/ 5504771 h 6858000"/>
              <a:gd name="connsiteX40" fmla="*/ 249507 w 6572708"/>
              <a:gd name="connsiteY40" fmla="*/ 5502102 h 6858000"/>
              <a:gd name="connsiteX41" fmla="*/ 245101 w 6572708"/>
              <a:gd name="connsiteY41" fmla="*/ 5486913 h 6858000"/>
              <a:gd name="connsiteX42" fmla="*/ 273088 w 6572708"/>
              <a:gd name="connsiteY42" fmla="*/ 5457083 h 6858000"/>
              <a:gd name="connsiteX43" fmla="*/ 276759 w 6572708"/>
              <a:gd name="connsiteY43" fmla="*/ 5418245 h 6858000"/>
              <a:gd name="connsiteX44" fmla="*/ 314712 w 6572708"/>
              <a:gd name="connsiteY44" fmla="*/ 5305770 h 6858000"/>
              <a:gd name="connsiteX45" fmla="*/ 320056 w 6572708"/>
              <a:gd name="connsiteY45" fmla="*/ 5298784 h 6858000"/>
              <a:gd name="connsiteX46" fmla="*/ 320763 w 6572708"/>
              <a:gd name="connsiteY46" fmla="*/ 5282149 h 6858000"/>
              <a:gd name="connsiteX47" fmla="*/ 325879 w 6572708"/>
              <a:gd name="connsiteY47" fmla="*/ 5270957 h 6858000"/>
              <a:gd name="connsiteX48" fmla="*/ 318913 w 6572708"/>
              <a:gd name="connsiteY48" fmla="*/ 5268991 h 6858000"/>
              <a:gd name="connsiteX49" fmla="*/ 317275 w 6572708"/>
              <a:gd name="connsiteY49" fmla="*/ 5230130 h 6858000"/>
              <a:gd name="connsiteX50" fmla="*/ 329641 w 6572708"/>
              <a:gd name="connsiteY50" fmla="*/ 5216534 h 6858000"/>
              <a:gd name="connsiteX51" fmla="*/ 329088 w 6572708"/>
              <a:gd name="connsiteY51" fmla="*/ 5211732 h 6858000"/>
              <a:gd name="connsiteX52" fmla="*/ 331669 w 6572708"/>
              <a:gd name="connsiteY52" fmla="*/ 5058537 h 6858000"/>
              <a:gd name="connsiteX53" fmla="*/ 323855 w 6572708"/>
              <a:gd name="connsiteY53" fmla="*/ 4827737 h 6858000"/>
              <a:gd name="connsiteX54" fmla="*/ 333687 w 6572708"/>
              <a:gd name="connsiteY54" fmla="*/ 4774692 h 6858000"/>
              <a:gd name="connsiteX55" fmla="*/ 322637 w 6572708"/>
              <a:gd name="connsiteY55" fmla="*/ 4727427 h 6858000"/>
              <a:gd name="connsiteX56" fmla="*/ 330798 w 6572708"/>
              <a:gd name="connsiteY56" fmla="*/ 4708193 h 6858000"/>
              <a:gd name="connsiteX57" fmla="*/ 332420 w 6572708"/>
              <a:gd name="connsiteY57" fmla="*/ 4704882 h 6858000"/>
              <a:gd name="connsiteX58" fmla="*/ 334216 w 6572708"/>
              <a:gd name="connsiteY58" fmla="*/ 4691500 h 6858000"/>
              <a:gd name="connsiteX59" fmla="*/ 340601 w 6572708"/>
              <a:gd name="connsiteY59" fmla="*/ 4687895 h 6858000"/>
              <a:gd name="connsiteX60" fmla="*/ 347516 w 6572708"/>
              <a:gd name="connsiteY60" fmla="*/ 4667873 h 6858000"/>
              <a:gd name="connsiteX61" fmla="*/ 349175 w 6572708"/>
              <a:gd name="connsiteY61" fmla="*/ 4643189 h 6858000"/>
              <a:gd name="connsiteX62" fmla="*/ 350492 w 6572708"/>
              <a:gd name="connsiteY62" fmla="*/ 4525833 h 6858000"/>
              <a:gd name="connsiteX63" fmla="*/ 355031 w 6572708"/>
              <a:gd name="connsiteY63" fmla="*/ 4455649 h 6858000"/>
              <a:gd name="connsiteX64" fmla="*/ 362651 w 6572708"/>
              <a:gd name="connsiteY64" fmla="*/ 4429036 h 6858000"/>
              <a:gd name="connsiteX65" fmla="*/ 369327 w 6572708"/>
              <a:gd name="connsiteY65" fmla="*/ 4391840 h 6858000"/>
              <a:gd name="connsiteX66" fmla="*/ 371272 w 6572708"/>
              <a:gd name="connsiteY66" fmla="*/ 4358845 h 6858000"/>
              <a:gd name="connsiteX67" fmla="*/ 382342 w 6572708"/>
              <a:gd name="connsiteY67" fmla="*/ 4333764 h 6858000"/>
              <a:gd name="connsiteX68" fmla="*/ 381365 w 6572708"/>
              <a:gd name="connsiteY68" fmla="*/ 4331730 h 6858000"/>
              <a:gd name="connsiteX69" fmla="*/ 364244 w 6572708"/>
              <a:gd name="connsiteY69" fmla="*/ 4309700 h 6858000"/>
              <a:gd name="connsiteX70" fmla="*/ 363377 w 6572708"/>
              <a:gd name="connsiteY70" fmla="*/ 4285388 h 6858000"/>
              <a:gd name="connsiteX71" fmla="*/ 357697 w 6572708"/>
              <a:gd name="connsiteY71" fmla="*/ 4266169 h 6858000"/>
              <a:gd name="connsiteX72" fmla="*/ 356998 w 6572708"/>
              <a:gd name="connsiteY72" fmla="*/ 4247672 h 6858000"/>
              <a:gd name="connsiteX73" fmla="*/ 357549 w 6572708"/>
              <a:gd name="connsiteY73" fmla="*/ 4237120 h 6858000"/>
              <a:gd name="connsiteX74" fmla="*/ 358116 w 6572708"/>
              <a:gd name="connsiteY74" fmla="*/ 4232936 h 6858000"/>
              <a:gd name="connsiteX75" fmla="*/ 366243 w 6572708"/>
              <a:gd name="connsiteY75" fmla="*/ 4224051 h 6858000"/>
              <a:gd name="connsiteX76" fmla="*/ 363841 w 6572708"/>
              <a:gd name="connsiteY76" fmla="*/ 4211782 h 6858000"/>
              <a:gd name="connsiteX77" fmla="*/ 372159 w 6572708"/>
              <a:gd name="connsiteY77" fmla="*/ 4198810 h 6858000"/>
              <a:gd name="connsiteX78" fmla="*/ 366211 w 6572708"/>
              <a:gd name="connsiteY78" fmla="*/ 4195262 h 6858000"/>
              <a:gd name="connsiteX79" fmla="*/ 360561 w 6572708"/>
              <a:gd name="connsiteY79" fmla="*/ 4184054 h 6858000"/>
              <a:gd name="connsiteX80" fmla="*/ 373972 w 6572708"/>
              <a:gd name="connsiteY80" fmla="*/ 4155792 h 6858000"/>
              <a:gd name="connsiteX81" fmla="*/ 373150 w 6572708"/>
              <a:gd name="connsiteY81" fmla="*/ 4150364 h 6858000"/>
              <a:gd name="connsiteX82" fmla="*/ 383773 w 6572708"/>
              <a:gd name="connsiteY82" fmla="*/ 4132084 h 6858000"/>
              <a:gd name="connsiteX83" fmla="*/ 389140 w 6572708"/>
              <a:gd name="connsiteY83" fmla="*/ 4115873 h 6858000"/>
              <a:gd name="connsiteX84" fmla="*/ 378846 w 6572708"/>
              <a:gd name="connsiteY84" fmla="*/ 4082551 h 6858000"/>
              <a:gd name="connsiteX85" fmla="*/ 368001 w 6572708"/>
              <a:gd name="connsiteY85" fmla="*/ 3968090 h 6858000"/>
              <a:gd name="connsiteX86" fmla="*/ 372661 w 6572708"/>
              <a:gd name="connsiteY86" fmla="*/ 3881355 h 6858000"/>
              <a:gd name="connsiteX87" fmla="*/ 379210 w 6572708"/>
              <a:gd name="connsiteY87" fmla="*/ 3850569 h 6858000"/>
              <a:gd name="connsiteX88" fmla="*/ 389880 w 6572708"/>
              <a:gd name="connsiteY88" fmla="*/ 3798988 h 6858000"/>
              <a:gd name="connsiteX89" fmla="*/ 409909 w 6572708"/>
              <a:gd name="connsiteY89" fmla="*/ 3760424 h 6858000"/>
              <a:gd name="connsiteX90" fmla="*/ 414051 w 6572708"/>
              <a:gd name="connsiteY90" fmla="*/ 3717298 h 6858000"/>
              <a:gd name="connsiteX91" fmla="*/ 399424 w 6572708"/>
              <a:gd name="connsiteY91" fmla="*/ 3707291 h 6858000"/>
              <a:gd name="connsiteX92" fmla="*/ 394460 w 6572708"/>
              <a:gd name="connsiteY92" fmla="*/ 3673415 h 6858000"/>
              <a:gd name="connsiteX93" fmla="*/ 408918 w 6572708"/>
              <a:gd name="connsiteY93" fmla="*/ 3661155 h 6858000"/>
              <a:gd name="connsiteX94" fmla="*/ 425028 w 6572708"/>
              <a:gd name="connsiteY94" fmla="*/ 3591166 h 6858000"/>
              <a:gd name="connsiteX95" fmla="*/ 430292 w 6572708"/>
              <a:gd name="connsiteY95" fmla="*/ 3550801 h 6858000"/>
              <a:gd name="connsiteX96" fmla="*/ 437149 w 6572708"/>
              <a:gd name="connsiteY96" fmla="*/ 3497399 h 6858000"/>
              <a:gd name="connsiteX97" fmla="*/ 442017 w 6572708"/>
              <a:gd name="connsiteY97" fmla="*/ 3474143 h 6858000"/>
              <a:gd name="connsiteX98" fmla="*/ 437175 w 6572708"/>
              <a:gd name="connsiteY98" fmla="*/ 3463057 h 6858000"/>
              <a:gd name="connsiteX99" fmla="*/ 438483 w 6572708"/>
              <a:gd name="connsiteY99" fmla="*/ 3457563 h 6858000"/>
              <a:gd name="connsiteX100" fmla="*/ 438642 w 6572708"/>
              <a:gd name="connsiteY100" fmla="*/ 3439053 h 6858000"/>
              <a:gd name="connsiteX101" fmla="*/ 439678 w 6572708"/>
              <a:gd name="connsiteY101" fmla="*/ 3428537 h 6858000"/>
              <a:gd name="connsiteX102" fmla="*/ 440437 w 6572708"/>
              <a:gd name="connsiteY102" fmla="*/ 3424381 h 6858000"/>
              <a:gd name="connsiteX103" fmla="*/ 448781 w 6572708"/>
              <a:gd name="connsiteY103" fmla="*/ 3416042 h 6858000"/>
              <a:gd name="connsiteX104" fmla="*/ 448765 w 6572708"/>
              <a:gd name="connsiteY104" fmla="*/ 3414504 h 6858000"/>
              <a:gd name="connsiteX105" fmla="*/ 447134 w 6572708"/>
              <a:gd name="connsiteY105" fmla="*/ 3403498 h 6858000"/>
              <a:gd name="connsiteX106" fmla="*/ 452387 w 6572708"/>
              <a:gd name="connsiteY106" fmla="*/ 3396070 h 6858000"/>
              <a:gd name="connsiteX107" fmla="*/ 453996 w 6572708"/>
              <a:gd name="connsiteY107" fmla="*/ 3389553 h 6858000"/>
              <a:gd name="connsiteX108" fmla="*/ 450265 w 6572708"/>
              <a:gd name="connsiteY108" fmla="*/ 3387098 h 6858000"/>
              <a:gd name="connsiteX109" fmla="*/ 445137 w 6572708"/>
              <a:gd name="connsiteY109" fmla="*/ 3375655 h 6858000"/>
              <a:gd name="connsiteX110" fmla="*/ 453359 w 6572708"/>
              <a:gd name="connsiteY110" fmla="*/ 3367050 h 6858000"/>
              <a:gd name="connsiteX111" fmla="*/ 459842 w 6572708"/>
              <a:gd name="connsiteY111" fmla="*/ 3348005 h 6858000"/>
              <a:gd name="connsiteX112" fmla="*/ 459268 w 6572708"/>
              <a:gd name="connsiteY112" fmla="*/ 3342546 h 6858000"/>
              <a:gd name="connsiteX113" fmla="*/ 470590 w 6572708"/>
              <a:gd name="connsiteY113" fmla="*/ 3324958 h 6858000"/>
              <a:gd name="connsiteX114" fmla="*/ 468579 w 6572708"/>
              <a:gd name="connsiteY114" fmla="*/ 3306990 h 6858000"/>
              <a:gd name="connsiteX115" fmla="*/ 480123 w 6572708"/>
              <a:gd name="connsiteY115" fmla="*/ 3295094 h 6858000"/>
              <a:gd name="connsiteX116" fmla="*/ 482298 w 6572708"/>
              <a:gd name="connsiteY116" fmla="*/ 3293541 h 6858000"/>
              <a:gd name="connsiteX117" fmla="*/ 489102 w 6572708"/>
              <a:gd name="connsiteY117" fmla="*/ 3262198 h 6858000"/>
              <a:gd name="connsiteX118" fmla="*/ 497561 w 6572708"/>
              <a:gd name="connsiteY118" fmla="*/ 3253284 h 6858000"/>
              <a:gd name="connsiteX119" fmla="*/ 522157 w 6572708"/>
              <a:gd name="connsiteY119" fmla="*/ 3192563 h 6858000"/>
              <a:gd name="connsiteX120" fmla="*/ 529302 w 6572708"/>
              <a:gd name="connsiteY120" fmla="*/ 3175520 h 6858000"/>
              <a:gd name="connsiteX121" fmla="*/ 528284 w 6572708"/>
              <a:gd name="connsiteY121" fmla="*/ 3160058 h 6858000"/>
              <a:gd name="connsiteX122" fmla="*/ 521806 w 6572708"/>
              <a:gd name="connsiteY122" fmla="*/ 3155764 h 6858000"/>
              <a:gd name="connsiteX123" fmla="*/ 524589 w 6572708"/>
              <a:gd name="connsiteY123" fmla="*/ 3146261 h 6858000"/>
              <a:gd name="connsiteX124" fmla="*/ 523832 w 6572708"/>
              <a:gd name="connsiteY124" fmla="*/ 3143561 h 6858000"/>
              <a:gd name="connsiteX125" fmla="*/ 520994 w 6572708"/>
              <a:gd name="connsiteY125" fmla="*/ 3128263 h 6858000"/>
              <a:gd name="connsiteX126" fmla="*/ 552091 w 6572708"/>
              <a:gd name="connsiteY126" fmla="*/ 3099818 h 6858000"/>
              <a:gd name="connsiteX127" fmla="*/ 618216 w 6572708"/>
              <a:gd name="connsiteY127" fmla="*/ 2895965 h 6858000"/>
              <a:gd name="connsiteX128" fmla="*/ 724973 w 6572708"/>
              <a:gd name="connsiteY128" fmla="*/ 2755713 h 6858000"/>
              <a:gd name="connsiteX129" fmla="*/ 765538 w 6572708"/>
              <a:gd name="connsiteY129" fmla="*/ 2648081 h 6858000"/>
              <a:gd name="connsiteX130" fmla="*/ 780267 w 6572708"/>
              <a:gd name="connsiteY130" fmla="*/ 2641879 h 6858000"/>
              <a:gd name="connsiteX131" fmla="*/ 790836 w 6572708"/>
              <a:gd name="connsiteY131" fmla="*/ 2632919 h 6858000"/>
              <a:gd name="connsiteX132" fmla="*/ 790328 w 6572708"/>
              <a:gd name="connsiteY132" fmla="*/ 2631229 h 6858000"/>
              <a:gd name="connsiteX133" fmla="*/ 797257 w 6572708"/>
              <a:gd name="connsiteY133" fmla="*/ 2619054 h 6858000"/>
              <a:gd name="connsiteX134" fmla="*/ 802383 w 6572708"/>
              <a:gd name="connsiteY134" fmla="*/ 2617568 h 6858000"/>
              <a:gd name="connsiteX135" fmla="*/ 808267 w 6572708"/>
              <a:gd name="connsiteY135" fmla="*/ 2609586 h 6858000"/>
              <a:gd name="connsiteX136" fmla="*/ 822908 w 6572708"/>
              <a:gd name="connsiteY136" fmla="*/ 2594856 h 6858000"/>
              <a:gd name="connsiteX137" fmla="*/ 822791 w 6572708"/>
              <a:gd name="connsiteY137" fmla="*/ 2591164 h 6858000"/>
              <a:gd name="connsiteX138" fmla="*/ 840423 w 6572708"/>
              <a:gd name="connsiteY138" fmla="*/ 2567492 h 6858000"/>
              <a:gd name="connsiteX139" fmla="*/ 839313 w 6572708"/>
              <a:gd name="connsiteY139" fmla="*/ 2566722 h 6858000"/>
              <a:gd name="connsiteX140" fmla="*/ 838361 w 6572708"/>
              <a:gd name="connsiteY140" fmla="*/ 2558109 h 6858000"/>
              <a:gd name="connsiteX141" fmla="*/ 839637 w 6572708"/>
              <a:gd name="connsiteY141" fmla="*/ 2542662 h 6858000"/>
              <a:gd name="connsiteX142" fmla="*/ 825800 w 6572708"/>
              <a:gd name="connsiteY142" fmla="*/ 2501548 h 6858000"/>
              <a:gd name="connsiteX143" fmla="*/ 844035 w 6572708"/>
              <a:gd name="connsiteY143" fmla="*/ 2476819 h 6858000"/>
              <a:gd name="connsiteX144" fmla="*/ 846972 w 6572708"/>
              <a:gd name="connsiteY144" fmla="*/ 2471590 h 6858000"/>
              <a:gd name="connsiteX145" fmla="*/ 846730 w 6572708"/>
              <a:gd name="connsiteY145" fmla="*/ 2471378 h 6858000"/>
              <a:gd name="connsiteX146" fmla="*/ 849228 w 6572708"/>
              <a:gd name="connsiteY146" fmla="*/ 2465654 h 6858000"/>
              <a:gd name="connsiteX147" fmla="*/ 852330 w 6572708"/>
              <a:gd name="connsiteY147" fmla="*/ 2462052 h 6858000"/>
              <a:gd name="connsiteX148" fmla="*/ 858029 w 6572708"/>
              <a:gd name="connsiteY148" fmla="*/ 2451906 h 6858000"/>
              <a:gd name="connsiteX149" fmla="*/ 857986 w 6572708"/>
              <a:gd name="connsiteY149" fmla="*/ 2447716 h 6858000"/>
              <a:gd name="connsiteX150" fmla="*/ 855075 w 6572708"/>
              <a:gd name="connsiteY150" fmla="*/ 2445047 h 6858000"/>
              <a:gd name="connsiteX151" fmla="*/ 856006 w 6572708"/>
              <a:gd name="connsiteY151" fmla="*/ 2444265 h 6858000"/>
              <a:gd name="connsiteX152" fmla="*/ 856444 w 6572708"/>
              <a:gd name="connsiteY152" fmla="*/ 2421759 h 6858000"/>
              <a:gd name="connsiteX153" fmla="*/ 868981 w 6572708"/>
              <a:gd name="connsiteY153" fmla="*/ 2375200 h 6858000"/>
              <a:gd name="connsiteX154" fmla="*/ 880811 w 6572708"/>
              <a:gd name="connsiteY154" fmla="*/ 2350147 h 6858000"/>
              <a:gd name="connsiteX155" fmla="*/ 908124 w 6572708"/>
              <a:gd name="connsiteY155" fmla="*/ 2279761 h 6858000"/>
              <a:gd name="connsiteX156" fmla="*/ 921761 w 6572708"/>
              <a:gd name="connsiteY156" fmla="*/ 2164302 h 6858000"/>
              <a:gd name="connsiteX157" fmla="*/ 923058 w 6572708"/>
              <a:gd name="connsiteY157" fmla="*/ 2160162 h 6858000"/>
              <a:gd name="connsiteX158" fmla="*/ 931663 w 6572708"/>
              <a:gd name="connsiteY158" fmla="*/ 2151458 h 6858000"/>
              <a:gd name="connsiteX159" fmla="*/ 935730 w 6572708"/>
              <a:gd name="connsiteY159" fmla="*/ 2148616 h 6858000"/>
              <a:gd name="connsiteX160" fmla="*/ 939910 w 6572708"/>
              <a:gd name="connsiteY160" fmla="*/ 2143540 h 6858000"/>
              <a:gd name="connsiteX161" fmla="*/ 939746 w 6572708"/>
              <a:gd name="connsiteY161" fmla="*/ 2143278 h 6858000"/>
              <a:gd name="connsiteX162" fmla="*/ 944182 w 6572708"/>
              <a:gd name="connsiteY162" fmla="*/ 2138791 h 6858000"/>
              <a:gd name="connsiteX163" fmla="*/ 969240 w 6572708"/>
              <a:gd name="connsiteY163" fmla="*/ 2118565 h 6858000"/>
              <a:gd name="connsiteX164" fmla="*/ 969333 w 6572708"/>
              <a:gd name="connsiteY164" fmla="*/ 2074914 h 6858000"/>
              <a:gd name="connsiteX165" fmla="*/ 975462 w 6572708"/>
              <a:gd name="connsiteY165" fmla="*/ 2059981 h 6858000"/>
              <a:gd name="connsiteX166" fmla="*/ 977313 w 6572708"/>
              <a:gd name="connsiteY166" fmla="*/ 2051279 h 6858000"/>
              <a:gd name="connsiteX167" fmla="*/ 976512 w 6572708"/>
              <a:gd name="connsiteY167" fmla="*/ 2050269 h 6858000"/>
              <a:gd name="connsiteX168" fmla="*/ 1000665 w 6572708"/>
              <a:gd name="connsiteY168" fmla="*/ 2030946 h 6858000"/>
              <a:gd name="connsiteX169" fmla="*/ 1001735 w 6572708"/>
              <a:gd name="connsiteY169" fmla="*/ 2027284 h 6858000"/>
              <a:gd name="connsiteX170" fmla="*/ 1020214 w 6572708"/>
              <a:gd name="connsiteY170" fmla="*/ 2016095 h 6858000"/>
              <a:gd name="connsiteX171" fmla="*/ 1028302 w 6572708"/>
              <a:gd name="connsiteY171" fmla="*/ 2009567 h 6858000"/>
              <a:gd name="connsiteX172" fmla="*/ 1033598 w 6572708"/>
              <a:gd name="connsiteY172" fmla="*/ 2009267 h 6858000"/>
              <a:gd name="connsiteX173" fmla="*/ 1044008 w 6572708"/>
              <a:gd name="connsiteY173" fmla="*/ 1998844 h 6858000"/>
              <a:gd name="connsiteX174" fmla="*/ 1044069 w 6572708"/>
              <a:gd name="connsiteY174" fmla="*/ 1997063 h 6858000"/>
              <a:gd name="connsiteX175" fmla="*/ 1056878 w 6572708"/>
              <a:gd name="connsiteY175" fmla="*/ 1990634 h 6858000"/>
              <a:gd name="connsiteX176" fmla="*/ 1072722 w 6572708"/>
              <a:gd name="connsiteY176" fmla="*/ 1987868 h 6858000"/>
              <a:gd name="connsiteX177" fmla="*/ 1145252 w 6572708"/>
              <a:gd name="connsiteY177" fmla="*/ 1891028 h 6858000"/>
              <a:gd name="connsiteX178" fmla="*/ 1226890 w 6572708"/>
              <a:gd name="connsiteY178" fmla="*/ 1845992 h 6858000"/>
              <a:gd name="connsiteX179" fmla="*/ 1323685 w 6572708"/>
              <a:gd name="connsiteY179" fmla="*/ 1758717 h 6858000"/>
              <a:gd name="connsiteX180" fmla="*/ 1398273 w 6572708"/>
              <a:gd name="connsiteY180" fmla="*/ 1627389 h 6858000"/>
              <a:gd name="connsiteX181" fmla="*/ 1417786 w 6572708"/>
              <a:gd name="connsiteY181" fmla="*/ 1591233 h 6858000"/>
              <a:gd name="connsiteX182" fmla="*/ 1456144 w 6572708"/>
              <a:gd name="connsiteY182" fmla="*/ 1570271 h 6858000"/>
              <a:gd name="connsiteX183" fmla="*/ 1458351 w 6572708"/>
              <a:gd name="connsiteY183" fmla="*/ 1554550 h 6858000"/>
              <a:gd name="connsiteX184" fmla="*/ 1458500 w 6572708"/>
              <a:gd name="connsiteY184" fmla="*/ 1551719 h 6858000"/>
              <a:gd name="connsiteX185" fmla="*/ 1464150 w 6572708"/>
              <a:gd name="connsiteY185" fmla="*/ 1542986 h 6858000"/>
              <a:gd name="connsiteX186" fmla="*/ 1459426 w 6572708"/>
              <a:gd name="connsiteY186" fmla="*/ 1537283 h 6858000"/>
              <a:gd name="connsiteX187" fmla="*/ 1463401 w 6572708"/>
              <a:gd name="connsiteY187" fmla="*/ 1521818 h 6858000"/>
              <a:gd name="connsiteX188" fmla="*/ 1475565 w 6572708"/>
              <a:gd name="connsiteY188" fmla="*/ 1506648 h 6858000"/>
              <a:gd name="connsiteX189" fmla="*/ 1540362 w 6572708"/>
              <a:gd name="connsiteY189" fmla="*/ 1438265 h 6858000"/>
              <a:gd name="connsiteX190" fmla="*/ 1575141 w 6572708"/>
              <a:gd name="connsiteY190" fmla="*/ 1395238 h 6858000"/>
              <a:gd name="connsiteX191" fmla="*/ 1582090 w 6572708"/>
              <a:gd name="connsiteY191" fmla="*/ 1375575 h 6858000"/>
              <a:gd name="connsiteX192" fmla="*/ 1596005 w 6572708"/>
              <a:gd name="connsiteY192" fmla="*/ 1350347 h 6858000"/>
              <a:gd name="connsiteX193" fmla="*/ 1615711 w 6572708"/>
              <a:gd name="connsiteY193" fmla="*/ 1303251 h 6858000"/>
              <a:gd name="connsiteX194" fmla="*/ 1650622 w 6572708"/>
              <a:gd name="connsiteY194" fmla="*/ 1244447 h 6858000"/>
              <a:gd name="connsiteX195" fmla="*/ 1702792 w 6572708"/>
              <a:gd name="connsiteY195" fmla="*/ 1215797 h 6858000"/>
              <a:gd name="connsiteX196" fmla="*/ 1700885 w 6572708"/>
              <a:gd name="connsiteY196" fmla="*/ 1209814 h 6858000"/>
              <a:gd name="connsiteX197" fmla="*/ 1723848 w 6572708"/>
              <a:gd name="connsiteY197" fmla="*/ 1183123 h 6858000"/>
              <a:gd name="connsiteX198" fmla="*/ 1759968 w 6572708"/>
              <a:gd name="connsiteY198" fmla="*/ 1166871 h 6858000"/>
              <a:gd name="connsiteX199" fmla="*/ 1767742 w 6572708"/>
              <a:gd name="connsiteY199" fmla="*/ 1158484 h 6858000"/>
              <a:gd name="connsiteX200" fmla="*/ 1773870 w 6572708"/>
              <a:gd name="connsiteY200" fmla="*/ 1125979 h 6858000"/>
              <a:gd name="connsiteX201" fmla="*/ 1767392 w 6572708"/>
              <a:gd name="connsiteY201" fmla="*/ 1121685 h 6858000"/>
              <a:gd name="connsiteX202" fmla="*/ 1770175 w 6572708"/>
              <a:gd name="connsiteY202" fmla="*/ 1112182 h 6858000"/>
              <a:gd name="connsiteX203" fmla="*/ 1769418 w 6572708"/>
              <a:gd name="connsiteY203" fmla="*/ 1109483 h 6858000"/>
              <a:gd name="connsiteX204" fmla="*/ 1766580 w 6572708"/>
              <a:gd name="connsiteY204" fmla="*/ 1094184 h 6858000"/>
              <a:gd name="connsiteX205" fmla="*/ 1797677 w 6572708"/>
              <a:gd name="connsiteY205" fmla="*/ 1065740 h 6858000"/>
              <a:gd name="connsiteX206" fmla="*/ 1863681 w 6572708"/>
              <a:gd name="connsiteY206" fmla="*/ 947760 h 6858000"/>
              <a:gd name="connsiteX207" fmla="*/ 1922110 w 6572708"/>
              <a:gd name="connsiteY207" fmla="*/ 824781 h 6858000"/>
              <a:gd name="connsiteX208" fmla="*/ 1970558 w 6572708"/>
              <a:gd name="connsiteY208" fmla="*/ 721635 h 6858000"/>
              <a:gd name="connsiteX209" fmla="*/ 1974257 w 6572708"/>
              <a:gd name="connsiteY209" fmla="*/ 713733 h 6858000"/>
              <a:gd name="connsiteX210" fmla="*/ 1971701 w 6572708"/>
              <a:gd name="connsiteY210" fmla="*/ 704563 h 6858000"/>
              <a:gd name="connsiteX211" fmla="*/ 1966819 w 6572708"/>
              <a:gd name="connsiteY211" fmla="*/ 628924 h 6858000"/>
              <a:gd name="connsiteX212" fmla="*/ 1956004 w 6572708"/>
              <a:gd name="connsiteY212" fmla="*/ 621102 h 6858000"/>
              <a:gd name="connsiteX213" fmla="*/ 1948613 w 6572708"/>
              <a:gd name="connsiteY213" fmla="*/ 609156 h 6858000"/>
              <a:gd name="connsiteX214" fmla="*/ 1949145 w 6572708"/>
              <a:gd name="connsiteY214" fmla="*/ 606753 h 6858000"/>
              <a:gd name="connsiteX215" fmla="*/ 1944819 w 6572708"/>
              <a:gd name="connsiteY215" fmla="*/ 590072 h 6858000"/>
              <a:gd name="connsiteX216" fmla="*/ 1941001 w 6572708"/>
              <a:gd name="connsiteY216" fmla="*/ 588296 h 6858000"/>
              <a:gd name="connsiteX217" fmla="*/ 1937134 w 6572708"/>
              <a:gd name="connsiteY217" fmla="*/ 577443 h 6858000"/>
              <a:gd name="connsiteX218" fmla="*/ 1927092 w 6572708"/>
              <a:gd name="connsiteY218" fmla="*/ 557642 h 6858000"/>
              <a:gd name="connsiteX219" fmla="*/ 1927484 w 6572708"/>
              <a:gd name="connsiteY219" fmla="*/ 552451 h 6858000"/>
              <a:gd name="connsiteX220" fmla="*/ 1915874 w 6572708"/>
              <a:gd name="connsiteY220" fmla="*/ 520271 h 6858000"/>
              <a:gd name="connsiteX221" fmla="*/ 1916793 w 6572708"/>
              <a:gd name="connsiteY221" fmla="*/ 519123 h 6858000"/>
              <a:gd name="connsiteX222" fmla="*/ 1918236 w 6572708"/>
              <a:gd name="connsiteY222" fmla="*/ 506970 h 6858000"/>
              <a:gd name="connsiteX223" fmla="*/ 1918529 w 6572708"/>
              <a:gd name="connsiteY223" fmla="*/ 485354 h 6858000"/>
              <a:gd name="connsiteX224" fmla="*/ 1932556 w 6572708"/>
              <a:gd name="connsiteY224" fmla="*/ 426779 h 6858000"/>
              <a:gd name="connsiteX225" fmla="*/ 1920572 w 6572708"/>
              <a:gd name="connsiteY225" fmla="*/ 393150 h 6858000"/>
              <a:gd name="connsiteX226" fmla="*/ 1918744 w 6572708"/>
              <a:gd name="connsiteY226" fmla="*/ 385981 h 6858000"/>
              <a:gd name="connsiteX227" fmla="*/ 1918949 w 6572708"/>
              <a:gd name="connsiteY227" fmla="*/ 385674 h 6858000"/>
              <a:gd name="connsiteX228" fmla="*/ 1917499 w 6572708"/>
              <a:gd name="connsiteY228" fmla="*/ 377782 h 6858000"/>
              <a:gd name="connsiteX229" fmla="*/ 1915412 w 6572708"/>
              <a:gd name="connsiteY229" fmla="*/ 372914 h 6858000"/>
              <a:gd name="connsiteX230" fmla="*/ 1911865 w 6572708"/>
              <a:gd name="connsiteY230" fmla="*/ 359009 h 6858000"/>
              <a:gd name="connsiteX231" fmla="*/ 1912244 w 6572708"/>
              <a:gd name="connsiteY231" fmla="*/ 353121 h 6858000"/>
              <a:gd name="connsiteX232" fmla="*/ 1933610 w 6572708"/>
              <a:gd name="connsiteY232" fmla="*/ 297387 h 6858000"/>
              <a:gd name="connsiteX233" fmla="*/ 1939454 w 6572708"/>
              <a:gd name="connsiteY233" fmla="*/ 194719 h 6858000"/>
              <a:gd name="connsiteX234" fmla="*/ 1942001 w 6572708"/>
              <a:gd name="connsiteY234" fmla="*/ 93227 h 6858000"/>
              <a:gd name="connsiteX235" fmla="*/ 1941351 w 6572708"/>
              <a:gd name="connsiteY235" fmla="*/ 56555 h 6858000"/>
              <a:gd name="connsiteX236" fmla="*/ 1950955 w 6572708"/>
              <a:gd name="connsiteY236" fmla="*/ 5312 h 6858000"/>
              <a:gd name="connsiteX237" fmla="*/ 1949546 w 6572708"/>
              <a:gd name="connsiteY237" fmla="*/ 0 h 6858000"/>
              <a:gd name="connsiteX0" fmla="*/ 1949546 w 6572708"/>
              <a:gd name="connsiteY0" fmla="*/ 0 h 6858000"/>
              <a:gd name="connsiteX1" fmla="*/ 3317827 w 6572708"/>
              <a:gd name="connsiteY1" fmla="*/ 0 h 6858000"/>
              <a:gd name="connsiteX2" fmla="*/ 3831783 w 6572708"/>
              <a:gd name="connsiteY2" fmla="*/ 0 h 6858000"/>
              <a:gd name="connsiteX3" fmla="*/ 4727719 w 6572708"/>
              <a:gd name="connsiteY3" fmla="*/ 0 h 6858000"/>
              <a:gd name="connsiteX4" fmla="*/ 6096000 w 6572708"/>
              <a:gd name="connsiteY4" fmla="*/ 0 h 6858000"/>
              <a:gd name="connsiteX5" fmla="*/ 6572708 w 6572708"/>
              <a:gd name="connsiteY5" fmla="*/ 0 h 6858000"/>
              <a:gd name="connsiteX6" fmla="*/ 6572708 w 6572708"/>
              <a:gd name="connsiteY6" fmla="*/ 6858000 h 6858000"/>
              <a:gd name="connsiteX7" fmla="*/ 0 w 6572708"/>
              <a:gd name="connsiteY7" fmla="*/ 6858000 h 6858000"/>
              <a:gd name="connsiteX8" fmla="*/ 9990 w 6572708"/>
              <a:gd name="connsiteY8" fmla="*/ 6815347 h 6858000"/>
              <a:gd name="connsiteX9" fmla="*/ 60759 w 6572708"/>
              <a:gd name="connsiteY9" fmla="*/ 6667761 h 6858000"/>
              <a:gd name="connsiteX10" fmla="*/ 44882 w 6572708"/>
              <a:gd name="connsiteY10" fmla="*/ 6635203 h 6858000"/>
              <a:gd name="connsiteX11" fmla="*/ 38884 w 6572708"/>
              <a:gd name="connsiteY11" fmla="*/ 6601215 h 6858000"/>
              <a:gd name="connsiteX12" fmla="*/ 24537 w 6572708"/>
              <a:gd name="connsiteY12" fmla="*/ 6599857 h 6858000"/>
              <a:gd name="connsiteX13" fmla="*/ 30487 w 6572708"/>
              <a:gd name="connsiteY13" fmla="*/ 6582849 h 6858000"/>
              <a:gd name="connsiteX14" fmla="*/ 30797 w 6572708"/>
              <a:gd name="connsiteY14" fmla="*/ 6536021 h 6858000"/>
              <a:gd name="connsiteX15" fmla="*/ 10629 w 6572708"/>
              <a:gd name="connsiteY15" fmla="*/ 6483343 h 6858000"/>
              <a:gd name="connsiteX16" fmla="*/ 16211 w 6572708"/>
              <a:gd name="connsiteY16" fmla="*/ 6402087 h 6858000"/>
              <a:gd name="connsiteX17" fmla="*/ 25932 w 6572708"/>
              <a:gd name="connsiteY17" fmla="*/ 6321765 h 6858000"/>
              <a:gd name="connsiteX18" fmla="*/ 31488 w 6572708"/>
              <a:gd name="connsiteY18" fmla="*/ 6292746 h 6858000"/>
              <a:gd name="connsiteX19" fmla="*/ 32413 w 6572708"/>
              <a:gd name="connsiteY19" fmla="*/ 6240744 h 6858000"/>
              <a:gd name="connsiteX20" fmla="*/ 34430 w 6572708"/>
              <a:gd name="connsiteY20" fmla="*/ 6206738 h 6858000"/>
              <a:gd name="connsiteX21" fmla="*/ 55689 w 6572708"/>
              <a:gd name="connsiteY21" fmla="*/ 6203389 h 6858000"/>
              <a:gd name="connsiteX22" fmla="*/ 63475 w 6572708"/>
              <a:gd name="connsiteY22" fmla="*/ 6172740 h 6858000"/>
              <a:gd name="connsiteX23" fmla="*/ 50070 w 6572708"/>
              <a:gd name="connsiteY23" fmla="*/ 6141398 h 6858000"/>
              <a:gd name="connsiteX24" fmla="*/ 52252 w 6572708"/>
              <a:gd name="connsiteY24" fmla="*/ 6103364 h 6858000"/>
              <a:gd name="connsiteX25" fmla="*/ 53329 w 6572708"/>
              <a:gd name="connsiteY25" fmla="*/ 6080619 h 6858000"/>
              <a:gd name="connsiteX26" fmla="*/ 149610 w 6572708"/>
              <a:gd name="connsiteY26" fmla="*/ 5918672 h 6858000"/>
              <a:gd name="connsiteX27" fmla="*/ 160505 w 6572708"/>
              <a:gd name="connsiteY27" fmla="*/ 5887690 h 6858000"/>
              <a:gd name="connsiteX28" fmla="*/ 156200 w 6572708"/>
              <a:gd name="connsiteY28" fmla="*/ 5882649 h 6858000"/>
              <a:gd name="connsiteX29" fmla="*/ 194213 w 6572708"/>
              <a:gd name="connsiteY29" fmla="*/ 5841953 h 6858000"/>
              <a:gd name="connsiteX30" fmla="*/ 203216 w 6572708"/>
              <a:gd name="connsiteY30" fmla="*/ 5777927 h 6858000"/>
              <a:gd name="connsiteX31" fmla="*/ 202536 w 6572708"/>
              <a:gd name="connsiteY31" fmla="*/ 5728879 h 6858000"/>
              <a:gd name="connsiteX32" fmla="*/ 205380 w 6572708"/>
              <a:gd name="connsiteY32" fmla="*/ 5701696 h 6858000"/>
              <a:gd name="connsiteX33" fmla="*/ 203870 w 6572708"/>
              <a:gd name="connsiteY33" fmla="*/ 5681563 h 6858000"/>
              <a:gd name="connsiteX34" fmla="*/ 219294 w 6572708"/>
              <a:gd name="connsiteY34" fmla="*/ 5632219 h 6858000"/>
              <a:gd name="connsiteX35" fmla="*/ 252910 w 6572708"/>
              <a:gd name="connsiteY35" fmla="*/ 5551224 h 6858000"/>
              <a:gd name="connsiteX36" fmla="*/ 258253 w 6572708"/>
              <a:gd name="connsiteY36" fmla="*/ 5533854 h 6858000"/>
              <a:gd name="connsiteX37" fmla="*/ 255640 w 6572708"/>
              <a:gd name="connsiteY37" fmla="*/ 5518422 h 6858000"/>
              <a:gd name="connsiteX38" fmla="*/ 248756 w 6572708"/>
              <a:gd name="connsiteY38" fmla="*/ 5514403 h 6858000"/>
              <a:gd name="connsiteX39" fmla="*/ 250538 w 6572708"/>
              <a:gd name="connsiteY39" fmla="*/ 5504771 h 6858000"/>
              <a:gd name="connsiteX40" fmla="*/ 249507 w 6572708"/>
              <a:gd name="connsiteY40" fmla="*/ 5502102 h 6858000"/>
              <a:gd name="connsiteX41" fmla="*/ 245101 w 6572708"/>
              <a:gd name="connsiteY41" fmla="*/ 5486913 h 6858000"/>
              <a:gd name="connsiteX42" fmla="*/ 273088 w 6572708"/>
              <a:gd name="connsiteY42" fmla="*/ 5457083 h 6858000"/>
              <a:gd name="connsiteX43" fmla="*/ 276759 w 6572708"/>
              <a:gd name="connsiteY43" fmla="*/ 5418245 h 6858000"/>
              <a:gd name="connsiteX44" fmla="*/ 314712 w 6572708"/>
              <a:gd name="connsiteY44" fmla="*/ 5305770 h 6858000"/>
              <a:gd name="connsiteX45" fmla="*/ 320056 w 6572708"/>
              <a:gd name="connsiteY45" fmla="*/ 5298784 h 6858000"/>
              <a:gd name="connsiteX46" fmla="*/ 320763 w 6572708"/>
              <a:gd name="connsiteY46" fmla="*/ 5282149 h 6858000"/>
              <a:gd name="connsiteX47" fmla="*/ 325879 w 6572708"/>
              <a:gd name="connsiteY47" fmla="*/ 5270957 h 6858000"/>
              <a:gd name="connsiteX48" fmla="*/ 318913 w 6572708"/>
              <a:gd name="connsiteY48" fmla="*/ 5268991 h 6858000"/>
              <a:gd name="connsiteX49" fmla="*/ 317275 w 6572708"/>
              <a:gd name="connsiteY49" fmla="*/ 5230130 h 6858000"/>
              <a:gd name="connsiteX50" fmla="*/ 329641 w 6572708"/>
              <a:gd name="connsiteY50" fmla="*/ 5216534 h 6858000"/>
              <a:gd name="connsiteX51" fmla="*/ 329088 w 6572708"/>
              <a:gd name="connsiteY51" fmla="*/ 5211732 h 6858000"/>
              <a:gd name="connsiteX52" fmla="*/ 331669 w 6572708"/>
              <a:gd name="connsiteY52" fmla="*/ 5058537 h 6858000"/>
              <a:gd name="connsiteX53" fmla="*/ 323855 w 6572708"/>
              <a:gd name="connsiteY53" fmla="*/ 4827737 h 6858000"/>
              <a:gd name="connsiteX54" fmla="*/ 333687 w 6572708"/>
              <a:gd name="connsiteY54" fmla="*/ 4774692 h 6858000"/>
              <a:gd name="connsiteX55" fmla="*/ 322637 w 6572708"/>
              <a:gd name="connsiteY55" fmla="*/ 4727427 h 6858000"/>
              <a:gd name="connsiteX56" fmla="*/ 330798 w 6572708"/>
              <a:gd name="connsiteY56" fmla="*/ 4708193 h 6858000"/>
              <a:gd name="connsiteX57" fmla="*/ 332420 w 6572708"/>
              <a:gd name="connsiteY57" fmla="*/ 4704882 h 6858000"/>
              <a:gd name="connsiteX58" fmla="*/ 334216 w 6572708"/>
              <a:gd name="connsiteY58" fmla="*/ 4691500 h 6858000"/>
              <a:gd name="connsiteX59" fmla="*/ 340601 w 6572708"/>
              <a:gd name="connsiteY59" fmla="*/ 4687895 h 6858000"/>
              <a:gd name="connsiteX60" fmla="*/ 347516 w 6572708"/>
              <a:gd name="connsiteY60" fmla="*/ 4667873 h 6858000"/>
              <a:gd name="connsiteX61" fmla="*/ 349175 w 6572708"/>
              <a:gd name="connsiteY61" fmla="*/ 4643189 h 6858000"/>
              <a:gd name="connsiteX62" fmla="*/ 350492 w 6572708"/>
              <a:gd name="connsiteY62" fmla="*/ 4525833 h 6858000"/>
              <a:gd name="connsiteX63" fmla="*/ 355031 w 6572708"/>
              <a:gd name="connsiteY63" fmla="*/ 4455649 h 6858000"/>
              <a:gd name="connsiteX64" fmla="*/ 362651 w 6572708"/>
              <a:gd name="connsiteY64" fmla="*/ 4429036 h 6858000"/>
              <a:gd name="connsiteX65" fmla="*/ 369327 w 6572708"/>
              <a:gd name="connsiteY65" fmla="*/ 4391840 h 6858000"/>
              <a:gd name="connsiteX66" fmla="*/ 371272 w 6572708"/>
              <a:gd name="connsiteY66" fmla="*/ 4358845 h 6858000"/>
              <a:gd name="connsiteX67" fmla="*/ 382342 w 6572708"/>
              <a:gd name="connsiteY67" fmla="*/ 4333764 h 6858000"/>
              <a:gd name="connsiteX68" fmla="*/ 381365 w 6572708"/>
              <a:gd name="connsiteY68" fmla="*/ 4331730 h 6858000"/>
              <a:gd name="connsiteX69" fmla="*/ 364244 w 6572708"/>
              <a:gd name="connsiteY69" fmla="*/ 4309700 h 6858000"/>
              <a:gd name="connsiteX70" fmla="*/ 363377 w 6572708"/>
              <a:gd name="connsiteY70" fmla="*/ 4285388 h 6858000"/>
              <a:gd name="connsiteX71" fmla="*/ 357697 w 6572708"/>
              <a:gd name="connsiteY71" fmla="*/ 4266169 h 6858000"/>
              <a:gd name="connsiteX72" fmla="*/ 356998 w 6572708"/>
              <a:gd name="connsiteY72" fmla="*/ 4247672 h 6858000"/>
              <a:gd name="connsiteX73" fmla="*/ 357549 w 6572708"/>
              <a:gd name="connsiteY73" fmla="*/ 4237120 h 6858000"/>
              <a:gd name="connsiteX74" fmla="*/ 358116 w 6572708"/>
              <a:gd name="connsiteY74" fmla="*/ 4232936 h 6858000"/>
              <a:gd name="connsiteX75" fmla="*/ 366243 w 6572708"/>
              <a:gd name="connsiteY75" fmla="*/ 4224051 h 6858000"/>
              <a:gd name="connsiteX76" fmla="*/ 363841 w 6572708"/>
              <a:gd name="connsiteY76" fmla="*/ 4211782 h 6858000"/>
              <a:gd name="connsiteX77" fmla="*/ 372159 w 6572708"/>
              <a:gd name="connsiteY77" fmla="*/ 4198810 h 6858000"/>
              <a:gd name="connsiteX78" fmla="*/ 366211 w 6572708"/>
              <a:gd name="connsiteY78" fmla="*/ 4195262 h 6858000"/>
              <a:gd name="connsiteX79" fmla="*/ 360561 w 6572708"/>
              <a:gd name="connsiteY79" fmla="*/ 4184054 h 6858000"/>
              <a:gd name="connsiteX80" fmla="*/ 373972 w 6572708"/>
              <a:gd name="connsiteY80" fmla="*/ 4155792 h 6858000"/>
              <a:gd name="connsiteX81" fmla="*/ 373150 w 6572708"/>
              <a:gd name="connsiteY81" fmla="*/ 4150364 h 6858000"/>
              <a:gd name="connsiteX82" fmla="*/ 383773 w 6572708"/>
              <a:gd name="connsiteY82" fmla="*/ 4132084 h 6858000"/>
              <a:gd name="connsiteX83" fmla="*/ 389140 w 6572708"/>
              <a:gd name="connsiteY83" fmla="*/ 4115873 h 6858000"/>
              <a:gd name="connsiteX84" fmla="*/ 378846 w 6572708"/>
              <a:gd name="connsiteY84" fmla="*/ 4082551 h 6858000"/>
              <a:gd name="connsiteX85" fmla="*/ 368001 w 6572708"/>
              <a:gd name="connsiteY85" fmla="*/ 3968090 h 6858000"/>
              <a:gd name="connsiteX86" fmla="*/ 372661 w 6572708"/>
              <a:gd name="connsiteY86" fmla="*/ 3881355 h 6858000"/>
              <a:gd name="connsiteX87" fmla="*/ 379210 w 6572708"/>
              <a:gd name="connsiteY87" fmla="*/ 3850569 h 6858000"/>
              <a:gd name="connsiteX88" fmla="*/ 389880 w 6572708"/>
              <a:gd name="connsiteY88" fmla="*/ 3798988 h 6858000"/>
              <a:gd name="connsiteX89" fmla="*/ 409909 w 6572708"/>
              <a:gd name="connsiteY89" fmla="*/ 3760424 h 6858000"/>
              <a:gd name="connsiteX90" fmla="*/ 414051 w 6572708"/>
              <a:gd name="connsiteY90" fmla="*/ 3717298 h 6858000"/>
              <a:gd name="connsiteX91" fmla="*/ 399424 w 6572708"/>
              <a:gd name="connsiteY91" fmla="*/ 3707291 h 6858000"/>
              <a:gd name="connsiteX92" fmla="*/ 394460 w 6572708"/>
              <a:gd name="connsiteY92" fmla="*/ 3673415 h 6858000"/>
              <a:gd name="connsiteX93" fmla="*/ 408918 w 6572708"/>
              <a:gd name="connsiteY93" fmla="*/ 3661155 h 6858000"/>
              <a:gd name="connsiteX94" fmla="*/ 425028 w 6572708"/>
              <a:gd name="connsiteY94" fmla="*/ 3591166 h 6858000"/>
              <a:gd name="connsiteX95" fmla="*/ 430292 w 6572708"/>
              <a:gd name="connsiteY95" fmla="*/ 3550801 h 6858000"/>
              <a:gd name="connsiteX96" fmla="*/ 437149 w 6572708"/>
              <a:gd name="connsiteY96" fmla="*/ 3497399 h 6858000"/>
              <a:gd name="connsiteX97" fmla="*/ 442017 w 6572708"/>
              <a:gd name="connsiteY97" fmla="*/ 3474143 h 6858000"/>
              <a:gd name="connsiteX98" fmla="*/ 437175 w 6572708"/>
              <a:gd name="connsiteY98" fmla="*/ 3463057 h 6858000"/>
              <a:gd name="connsiteX99" fmla="*/ 438483 w 6572708"/>
              <a:gd name="connsiteY99" fmla="*/ 3457563 h 6858000"/>
              <a:gd name="connsiteX100" fmla="*/ 438642 w 6572708"/>
              <a:gd name="connsiteY100" fmla="*/ 3439053 h 6858000"/>
              <a:gd name="connsiteX101" fmla="*/ 439678 w 6572708"/>
              <a:gd name="connsiteY101" fmla="*/ 3428537 h 6858000"/>
              <a:gd name="connsiteX102" fmla="*/ 440437 w 6572708"/>
              <a:gd name="connsiteY102" fmla="*/ 3424381 h 6858000"/>
              <a:gd name="connsiteX103" fmla="*/ 448781 w 6572708"/>
              <a:gd name="connsiteY103" fmla="*/ 3416042 h 6858000"/>
              <a:gd name="connsiteX104" fmla="*/ 448765 w 6572708"/>
              <a:gd name="connsiteY104" fmla="*/ 3414504 h 6858000"/>
              <a:gd name="connsiteX105" fmla="*/ 447134 w 6572708"/>
              <a:gd name="connsiteY105" fmla="*/ 3403498 h 6858000"/>
              <a:gd name="connsiteX106" fmla="*/ 452387 w 6572708"/>
              <a:gd name="connsiteY106" fmla="*/ 3396070 h 6858000"/>
              <a:gd name="connsiteX107" fmla="*/ 453996 w 6572708"/>
              <a:gd name="connsiteY107" fmla="*/ 3389553 h 6858000"/>
              <a:gd name="connsiteX108" fmla="*/ 450265 w 6572708"/>
              <a:gd name="connsiteY108" fmla="*/ 3387098 h 6858000"/>
              <a:gd name="connsiteX109" fmla="*/ 445137 w 6572708"/>
              <a:gd name="connsiteY109" fmla="*/ 3375655 h 6858000"/>
              <a:gd name="connsiteX110" fmla="*/ 453359 w 6572708"/>
              <a:gd name="connsiteY110" fmla="*/ 3367050 h 6858000"/>
              <a:gd name="connsiteX111" fmla="*/ 459842 w 6572708"/>
              <a:gd name="connsiteY111" fmla="*/ 3348005 h 6858000"/>
              <a:gd name="connsiteX112" fmla="*/ 459268 w 6572708"/>
              <a:gd name="connsiteY112" fmla="*/ 3342546 h 6858000"/>
              <a:gd name="connsiteX113" fmla="*/ 470590 w 6572708"/>
              <a:gd name="connsiteY113" fmla="*/ 3324958 h 6858000"/>
              <a:gd name="connsiteX114" fmla="*/ 468579 w 6572708"/>
              <a:gd name="connsiteY114" fmla="*/ 3306990 h 6858000"/>
              <a:gd name="connsiteX115" fmla="*/ 480123 w 6572708"/>
              <a:gd name="connsiteY115" fmla="*/ 3295094 h 6858000"/>
              <a:gd name="connsiteX116" fmla="*/ 482298 w 6572708"/>
              <a:gd name="connsiteY116" fmla="*/ 3293541 h 6858000"/>
              <a:gd name="connsiteX117" fmla="*/ 489102 w 6572708"/>
              <a:gd name="connsiteY117" fmla="*/ 3262198 h 6858000"/>
              <a:gd name="connsiteX118" fmla="*/ 497561 w 6572708"/>
              <a:gd name="connsiteY118" fmla="*/ 3253284 h 6858000"/>
              <a:gd name="connsiteX119" fmla="*/ 522157 w 6572708"/>
              <a:gd name="connsiteY119" fmla="*/ 3192563 h 6858000"/>
              <a:gd name="connsiteX120" fmla="*/ 529302 w 6572708"/>
              <a:gd name="connsiteY120" fmla="*/ 3175520 h 6858000"/>
              <a:gd name="connsiteX121" fmla="*/ 528284 w 6572708"/>
              <a:gd name="connsiteY121" fmla="*/ 3160058 h 6858000"/>
              <a:gd name="connsiteX122" fmla="*/ 521806 w 6572708"/>
              <a:gd name="connsiteY122" fmla="*/ 3155764 h 6858000"/>
              <a:gd name="connsiteX123" fmla="*/ 524589 w 6572708"/>
              <a:gd name="connsiteY123" fmla="*/ 3146261 h 6858000"/>
              <a:gd name="connsiteX124" fmla="*/ 523832 w 6572708"/>
              <a:gd name="connsiteY124" fmla="*/ 3143561 h 6858000"/>
              <a:gd name="connsiteX125" fmla="*/ 520994 w 6572708"/>
              <a:gd name="connsiteY125" fmla="*/ 3128263 h 6858000"/>
              <a:gd name="connsiteX126" fmla="*/ 552091 w 6572708"/>
              <a:gd name="connsiteY126" fmla="*/ 3099818 h 6858000"/>
              <a:gd name="connsiteX127" fmla="*/ 618216 w 6572708"/>
              <a:gd name="connsiteY127" fmla="*/ 2895965 h 6858000"/>
              <a:gd name="connsiteX128" fmla="*/ 724973 w 6572708"/>
              <a:gd name="connsiteY128" fmla="*/ 2755713 h 6858000"/>
              <a:gd name="connsiteX129" fmla="*/ 765538 w 6572708"/>
              <a:gd name="connsiteY129" fmla="*/ 2648081 h 6858000"/>
              <a:gd name="connsiteX130" fmla="*/ 780267 w 6572708"/>
              <a:gd name="connsiteY130" fmla="*/ 2641879 h 6858000"/>
              <a:gd name="connsiteX131" fmla="*/ 790836 w 6572708"/>
              <a:gd name="connsiteY131" fmla="*/ 2632919 h 6858000"/>
              <a:gd name="connsiteX132" fmla="*/ 790328 w 6572708"/>
              <a:gd name="connsiteY132" fmla="*/ 2631229 h 6858000"/>
              <a:gd name="connsiteX133" fmla="*/ 797257 w 6572708"/>
              <a:gd name="connsiteY133" fmla="*/ 2619054 h 6858000"/>
              <a:gd name="connsiteX134" fmla="*/ 802383 w 6572708"/>
              <a:gd name="connsiteY134" fmla="*/ 2617568 h 6858000"/>
              <a:gd name="connsiteX135" fmla="*/ 808267 w 6572708"/>
              <a:gd name="connsiteY135" fmla="*/ 2609586 h 6858000"/>
              <a:gd name="connsiteX136" fmla="*/ 822908 w 6572708"/>
              <a:gd name="connsiteY136" fmla="*/ 2594856 h 6858000"/>
              <a:gd name="connsiteX137" fmla="*/ 822791 w 6572708"/>
              <a:gd name="connsiteY137" fmla="*/ 2591164 h 6858000"/>
              <a:gd name="connsiteX138" fmla="*/ 840423 w 6572708"/>
              <a:gd name="connsiteY138" fmla="*/ 2567492 h 6858000"/>
              <a:gd name="connsiteX139" fmla="*/ 839313 w 6572708"/>
              <a:gd name="connsiteY139" fmla="*/ 2566722 h 6858000"/>
              <a:gd name="connsiteX140" fmla="*/ 838361 w 6572708"/>
              <a:gd name="connsiteY140" fmla="*/ 2558109 h 6858000"/>
              <a:gd name="connsiteX141" fmla="*/ 839637 w 6572708"/>
              <a:gd name="connsiteY141" fmla="*/ 2542662 h 6858000"/>
              <a:gd name="connsiteX142" fmla="*/ 825800 w 6572708"/>
              <a:gd name="connsiteY142" fmla="*/ 2501548 h 6858000"/>
              <a:gd name="connsiteX143" fmla="*/ 844035 w 6572708"/>
              <a:gd name="connsiteY143" fmla="*/ 2476819 h 6858000"/>
              <a:gd name="connsiteX144" fmla="*/ 846972 w 6572708"/>
              <a:gd name="connsiteY144" fmla="*/ 2471590 h 6858000"/>
              <a:gd name="connsiteX145" fmla="*/ 846730 w 6572708"/>
              <a:gd name="connsiteY145" fmla="*/ 2471378 h 6858000"/>
              <a:gd name="connsiteX146" fmla="*/ 849228 w 6572708"/>
              <a:gd name="connsiteY146" fmla="*/ 2465654 h 6858000"/>
              <a:gd name="connsiteX147" fmla="*/ 852330 w 6572708"/>
              <a:gd name="connsiteY147" fmla="*/ 2462052 h 6858000"/>
              <a:gd name="connsiteX148" fmla="*/ 858029 w 6572708"/>
              <a:gd name="connsiteY148" fmla="*/ 2451906 h 6858000"/>
              <a:gd name="connsiteX149" fmla="*/ 857986 w 6572708"/>
              <a:gd name="connsiteY149" fmla="*/ 2447716 h 6858000"/>
              <a:gd name="connsiteX150" fmla="*/ 855075 w 6572708"/>
              <a:gd name="connsiteY150" fmla="*/ 2445047 h 6858000"/>
              <a:gd name="connsiteX151" fmla="*/ 856006 w 6572708"/>
              <a:gd name="connsiteY151" fmla="*/ 2444265 h 6858000"/>
              <a:gd name="connsiteX152" fmla="*/ 856444 w 6572708"/>
              <a:gd name="connsiteY152" fmla="*/ 2421759 h 6858000"/>
              <a:gd name="connsiteX153" fmla="*/ 868981 w 6572708"/>
              <a:gd name="connsiteY153" fmla="*/ 2375200 h 6858000"/>
              <a:gd name="connsiteX154" fmla="*/ 880811 w 6572708"/>
              <a:gd name="connsiteY154" fmla="*/ 2350147 h 6858000"/>
              <a:gd name="connsiteX155" fmla="*/ 908124 w 6572708"/>
              <a:gd name="connsiteY155" fmla="*/ 2279761 h 6858000"/>
              <a:gd name="connsiteX156" fmla="*/ 921761 w 6572708"/>
              <a:gd name="connsiteY156" fmla="*/ 2164302 h 6858000"/>
              <a:gd name="connsiteX157" fmla="*/ 923058 w 6572708"/>
              <a:gd name="connsiteY157" fmla="*/ 2160162 h 6858000"/>
              <a:gd name="connsiteX158" fmla="*/ 931663 w 6572708"/>
              <a:gd name="connsiteY158" fmla="*/ 2151458 h 6858000"/>
              <a:gd name="connsiteX159" fmla="*/ 935730 w 6572708"/>
              <a:gd name="connsiteY159" fmla="*/ 2148616 h 6858000"/>
              <a:gd name="connsiteX160" fmla="*/ 939910 w 6572708"/>
              <a:gd name="connsiteY160" fmla="*/ 2143540 h 6858000"/>
              <a:gd name="connsiteX161" fmla="*/ 939746 w 6572708"/>
              <a:gd name="connsiteY161" fmla="*/ 2143278 h 6858000"/>
              <a:gd name="connsiteX162" fmla="*/ 944182 w 6572708"/>
              <a:gd name="connsiteY162" fmla="*/ 2138791 h 6858000"/>
              <a:gd name="connsiteX163" fmla="*/ 969240 w 6572708"/>
              <a:gd name="connsiteY163" fmla="*/ 2118565 h 6858000"/>
              <a:gd name="connsiteX164" fmla="*/ 969333 w 6572708"/>
              <a:gd name="connsiteY164" fmla="*/ 2074914 h 6858000"/>
              <a:gd name="connsiteX165" fmla="*/ 975462 w 6572708"/>
              <a:gd name="connsiteY165" fmla="*/ 2059981 h 6858000"/>
              <a:gd name="connsiteX166" fmla="*/ 977313 w 6572708"/>
              <a:gd name="connsiteY166" fmla="*/ 2051279 h 6858000"/>
              <a:gd name="connsiteX167" fmla="*/ 976512 w 6572708"/>
              <a:gd name="connsiteY167" fmla="*/ 2050269 h 6858000"/>
              <a:gd name="connsiteX168" fmla="*/ 1000665 w 6572708"/>
              <a:gd name="connsiteY168" fmla="*/ 2030946 h 6858000"/>
              <a:gd name="connsiteX169" fmla="*/ 1001735 w 6572708"/>
              <a:gd name="connsiteY169" fmla="*/ 2027284 h 6858000"/>
              <a:gd name="connsiteX170" fmla="*/ 1020214 w 6572708"/>
              <a:gd name="connsiteY170" fmla="*/ 2016095 h 6858000"/>
              <a:gd name="connsiteX171" fmla="*/ 1028302 w 6572708"/>
              <a:gd name="connsiteY171" fmla="*/ 2009567 h 6858000"/>
              <a:gd name="connsiteX172" fmla="*/ 1033598 w 6572708"/>
              <a:gd name="connsiteY172" fmla="*/ 2009267 h 6858000"/>
              <a:gd name="connsiteX173" fmla="*/ 1044008 w 6572708"/>
              <a:gd name="connsiteY173" fmla="*/ 1998844 h 6858000"/>
              <a:gd name="connsiteX174" fmla="*/ 1044069 w 6572708"/>
              <a:gd name="connsiteY174" fmla="*/ 1997063 h 6858000"/>
              <a:gd name="connsiteX175" fmla="*/ 1056878 w 6572708"/>
              <a:gd name="connsiteY175" fmla="*/ 1990634 h 6858000"/>
              <a:gd name="connsiteX176" fmla="*/ 1145252 w 6572708"/>
              <a:gd name="connsiteY176" fmla="*/ 1891028 h 6858000"/>
              <a:gd name="connsiteX177" fmla="*/ 1226890 w 6572708"/>
              <a:gd name="connsiteY177" fmla="*/ 1845992 h 6858000"/>
              <a:gd name="connsiteX178" fmla="*/ 1323685 w 6572708"/>
              <a:gd name="connsiteY178" fmla="*/ 1758717 h 6858000"/>
              <a:gd name="connsiteX179" fmla="*/ 1398273 w 6572708"/>
              <a:gd name="connsiteY179" fmla="*/ 1627389 h 6858000"/>
              <a:gd name="connsiteX180" fmla="*/ 1417786 w 6572708"/>
              <a:gd name="connsiteY180" fmla="*/ 1591233 h 6858000"/>
              <a:gd name="connsiteX181" fmla="*/ 1456144 w 6572708"/>
              <a:gd name="connsiteY181" fmla="*/ 1570271 h 6858000"/>
              <a:gd name="connsiteX182" fmla="*/ 1458351 w 6572708"/>
              <a:gd name="connsiteY182" fmla="*/ 1554550 h 6858000"/>
              <a:gd name="connsiteX183" fmla="*/ 1458500 w 6572708"/>
              <a:gd name="connsiteY183" fmla="*/ 1551719 h 6858000"/>
              <a:gd name="connsiteX184" fmla="*/ 1464150 w 6572708"/>
              <a:gd name="connsiteY184" fmla="*/ 1542986 h 6858000"/>
              <a:gd name="connsiteX185" fmla="*/ 1459426 w 6572708"/>
              <a:gd name="connsiteY185" fmla="*/ 1537283 h 6858000"/>
              <a:gd name="connsiteX186" fmla="*/ 1463401 w 6572708"/>
              <a:gd name="connsiteY186" fmla="*/ 1521818 h 6858000"/>
              <a:gd name="connsiteX187" fmla="*/ 1475565 w 6572708"/>
              <a:gd name="connsiteY187" fmla="*/ 1506648 h 6858000"/>
              <a:gd name="connsiteX188" fmla="*/ 1540362 w 6572708"/>
              <a:gd name="connsiteY188" fmla="*/ 1438265 h 6858000"/>
              <a:gd name="connsiteX189" fmla="*/ 1575141 w 6572708"/>
              <a:gd name="connsiteY189" fmla="*/ 1395238 h 6858000"/>
              <a:gd name="connsiteX190" fmla="*/ 1582090 w 6572708"/>
              <a:gd name="connsiteY190" fmla="*/ 1375575 h 6858000"/>
              <a:gd name="connsiteX191" fmla="*/ 1596005 w 6572708"/>
              <a:gd name="connsiteY191" fmla="*/ 1350347 h 6858000"/>
              <a:gd name="connsiteX192" fmla="*/ 1615711 w 6572708"/>
              <a:gd name="connsiteY192" fmla="*/ 1303251 h 6858000"/>
              <a:gd name="connsiteX193" fmla="*/ 1650622 w 6572708"/>
              <a:gd name="connsiteY193" fmla="*/ 1244447 h 6858000"/>
              <a:gd name="connsiteX194" fmla="*/ 1702792 w 6572708"/>
              <a:gd name="connsiteY194" fmla="*/ 1215797 h 6858000"/>
              <a:gd name="connsiteX195" fmla="*/ 1700885 w 6572708"/>
              <a:gd name="connsiteY195" fmla="*/ 1209814 h 6858000"/>
              <a:gd name="connsiteX196" fmla="*/ 1723848 w 6572708"/>
              <a:gd name="connsiteY196" fmla="*/ 1183123 h 6858000"/>
              <a:gd name="connsiteX197" fmla="*/ 1759968 w 6572708"/>
              <a:gd name="connsiteY197" fmla="*/ 1166871 h 6858000"/>
              <a:gd name="connsiteX198" fmla="*/ 1767742 w 6572708"/>
              <a:gd name="connsiteY198" fmla="*/ 1158484 h 6858000"/>
              <a:gd name="connsiteX199" fmla="*/ 1773870 w 6572708"/>
              <a:gd name="connsiteY199" fmla="*/ 1125979 h 6858000"/>
              <a:gd name="connsiteX200" fmla="*/ 1767392 w 6572708"/>
              <a:gd name="connsiteY200" fmla="*/ 1121685 h 6858000"/>
              <a:gd name="connsiteX201" fmla="*/ 1770175 w 6572708"/>
              <a:gd name="connsiteY201" fmla="*/ 1112182 h 6858000"/>
              <a:gd name="connsiteX202" fmla="*/ 1769418 w 6572708"/>
              <a:gd name="connsiteY202" fmla="*/ 1109483 h 6858000"/>
              <a:gd name="connsiteX203" fmla="*/ 1766580 w 6572708"/>
              <a:gd name="connsiteY203" fmla="*/ 1094184 h 6858000"/>
              <a:gd name="connsiteX204" fmla="*/ 1797677 w 6572708"/>
              <a:gd name="connsiteY204" fmla="*/ 1065740 h 6858000"/>
              <a:gd name="connsiteX205" fmla="*/ 1863681 w 6572708"/>
              <a:gd name="connsiteY205" fmla="*/ 947760 h 6858000"/>
              <a:gd name="connsiteX206" fmla="*/ 1922110 w 6572708"/>
              <a:gd name="connsiteY206" fmla="*/ 824781 h 6858000"/>
              <a:gd name="connsiteX207" fmla="*/ 1970558 w 6572708"/>
              <a:gd name="connsiteY207" fmla="*/ 721635 h 6858000"/>
              <a:gd name="connsiteX208" fmla="*/ 1974257 w 6572708"/>
              <a:gd name="connsiteY208" fmla="*/ 713733 h 6858000"/>
              <a:gd name="connsiteX209" fmla="*/ 1971701 w 6572708"/>
              <a:gd name="connsiteY209" fmla="*/ 704563 h 6858000"/>
              <a:gd name="connsiteX210" fmla="*/ 1966819 w 6572708"/>
              <a:gd name="connsiteY210" fmla="*/ 628924 h 6858000"/>
              <a:gd name="connsiteX211" fmla="*/ 1956004 w 6572708"/>
              <a:gd name="connsiteY211" fmla="*/ 621102 h 6858000"/>
              <a:gd name="connsiteX212" fmla="*/ 1948613 w 6572708"/>
              <a:gd name="connsiteY212" fmla="*/ 609156 h 6858000"/>
              <a:gd name="connsiteX213" fmla="*/ 1949145 w 6572708"/>
              <a:gd name="connsiteY213" fmla="*/ 606753 h 6858000"/>
              <a:gd name="connsiteX214" fmla="*/ 1944819 w 6572708"/>
              <a:gd name="connsiteY214" fmla="*/ 590072 h 6858000"/>
              <a:gd name="connsiteX215" fmla="*/ 1941001 w 6572708"/>
              <a:gd name="connsiteY215" fmla="*/ 588296 h 6858000"/>
              <a:gd name="connsiteX216" fmla="*/ 1937134 w 6572708"/>
              <a:gd name="connsiteY216" fmla="*/ 577443 h 6858000"/>
              <a:gd name="connsiteX217" fmla="*/ 1927092 w 6572708"/>
              <a:gd name="connsiteY217" fmla="*/ 557642 h 6858000"/>
              <a:gd name="connsiteX218" fmla="*/ 1927484 w 6572708"/>
              <a:gd name="connsiteY218" fmla="*/ 552451 h 6858000"/>
              <a:gd name="connsiteX219" fmla="*/ 1915874 w 6572708"/>
              <a:gd name="connsiteY219" fmla="*/ 520271 h 6858000"/>
              <a:gd name="connsiteX220" fmla="*/ 1916793 w 6572708"/>
              <a:gd name="connsiteY220" fmla="*/ 519123 h 6858000"/>
              <a:gd name="connsiteX221" fmla="*/ 1918236 w 6572708"/>
              <a:gd name="connsiteY221" fmla="*/ 506970 h 6858000"/>
              <a:gd name="connsiteX222" fmla="*/ 1918529 w 6572708"/>
              <a:gd name="connsiteY222" fmla="*/ 485354 h 6858000"/>
              <a:gd name="connsiteX223" fmla="*/ 1932556 w 6572708"/>
              <a:gd name="connsiteY223" fmla="*/ 426779 h 6858000"/>
              <a:gd name="connsiteX224" fmla="*/ 1920572 w 6572708"/>
              <a:gd name="connsiteY224" fmla="*/ 393150 h 6858000"/>
              <a:gd name="connsiteX225" fmla="*/ 1918744 w 6572708"/>
              <a:gd name="connsiteY225" fmla="*/ 385981 h 6858000"/>
              <a:gd name="connsiteX226" fmla="*/ 1918949 w 6572708"/>
              <a:gd name="connsiteY226" fmla="*/ 385674 h 6858000"/>
              <a:gd name="connsiteX227" fmla="*/ 1917499 w 6572708"/>
              <a:gd name="connsiteY227" fmla="*/ 377782 h 6858000"/>
              <a:gd name="connsiteX228" fmla="*/ 1915412 w 6572708"/>
              <a:gd name="connsiteY228" fmla="*/ 372914 h 6858000"/>
              <a:gd name="connsiteX229" fmla="*/ 1911865 w 6572708"/>
              <a:gd name="connsiteY229" fmla="*/ 359009 h 6858000"/>
              <a:gd name="connsiteX230" fmla="*/ 1912244 w 6572708"/>
              <a:gd name="connsiteY230" fmla="*/ 353121 h 6858000"/>
              <a:gd name="connsiteX231" fmla="*/ 1933610 w 6572708"/>
              <a:gd name="connsiteY231" fmla="*/ 297387 h 6858000"/>
              <a:gd name="connsiteX232" fmla="*/ 1939454 w 6572708"/>
              <a:gd name="connsiteY232" fmla="*/ 194719 h 6858000"/>
              <a:gd name="connsiteX233" fmla="*/ 1942001 w 6572708"/>
              <a:gd name="connsiteY233" fmla="*/ 93227 h 6858000"/>
              <a:gd name="connsiteX234" fmla="*/ 1941351 w 6572708"/>
              <a:gd name="connsiteY234" fmla="*/ 56555 h 6858000"/>
              <a:gd name="connsiteX235" fmla="*/ 1950955 w 6572708"/>
              <a:gd name="connsiteY235" fmla="*/ 5312 h 6858000"/>
              <a:gd name="connsiteX236" fmla="*/ 1949546 w 6572708"/>
              <a:gd name="connsiteY23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Lst>
            <a:rect l="l" t="t" r="r" b="b"/>
            <a:pathLst>
              <a:path w="6572708" h="6858000">
                <a:moveTo>
                  <a:pt x="1949546" y="0"/>
                </a:moveTo>
                <a:lnTo>
                  <a:pt x="3317827" y="0"/>
                </a:lnTo>
                <a:lnTo>
                  <a:pt x="3831783" y="0"/>
                </a:lnTo>
                <a:lnTo>
                  <a:pt x="4727719" y="0"/>
                </a:lnTo>
                <a:lnTo>
                  <a:pt x="6096000" y="0"/>
                </a:lnTo>
                <a:lnTo>
                  <a:pt x="6572708" y="0"/>
                </a:lnTo>
                <a:lnTo>
                  <a:pt x="6572708" y="6858000"/>
                </a:lnTo>
                <a:lnTo>
                  <a:pt x="0" y="6858000"/>
                </a:lnTo>
                <a:lnTo>
                  <a:pt x="9990" y="6815347"/>
                </a:lnTo>
                <a:cubicBezTo>
                  <a:pt x="20117" y="6783640"/>
                  <a:pt x="54944" y="6697785"/>
                  <a:pt x="60759" y="6667761"/>
                </a:cubicBezTo>
                <a:cubicBezTo>
                  <a:pt x="54566" y="6661129"/>
                  <a:pt x="49084" y="6649327"/>
                  <a:pt x="44882" y="6635203"/>
                </a:cubicBezTo>
                <a:lnTo>
                  <a:pt x="38884" y="6601215"/>
                </a:lnTo>
                <a:lnTo>
                  <a:pt x="24537" y="6599857"/>
                </a:lnTo>
                <a:lnTo>
                  <a:pt x="30487" y="6582849"/>
                </a:lnTo>
                <a:cubicBezTo>
                  <a:pt x="38750" y="6546535"/>
                  <a:pt x="-782" y="6568677"/>
                  <a:pt x="30797" y="6536021"/>
                </a:cubicBezTo>
                <a:cubicBezTo>
                  <a:pt x="40468" y="6510573"/>
                  <a:pt x="-24187" y="6508511"/>
                  <a:pt x="10629" y="6483343"/>
                </a:cubicBezTo>
                <a:cubicBezTo>
                  <a:pt x="15347" y="6451739"/>
                  <a:pt x="-5369" y="6430659"/>
                  <a:pt x="16211" y="6402087"/>
                </a:cubicBezTo>
                <a:cubicBezTo>
                  <a:pt x="20522" y="6372494"/>
                  <a:pt x="14605" y="6346574"/>
                  <a:pt x="25932" y="6321765"/>
                </a:cubicBezTo>
                <a:cubicBezTo>
                  <a:pt x="19708" y="6311355"/>
                  <a:pt x="18107" y="6301673"/>
                  <a:pt x="31488" y="6292746"/>
                </a:cubicBezTo>
                <a:cubicBezTo>
                  <a:pt x="32121" y="6265028"/>
                  <a:pt x="16317" y="6257828"/>
                  <a:pt x="32413" y="6240744"/>
                </a:cubicBezTo>
                <a:cubicBezTo>
                  <a:pt x="-624" y="6218952"/>
                  <a:pt x="29216" y="6225153"/>
                  <a:pt x="34430" y="6206738"/>
                </a:cubicBezTo>
                <a:cubicBezTo>
                  <a:pt x="41152" y="6192048"/>
                  <a:pt x="53704" y="6217503"/>
                  <a:pt x="55689" y="6203389"/>
                </a:cubicBezTo>
                <a:cubicBezTo>
                  <a:pt x="47223" y="6188760"/>
                  <a:pt x="73847" y="6187856"/>
                  <a:pt x="63475" y="6172740"/>
                </a:cubicBezTo>
                <a:cubicBezTo>
                  <a:pt x="43389" y="6177782"/>
                  <a:pt x="67586" y="6141419"/>
                  <a:pt x="50070" y="6141398"/>
                </a:cubicBezTo>
                <a:cubicBezTo>
                  <a:pt x="75225" y="6126497"/>
                  <a:pt x="44401" y="6121648"/>
                  <a:pt x="52252" y="6103364"/>
                </a:cubicBezTo>
                <a:cubicBezTo>
                  <a:pt x="61797" y="6094398"/>
                  <a:pt x="63465" y="6088249"/>
                  <a:pt x="53329" y="6080619"/>
                </a:cubicBezTo>
                <a:cubicBezTo>
                  <a:pt x="69555" y="6049837"/>
                  <a:pt x="131747" y="5950827"/>
                  <a:pt x="149610" y="5918672"/>
                </a:cubicBezTo>
                <a:cubicBezTo>
                  <a:pt x="162277" y="5912371"/>
                  <a:pt x="167154" y="5898502"/>
                  <a:pt x="160505" y="5887690"/>
                </a:cubicBezTo>
                <a:cubicBezTo>
                  <a:pt x="159360" y="5885829"/>
                  <a:pt x="157910" y="5884132"/>
                  <a:pt x="156200" y="5882649"/>
                </a:cubicBezTo>
                <a:cubicBezTo>
                  <a:pt x="187844" y="5862828"/>
                  <a:pt x="172837" y="5851228"/>
                  <a:pt x="194213" y="5841953"/>
                </a:cubicBezTo>
                <a:cubicBezTo>
                  <a:pt x="203987" y="5811050"/>
                  <a:pt x="184457" y="5786573"/>
                  <a:pt x="203216" y="5777927"/>
                </a:cubicBezTo>
                <a:cubicBezTo>
                  <a:pt x="202726" y="5762194"/>
                  <a:pt x="182159" y="5740951"/>
                  <a:pt x="202536" y="5728879"/>
                </a:cubicBezTo>
                <a:cubicBezTo>
                  <a:pt x="186334" y="5727461"/>
                  <a:pt x="215708" y="5710676"/>
                  <a:pt x="205380" y="5701696"/>
                </a:cubicBezTo>
                <a:cubicBezTo>
                  <a:pt x="196306" y="5695366"/>
                  <a:pt x="203101" y="5688797"/>
                  <a:pt x="203870" y="5681563"/>
                </a:cubicBezTo>
                <a:cubicBezTo>
                  <a:pt x="196766" y="5672524"/>
                  <a:pt x="209944" y="5640838"/>
                  <a:pt x="219294" y="5632219"/>
                </a:cubicBezTo>
                <a:cubicBezTo>
                  <a:pt x="251717" y="5611010"/>
                  <a:pt x="228053" y="5568720"/>
                  <a:pt x="252910" y="5551224"/>
                </a:cubicBezTo>
                <a:cubicBezTo>
                  <a:pt x="256577" y="5545202"/>
                  <a:pt x="258090" y="5539432"/>
                  <a:pt x="258253" y="5533854"/>
                </a:cubicBezTo>
                <a:lnTo>
                  <a:pt x="255640" y="5518422"/>
                </a:lnTo>
                <a:lnTo>
                  <a:pt x="248756" y="5514403"/>
                </a:lnTo>
                <a:lnTo>
                  <a:pt x="250538" y="5504771"/>
                </a:lnTo>
                <a:lnTo>
                  <a:pt x="249507" y="5502102"/>
                </a:lnTo>
                <a:cubicBezTo>
                  <a:pt x="247504" y="5497007"/>
                  <a:pt x="245766" y="5491967"/>
                  <a:pt x="245101" y="5486913"/>
                </a:cubicBezTo>
                <a:cubicBezTo>
                  <a:pt x="279729" y="5491510"/>
                  <a:pt x="245149" y="5444674"/>
                  <a:pt x="273088" y="5457083"/>
                </a:cubicBezTo>
                <a:cubicBezTo>
                  <a:pt x="275451" y="5430109"/>
                  <a:pt x="301427" y="5448999"/>
                  <a:pt x="276759" y="5418245"/>
                </a:cubicBezTo>
                <a:cubicBezTo>
                  <a:pt x="298251" y="5385699"/>
                  <a:pt x="297955" y="5340971"/>
                  <a:pt x="314712" y="5305770"/>
                </a:cubicBezTo>
                <a:lnTo>
                  <a:pt x="320056" y="5298784"/>
                </a:lnTo>
                <a:cubicBezTo>
                  <a:pt x="320293" y="5293239"/>
                  <a:pt x="320527" y="5287694"/>
                  <a:pt x="320763" y="5282149"/>
                </a:cubicBezTo>
                <a:lnTo>
                  <a:pt x="325879" y="5270957"/>
                </a:lnTo>
                <a:lnTo>
                  <a:pt x="318913" y="5268991"/>
                </a:lnTo>
                <a:cubicBezTo>
                  <a:pt x="317479" y="5262186"/>
                  <a:pt x="315487" y="5238873"/>
                  <a:pt x="317275" y="5230130"/>
                </a:cubicBezTo>
                <a:lnTo>
                  <a:pt x="329641" y="5216534"/>
                </a:lnTo>
                <a:cubicBezTo>
                  <a:pt x="329456" y="5214933"/>
                  <a:pt x="329273" y="5213333"/>
                  <a:pt x="329088" y="5211732"/>
                </a:cubicBezTo>
                <a:cubicBezTo>
                  <a:pt x="324125" y="5186283"/>
                  <a:pt x="332660" y="5087740"/>
                  <a:pt x="331669" y="5058537"/>
                </a:cubicBezTo>
                <a:cubicBezTo>
                  <a:pt x="330797" y="4994538"/>
                  <a:pt x="318218" y="4875928"/>
                  <a:pt x="323855" y="4827737"/>
                </a:cubicBezTo>
                <a:cubicBezTo>
                  <a:pt x="352017" y="4792886"/>
                  <a:pt x="326722" y="4811486"/>
                  <a:pt x="333687" y="4774692"/>
                </a:cubicBezTo>
                <a:cubicBezTo>
                  <a:pt x="309030" y="4784092"/>
                  <a:pt x="349709" y="4730238"/>
                  <a:pt x="322637" y="4727427"/>
                </a:cubicBezTo>
                <a:cubicBezTo>
                  <a:pt x="324760" y="4720816"/>
                  <a:pt x="327672" y="4714508"/>
                  <a:pt x="330798" y="4708193"/>
                </a:cubicBezTo>
                <a:lnTo>
                  <a:pt x="332420" y="4704882"/>
                </a:lnTo>
                <a:lnTo>
                  <a:pt x="334216" y="4691500"/>
                </a:lnTo>
                <a:lnTo>
                  <a:pt x="340601" y="4687895"/>
                </a:lnTo>
                <a:lnTo>
                  <a:pt x="347516" y="4667873"/>
                </a:lnTo>
                <a:cubicBezTo>
                  <a:pt x="349195" y="4660350"/>
                  <a:pt x="349941" y="4652220"/>
                  <a:pt x="349175" y="4643189"/>
                </a:cubicBezTo>
                <a:cubicBezTo>
                  <a:pt x="336461" y="4613275"/>
                  <a:pt x="367604" y="4562691"/>
                  <a:pt x="350492" y="4525833"/>
                </a:cubicBezTo>
                <a:cubicBezTo>
                  <a:pt x="346367" y="4511847"/>
                  <a:pt x="346862" y="4465931"/>
                  <a:pt x="355031" y="4455649"/>
                </a:cubicBezTo>
                <a:cubicBezTo>
                  <a:pt x="356799" y="4445746"/>
                  <a:pt x="353898" y="4435175"/>
                  <a:pt x="362651" y="4429036"/>
                </a:cubicBezTo>
                <a:cubicBezTo>
                  <a:pt x="373182" y="4419670"/>
                  <a:pt x="356895" y="4389538"/>
                  <a:pt x="369327" y="4391840"/>
                </a:cubicBezTo>
                <a:cubicBezTo>
                  <a:pt x="363744" y="4381100"/>
                  <a:pt x="366470" y="4369942"/>
                  <a:pt x="371272" y="4358845"/>
                </a:cubicBezTo>
                <a:lnTo>
                  <a:pt x="382342" y="4333764"/>
                </a:lnTo>
                <a:lnTo>
                  <a:pt x="381365" y="4331730"/>
                </a:lnTo>
                <a:cubicBezTo>
                  <a:pt x="375666" y="4324224"/>
                  <a:pt x="367290" y="4316999"/>
                  <a:pt x="364244" y="4309700"/>
                </a:cubicBezTo>
                <a:cubicBezTo>
                  <a:pt x="371742" y="4303095"/>
                  <a:pt x="368597" y="4295390"/>
                  <a:pt x="363377" y="4285388"/>
                </a:cubicBezTo>
                <a:lnTo>
                  <a:pt x="357697" y="4266169"/>
                </a:lnTo>
                <a:cubicBezTo>
                  <a:pt x="357923" y="4259407"/>
                  <a:pt x="357341" y="4253191"/>
                  <a:pt x="356998" y="4247672"/>
                </a:cubicBezTo>
                <a:cubicBezTo>
                  <a:pt x="357182" y="4244155"/>
                  <a:pt x="357365" y="4240637"/>
                  <a:pt x="357549" y="4237120"/>
                </a:cubicBezTo>
                <a:lnTo>
                  <a:pt x="358116" y="4232936"/>
                </a:lnTo>
                <a:lnTo>
                  <a:pt x="366243" y="4224051"/>
                </a:lnTo>
                <a:lnTo>
                  <a:pt x="363841" y="4211782"/>
                </a:lnTo>
                <a:lnTo>
                  <a:pt x="372159" y="4198810"/>
                </a:lnTo>
                <a:cubicBezTo>
                  <a:pt x="369984" y="4197889"/>
                  <a:pt x="367978" y="4196692"/>
                  <a:pt x="366211" y="4195262"/>
                </a:cubicBezTo>
                <a:lnTo>
                  <a:pt x="360561" y="4184054"/>
                </a:lnTo>
                <a:lnTo>
                  <a:pt x="373972" y="4155792"/>
                </a:lnTo>
                <a:lnTo>
                  <a:pt x="373150" y="4150364"/>
                </a:lnTo>
                <a:lnTo>
                  <a:pt x="383773" y="4132084"/>
                </a:lnTo>
                <a:lnTo>
                  <a:pt x="389140" y="4115873"/>
                </a:lnTo>
                <a:lnTo>
                  <a:pt x="378846" y="4082551"/>
                </a:lnTo>
                <a:cubicBezTo>
                  <a:pt x="369902" y="4042301"/>
                  <a:pt x="370649" y="4004252"/>
                  <a:pt x="368001" y="3968090"/>
                </a:cubicBezTo>
                <a:cubicBezTo>
                  <a:pt x="366718" y="3913464"/>
                  <a:pt x="393588" y="3948992"/>
                  <a:pt x="372661" y="3881355"/>
                </a:cubicBezTo>
                <a:cubicBezTo>
                  <a:pt x="382614" y="3873752"/>
                  <a:pt x="383368" y="3865070"/>
                  <a:pt x="379210" y="3850569"/>
                </a:cubicBezTo>
                <a:cubicBezTo>
                  <a:pt x="379312" y="3824008"/>
                  <a:pt x="403654" y="3825499"/>
                  <a:pt x="389880" y="3798988"/>
                </a:cubicBezTo>
                <a:cubicBezTo>
                  <a:pt x="402832" y="3803502"/>
                  <a:pt x="396695" y="3748451"/>
                  <a:pt x="409909" y="3760424"/>
                </a:cubicBezTo>
                <a:cubicBezTo>
                  <a:pt x="422456" y="3742841"/>
                  <a:pt x="403074" y="3734723"/>
                  <a:pt x="414051" y="3717298"/>
                </a:cubicBezTo>
                <a:cubicBezTo>
                  <a:pt x="417146" y="3697852"/>
                  <a:pt x="399648" y="3728738"/>
                  <a:pt x="399424" y="3707291"/>
                </a:cubicBezTo>
                <a:cubicBezTo>
                  <a:pt x="400997" y="3687750"/>
                  <a:pt x="387858" y="3683191"/>
                  <a:pt x="394460" y="3673415"/>
                </a:cubicBezTo>
                <a:cubicBezTo>
                  <a:pt x="396661" y="3670158"/>
                  <a:pt x="401054" y="3666321"/>
                  <a:pt x="408918" y="3661155"/>
                </a:cubicBezTo>
                <a:cubicBezTo>
                  <a:pt x="402542" y="3634068"/>
                  <a:pt x="416542" y="3628509"/>
                  <a:pt x="425028" y="3591166"/>
                </a:cubicBezTo>
                <a:cubicBezTo>
                  <a:pt x="418022" y="3575721"/>
                  <a:pt x="422333" y="3563151"/>
                  <a:pt x="430292" y="3550801"/>
                </a:cubicBezTo>
                <a:cubicBezTo>
                  <a:pt x="430115" y="3532695"/>
                  <a:pt x="433211" y="3515334"/>
                  <a:pt x="437149" y="3497399"/>
                </a:cubicBezTo>
                <a:lnTo>
                  <a:pt x="442017" y="3474143"/>
                </a:lnTo>
                <a:lnTo>
                  <a:pt x="437175" y="3463057"/>
                </a:lnTo>
                <a:lnTo>
                  <a:pt x="438483" y="3457563"/>
                </a:lnTo>
                <a:cubicBezTo>
                  <a:pt x="439022" y="3450817"/>
                  <a:pt x="438728" y="3444584"/>
                  <a:pt x="438642" y="3439053"/>
                </a:cubicBezTo>
                <a:cubicBezTo>
                  <a:pt x="438987" y="3435548"/>
                  <a:pt x="439332" y="3432042"/>
                  <a:pt x="439678" y="3428537"/>
                </a:cubicBezTo>
                <a:lnTo>
                  <a:pt x="440437" y="3424381"/>
                </a:lnTo>
                <a:lnTo>
                  <a:pt x="448781" y="3416042"/>
                </a:lnTo>
                <a:cubicBezTo>
                  <a:pt x="448777" y="3415529"/>
                  <a:pt x="448771" y="3415016"/>
                  <a:pt x="448765" y="3414504"/>
                </a:cubicBezTo>
                <a:lnTo>
                  <a:pt x="447134" y="3403498"/>
                </a:lnTo>
                <a:lnTo>
                  <a:pt x="452387" y="3396070"/>
                </a:lnTo>
                <a:lnTo>
                  <a:pt x="453996" y="3389553"/>
                </a:lnTo>
                <a:lnTo>
                  <a:pt x="450265" y="3387098"/>
                </a:lnTo>
                <a:lnTo>
                  <a:pt x="445137" y="3375655"/>
                </a:lnTo>
                <a:lnTo>
                  <a:pt x="453359" y="3367050"/>
                </a:lnTo>
                <a:cubicBezTo>
                  <a:pt x="441304" y="3365462"/>
                  <a:pt x="455807" y="3356398"/>
                  <a:pt x="459842" y="3348005"/>
                </a:cubicBezTo>
                <a:cubicBezTo>
                  <a:pt x="459651" y="3346185"/>
                  <a:pt x="459461" y="3344365"/>
                  <a:pt x="459268" y="3342546"/>
                </a:cubicBezTo>
                <a:lnTo>
                  <a:pt x="470590" y="3324958"/>
                </a:lnTo>
                <a:lnTo>
                  <a:pt x="468579" y="3306990"/>
                </a:lnTo>
                <a:cubicBezTo>
                  <a:pt x="470662" y="3301714"/>
                  <a:pt x="475102" y="3298308"/>
                  <a:pt x="480123" y="3295094"/>
                </a:cubicBezTo>
                <a:lnTo>
                  <a:pt x="482298" y="3293541"/>
                </a:lnTo>
                <a:lnTo>
                  <a:pt x="489102" y="3262198"/>
                </a:lnTo>
                <a:lnTo>
                  <a:pt x="497561" y="3253284"/>
                </a:lnTo>
                <a:cubicBezTo>
                  <a:pt x="507999" y="3232099"/>
                  <a:pt x="502141" y="3204803"/>
                  <a:pt x="522157" y="3192563"/>
                </a:cubicBezTo>
                <a:cubicBezTo>
                  <a:pt x="526451" y="3186732"/>
                  <a:pt x="528560" y="3181063"/>
                  <a:pt x="529302" y="3175520"/>
                </a:cubicBezTo>
                <a:cubicBezTo>
                  <a:pt x="528963" y="3170366"/>
                  <a:pt x="528624" y="3165212"/>
                  <a:pt x="528284" y="3160058"/>
                </a:cubicBezTo>
                <a:lnTo>
                  <a:pt x="521806" y="3155764"/>
                </a:lnTo>
                <a:lnTo>
                  <a:pt x="524589" y="3146261"/>
                </a:lnTo>
                <a:lnTo>
                  <a:pt x="523832" y="3143561"/>
                </a:lnTo>
                <a:cubicBezTo>
                  <a:pt x="522355" y="3138410"/>
                  <a:pt x="521137" y="3133319"/>
                  <a:pt x="520994" y="3128263"/>
                </a:cubicBezTo>
                <a:cubicBezTo>
                  <a:pt x="555181" y="3134346"/>
                  <a:pt x="525408" y="3086258"/>
                  <a:pt x="552091" y="3099818"/>
                </a:cubicBezTo>
                <a:cubicBezTo>
                  <a:pt x="568295" y="3061102"/>
                  <a:pt x="589402" y="2953316"/>
                  <a:pt x="618216" y="2895965"/>
                </a:cubicBezTo>
                <a:cubicBezTo>
                  <a:pt x="632954" y="2868394"/>
                  <a:pt x="700419" y="2797027"/>
                  <a:pt x="724973" y="2755713"/>
                </a:cubicBezTo>
                <a:cubicBezTo>
                  <a:pt x="737533" y="2716704"/>
                  <a:pt x="774590" y="2688606"/>
                  <a:pt x="765538" y="2648081"/>
                </a:cubicBezTo>
                <a:cubicBezTo>
                  <a:pt x="771179" y="2646726"/>
                  <a:pt x="776018" y="2644577"/>
                  <a:pt x="780267" y="2641879"/>
                </a:cubicBezTo>
                <a:lnTo>
                  <a:pt x="790836" y="2632919"/>
                </a:lnTo>
                <a:lnTo>
                  <a:pt x="790328" y="2631229"/>
                </a:lnTo>
                <a:cubicBezTo>
                  <a:pt x="790948" y="2624550"/>
                  <a:pt x="793648" y="2621088"/>
                  <a:pt x="797257" y="2619054"/>
                </a:cubicBezTo>
                <a:lnTo>
                  <a:pt x="802383" y="2617568"/>
                </a:lnTo>
                <a:lnTo>
                  <a:pt x="808267" y="2609586"/>
                </a:lnTo>
                <a:lnTo>
                  <a:pt x="822908" y="2594856"/>
                </a:lnTo>
                <a:cubicBezTo>
                  <a:pt x="822868" y="2593625"/>
                  <a:pt x="822829" y="2592395"/>
                  <a:pt x="822791" y="2591164"/>
                </a:cubicBezTo>
                <a:lnTo>
                  <a:pt x="840423" y="2567492"/>
                </a:lnTo>
                <a:lnTo>
                  <a:pt x="839313" y="2566722"/>
                </a:lnTo>
                <a:cubicBezTo>
                  <a:pt x="837220" y="2564457"/>
                  <a:pt x="836435" y="2561765"/>
                  <a:pt x="838361" y="2558109"/>
                </a:cubicBezTo>
                <a:cubicBezTo>
                  <a:pt x="815547" y="2557210"/>
                  <a:pt x="831943" y="2553357"/>
                  <a:pt x="839637" y="2542662"/>
                </a:cubicBezTo>
                <a:cubicBezTo>
                  <a:pt x="805918" y="2538880"/>
                  <a:pt x="839768" y="2512430"/>
                  <a:pt x="825800" y="2501548"/>
                </a:cubicBezTo>
                <a:cubicBezTo>
                  <a:pt x="832213" y="2493776"/>
                  <a:pt x="838377" y="2485489"/>
                  <a:pt x="844035" y="2476819"/>
                </a:cubicBezTo>
                <a:lnTo>
                  <a:pt x="846972" y="2471590"/>
                </a:lnTo>
                <a:lnTo>
                  <a:pt x="846730" y="2471378"/>
                </a:lnTo>
                <a:cubicBezTo>
                  <a:pt x="846723" y="2470017"/>
                  <a:pt x="847446" y="2468214"/>
                  <a:pt x="849228" y="2465654"/>
                </a:cubicBezTo>
                <a:lnTo>
                  <a:pt x="852330" y="2462052"/>
                </a:lnTo>
                <a:lnTo>
                  <a:pt x="858029" y="2451906"/>
                </a:lnTo>
                <a:cubicBezTo>
                  <a:pt x="858015" y="2450509"/>
                  <a:pt x="858000" y="2449113"/>
                  <a:pt x="857986" y="2447716"/>
                </a:cubicBezTo>
                <a:lnTo>
                  <a:pt x="855075" y="2445047"/>
                </a:lnTo>
                <a:lnTo>
                  <a:pt x="856006" y="2444265"/>
                </a:lnTo>
                <a:cubicBezTo>
                  <a:pt x="866256" y="2439597"/>
                  <a:pt x="876546" y="2441013"/>
                  <a:pt x="856444" y="2421759"/>
                </a:cubicBezTo>
                <a:cubicBezTo>
                  <a:pt x="875706" y="2409372"/>
                  <a:pt x="862167" y="2399993"/>
                  <a:pt x="868981" y="2375200"/>
                </a:cubicBezTo>
                <a:cubicBezTo>
                  <a:pt x="883816" y="2369643"/>
                  <a:pt x="884447" y="2360647"/>
                  <a:pt x="880811" y="2350147"/>
                </a:cubicBezTo>
                <a:cubicBezTo>
                  <a:pt x="897229" y="2329939"/>
                  <a:pt x="897359" y="2305557"/>
                  <a:pt x="908124" y="2279761"/>
                </a:cubicBezTo>
                <a:cubicBezTo>
                  <a:pt x="914949" y="2248787"/>
                  <a:pt x="919272" y="2184235"/>
                  <a:pt x="921761" y="2164302"/>
                </a:cubicBezTo>
                <a:lnTo>
                  <a:pt x="923058" y="2160162"/>
                </a:lnTo>
                <a:lnTo>
                  <a:pt x="931663" y="2151458"/>
                </a:lnTo>
                <a:lnTo>
                  <a:pt x="935730" y="2148616"/>
                </a:lnTo>
                <a:cubicBezTo>
                  <a:pt x="938224" y="2146496"/>
                  <a:pt x="939481" y="2144881"/>
                  <a:pt x="939910" y="2143540"/>
                </a:cubicBezTo>
                <a:cubicBezTo>
                  <a:pt x="939854" y="2143453"/>
                  <a:pt x="939800" y="2143365"/>
                  <a:pt x="939746" y="2143278"/>
                </a:cubicBezTo>
                <a:lnTo>
                  <a:pt x="944182" y="2138791"/>
                </a:lnTo>
                <a:cubicBezTo>
                  <a:pt x="952273" y="2131533"/>
                  <a:pt x="960723" y="2124767"/>
                  <a:pt x="969240" y="2118565"/>
                </a:cubicBezTo>
                <a:cubicBezTo>
                  <a:pt x="959560" y="2104672"/>
                  <a:pt x="999865" y="2086297"/>
                  <a:pt x="969333" y="2074914"/>
                </a:cubicBezTo>
                <a:cubicBezTo>
                  <a:pt x="979986" y="2066124"/>
                  <a:pt x="996651" y="2066048"/>
                  <a:pt x="975462" y="2059981"/>
                </a:cubicBezTo>
                <a:cubicBezTo>
                  <a:pt x="978440" y="2056818"/>
                  <a:pt x="978560" y="2053988"/>
                  <a:pt x="977313" y="2051279"/>
                </a:cubicBezTo>
                <a:lnTo>
                  <a:pt x="976512" y="2050269"/>
                </a:lnTo>
                <a:lnTo>
                  <a:pt x="1000665" y="2030946"/>
                </a:lnTo>
                <a:lnTo>
                  <a:pt x="1001735" y="2027284"/>
                </a:lnTo>
                <a:lnTo>
                  <a:pt x="1020214" y="2016095"/>
                </a:lnTo>
                <a:lnTo>
                  <a:pt x="1028302" y="2009567"/>
                </a:lnTo>
                <a:lnTo>
                  <a:pt x="1033598" y="2009267"/>
                </a:lnTo>
                <a:cubicBezTo>
                  <a:pt x="1037644" y="2008082"/>
                  <a:pt x="1041293" y="2005286"/>
                  <a:pt x="1044008" y="1998844"/>
                </a:cubicBezTo>
                <a:cubicBezTo>
                  <a:pt x="1044028" y="1998250"/>
                  <a:pt x="1044047" y="1997657"/>
                  <a:pt x="1044069" y="1997063"/>
                </a:cubicBezTo>
                <a:lnTo>
                  <a:pt x="1056878" y="1990634"/>
                </a:lnTo>
                <a:cubicBezTo>
                  <a:pt x="1073742" y="1972962"/>
                  <a:pt x="1116917" y="1915135"/>
                  <a:pt x="1145252" y="1891028"/>
                </a:cubicBezTo>
                <a:cubicBezTo>
                  <a:pt x="1181549" y="1855897"/>
                  <a:pt x="1204219" y="1869811"/>
                  <a:pt x="1226890" y="1845992"/>
                </a:cubicBezTo>
                <a:cubicBezTo>
                  <a:pt x="1239789" y="1836111"/>
                  <a:pt x="1341056" y="1758335"/>
                  <a:pt x="1323685" y="1758717"/>
                </a:cubicBezTo>
                <a:cubicBezTo>
                  <a:pt x="1336054" y="1710183"/>
                  <a:pt x="1353677" y="1661148"/>
                  <a:pt x="1398273" y="1627389"/>
                </a:cubicBezTo>
                <a:cubicBezTo>
                  <a:pt x="1388128" y="1591309"/>
                  <a:pt x="1404408" y="1616394"/>
                  <a:pt x="1417786" y="1591233"/>
                </a:cubicBezTo>
                <a:cubicBezTo>
                  <a:pt x="1438580" y="1610653"/>
                  <a:pt x="1425904" y="1556514"/>
                  <a:pt x="1456144" y="1570271"/>
                </a:cubicBezTo>
                <a:cubicBezTo>
                  <a:pt x="1457620" y="1565253"/>
                  <a:pt x="1458099" y="1559962"/>
                  <a:pt x="1458351" y="1554550"/>
                </a:cubicBezTo>
                <a:cubicBezTo>
                  <a:pt x="1458401" y="1553607"/>
                  <a:pt x="1458450" y="1552663"/>
                  <a:pt x="1458500" y="1551719"/>
                </a:cubicBezTo>
                <a:lnTo>
                  <a:pt x="1464150" y="1542986"/>
                </a:lnTo>
                <a:lnTo>
                  <a:pt x="1459426" y="1537283"/>
                </a:lnTo>
                <a:lnTo>
                  <a:pt x="1463401" y="1521818"/>
                </a:lnTo>
                <a:cubicBezTo>
                  <a:pt x="1465866" y="1516528"/>
                  <a:pt x="1469660" y="1511418"/>
                  <a:pt x="1475565" y="1506648"/>
                </a:cubicBezTo>
                <a:cubicBezTo>
                  <a:pt x="1505892" y="1496628"/>
                  <a:pt x="1501466" y="1449788"/>
                  <a:pt x="1540362" y="1438265"/>
                </a:cubicBezTo>
                <a:cubicBezTo>
                  <a:pt x="1552616" y="1432548"/>
                  <a:pt x="1577989" y="1405806"/>
                  <a:pt x="1575141" y="1395238"/>
                </a:cubicBezTo>
                <a:cubicBezTo>
                  <a:pt x="1578857" y="1388528"/>
                  <a:pt x="1587887" y="1384081"/>
                  <a:pt x="1582090" y="1375575"/>
                </a:cubicBezTo>
                <a:cubicBezTo>
                  <a:pt x="1576227" y="1364195"/>
                  <a:pt x="1610458" y="1356081"/>
                  <a:pt x="1596005" y="1350347"/>
                </a:cubicBezTo>
                <a:cubicBezTo>
                  <a:pt x="1619928" y="1344309"/>
                  <a:pt x="1609644" y="1318430"/>
                  <a:pt x="1615711" y="1303251"/>
                </a:cubicBezTo>
                <a:cubicBezTo>
                  <a:pt x="1636715" y="1300049"/>
                  <a:pt x="1628734" y="1271360"/>
                  <a:pt x="1650622" y="1244447"/>
                </a:cubicBezTo>
                <a:cubicBezTo>
                  <a:pt x="1674314" y="1241352"/>
                  <a:pt x="1665195" y="1226204"/>
                  <a:pt x="1702792" y="1215797"/>
                </a:cubicBezTo>
                <a:cubicBezTo>
                  <a:pt x="1701820" y="1213917"/>
                  <a:pt x="1701175" y="1211901"/>
                  <a:pt x="1700885" y="1209814"/>
                </a:cubicBezTo>
                <a:cubicBezTo>
                  <a:pt x="1699195" y="1197675"/>
                  <a:pt x="1709477" y="1185727"/>
                  <a:pt x="1723848" y="1183123"/>
                </a:cubicBezTo>
                <a:lnTo>
                  <a:pt x="1759968" y="1166871"/>
                </a:lnTo>
                <a:lnTo>
                  <a:pt x="1767742" y="1158484"/>
                </a:lnTo>
                <a:cubicBezTo>
                  <a:pt x="1770059" y="1151669"/>
                  <a:pt x="1773928" y="1132112"/>
                  <a:pt x="1773870" y="1125979"/>
                </a:cubicBezTo>
                <a:lnTo>
                  <a:pt x="1767392" y="1121685"/>
                </a:lnTo>
                <a:lnTo>
                  <a:pt x="1770175" y="1112182"/>
                </a:lnTo>
                <a:lnTo>
                  <a:pt x="1769418" y="1109483"/>
                </a:lnTo>
                <a:cubicBezTo>
                  <a:pt x="1767940" y="1104332"/>
                  <a:pt x="1766723" y="1099240"/>
                  <a:pt x="1766580" y="1094184"/>
                </a:cubicBezTo>
                <a:cubicBezTo>
                  <a:pt x="1800766" y="1100267"/>
                  <a:pt x="1770993" y="1052180"/>
                  <a:pt x="1797677" y="1065740"/>
                </a:cubicBezTo>
                <a:cubicBezTo>
                  <a:pt x="1802838" y="1039017"/>
                  <a:pt x="1885193" y="979422"/>
                  <a:pt x="1863681" y="947760"/>
                </a:cubicBezTo>
                <a:cubicBezTo>
                  <a:pt x="1884420" y="907600"/>
                  <a:pt x="1894579" y="875721"/>
                  <a:pt x="1922110" y="824781"/>
                </a:cubicBezTo>
                <a:cubicBezTo>
                  <a:pt x="1936848" y="797210"/>
                  <a:pt x="1952149" y="746327"/>
                  <a:pt x="1970558" y="721635"/>
                </a:cubicBezTo>
                <a:lnTo>
                  <a:pt x="1974257" y="713733"/>
                </a:lnTo>
                <a:lnTo>
                  <a:pt x="1971701" y="704563"/>
                </a:lnTo>
                <a:cubicBezTo>
                  <a:pt x="1965638" y="681323"/>
                  <a:pt x="1961669" y="657653"/>
                  <a:pt x="1966819" y="628924"/>
                </a:cubicBezTo>
                <a:cubicBezTo>
                  <a:pt x="1962592" y="627358"/>
                  <a:pt x="1959049" y="624629"/>
                  <a:pt x="1956004" y="621102"/>
                </a:cubicBezTo>
                <a:lnTo>
                  <a:pt x="1948613" y="609156"/>
                </a:lnTo>
                <a:lnTo>
                  <a:pt x="1949145" y="606753"/>
                </a:lnTo>
                <a:cubicBezTo>
                  <a:pt x="1949218" y="597410"/>
                  <a:pt x="1947427" y="592710"/>
                  <a:pt x="1944819" y="590072"/>
                </a:cubicBezTo>
                <a:lnTo>
                  <a:pt x="1941001" y="588296"/>
                </a:lnTo>
                <a:lnTo>
                  <a:pt x="1937134" y="577443"/>
                </a:lnTo>
                <a:lnTo>
                  <a:pt x="1927092" y="557642"/>
                </a:lnTo>
                <a:cubicBezTo>
                  <a:pt x="1927223" y="555912"/>
                  <a:pt x="1927353" y="554181"/>
                  <a:pt x="1927484" y="552451"/>
                </a:cubicBezTo>
                <a:lnTo>
                  <a:pt x="1915874" y="520271"/>
                </a:lnTo>
                <a:lnTo>
                  <a:pt x="1916793" y="519123"/>
                </a:lnTo>
                <a:cubicBezTo>
                  <a:pt x="1918590" y="515812"/>
                  <a:pt x="1919415" y="511986"/>
                  <a:pt x="1918236" y="506970"/>
                </a:cubicBezTo>
                <a:cubicBezTo>
                  <a:pt x="1935854" y="504328"/>
                  <a:pt x="1923564" y="499907"/>
                  <a:pt x="1918529" y="485354"/>
                </a:cubicBezTo>
                <a:cubicBezTo>
                  <a:pt x="1944768" y="478002"/>
                  <a:pt x="1920917" y="442901"/>
                  <a:pt x="1932556" y="426779"/>
                </a:cubicBezTo>
                <a:cubicBezTo>
                  <a:pt x="1928266" y="416251"/>
                  <a:pt x="1924208" y="404985"/>
                  <a:pt x="1920572" y="393150"/>
                </a:cubicBezTo>
                <a:lnTo>
                  <a:pt x="1918744" y="385981"/>
                </a:lnTo>
                <a:cubicBezTo>
                  <a:pt x="1918812" y="385880"/>
                  <a:pt x="1918880" y="385777"/>
                  <a:pt x="1918949" y="385674"/>
                </a:cubicBezTo>
                <a:cubicBezTo>
                  <a:pt x="1919066" y="383763"/>
                  <a:pt x="1918657" y="381272"/>
                  <a:pt x="1917499" y="377782"/>
                </a:cubicBezTo>
                <a:lnTo>
                  <a:pt x="1915412" y="372914"/>
                </a:lnTo>
                <a:lnTo>
                  <a:pt x="1911865" y="359009"/>
                </a:lnTo>
                <a:cubicBezTo>
                  <a:pt x="1911991" y="357046"/>
                  <a:pt x="1912118" y="355084"/>
                  <a:pt x="1912244" y="353121"/>
                </a:cubicBezTo>
                <a:cubicBezTo>
                  <a:pt x="1918626" y="330659"/>
                  <a:pt x="1954267" y="325259"/>
                  <a:pt x="1933610" y="297387"/>
                </a:cubicBezTo>
                <a:cubicBezTo>
                  <a:pt x="1933927" y="257451"/>
                  <a:pt x="1952468" y="230850"/>
                  <a:pt x="1939454" y="194719"/>
                </a:cubicBezTo>
                <a:cubicBezTo>
                  <a:pt x="1939831" y="157324"/>
                  <a:pt x="1947607" y="124588"/>
                  <a:pt x="1942001" y="93227"/>
                </a:cubicBezTo>
                <a:cubicBezTo>
                  <a:pt x="1948078" y="80084"/>
                  <a:pt x="1950517" y="67855"/>
                  <a:pt x="1941351" y="56555"/>
                </a:cubicBezTo>
                <a:cubicBezTo>
                  <a:pt x="1943577" y="30289"/>
                  <a:pt x="1951466" y="18620"/>
                  <a:pt x="1950955" y="5312"/>
                </a:cubicBezTo>
                <a:lnTo>
                  <a:pt x="1949546"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Subtitle 2">
            <a:extLst>
              <a:ext uri="{FF2B5EF4-FFF2-40B4-BE49-F238E27FC236}">
                <a16:creationId xmlns:a16="http://schemas.microsoft.com/office/drawing/2014/main" id="{1FD06112-6AC3-C4F6-9B9B-7B1BABE0835C}"/>
              </a:ext>
            </a:extLst>
          </p:cNvPr>
          <p:cNvSpPr>
            <a:spLocks noGrp="1"/>
          </p:cNvSpPr>
          <p:nvPr>
            <p:ph type="subTitle" idx="1"/>
          </p:nvPr>
        </p:nvSpPr>
        <p:spPr>
          <a:xfrm>
            <a:off x="7592578" y="4587391"/>
            <a:ext cx="3199351" cy="1434506"/>
          </a:xfrm>
        </p:spPr>
        <p:txBody>
          <a:bodyPr>
            <a:normAutofit/>
          </a:bodyPr>
          <a:lstStyle/>
          <a:p>
            <a:pPr>
              <a:lnSpc>
                <a:spcPct val="90000"/>
              </a:lnSpc>
            </a:pPr>
            <a:r>
              <a:rPr lang="en-US" sz="1300" dirty="0"/>
              <a:t>The </a:t>
            </a:r>
            <a:r>
              <a:rPr lang="en-US" sz="1300" dirty="0" err="1"/>
              <a:t>XGBoost</a:t>
            </a:r>
            <a:r>
              <a:rPr lang="en-US" sz="1300" dirty="0"/>
              <a:t> classifier was trained using TF-IDF features and achieved an accuracy of approximately 85.27%. The confusion matrix shows the model's performance across true vs. predicted labels.</a:t>
            </a:r>
            <a:endParaRPr lang="en-IN" sz="1300" dirty="0"/>
          </a:p>
        </p:txBody>
      </p:sp>
      <p:sp>
        <p:nvSpPr>
          <p:cNvPr id="14" name="Freeform: Shape 13">
            <a:extLst>
              <a:ext uri="{FF2B5EF4-FFF2-40B4-BE49-F238E27FC236}">
                <a16:creationId xmlns:a16="http://schemas.microsoft.com/office/drawing/2014/main" id="{480C5605-8517-45F2-AB45-40BD3B23EC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423" y="1357912"/>
            <a:ext cx="5841733" cy="4136390"/>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0" name="Picture 2">
            <a:extLst>
              <a:ext uri="{FF2B5EF4-FFF2-40B4-BE49-F238E27FC236}">
                <a16:creationId xmlns:a16="http://schemas.microsoft.com/office/drawing/2014/main" id="{2C50CA04-D7C3-1EBC-DB45-28E9E7E473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5421" y="1292507"/>
            <a:ext cx="5841733" cy="42672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2846B70-BF77-2086-3DE9-8F66D6180D09}"/>
              </a:ext>
            </a:extLst>
          </p:cNvPr>
          <p:cNvSpPr txBox="1"/>
          <p:nvPr/>
        </p:nvSpPr>
        <p:spPr>
          <a:xfrm>
            <a:off x="1039761" y="703882"/>
            <a:ext cx="6268064" cy="369332"/>
          </a:xfrm>
          <a:prstGeom prst="rect">
            <a:avLst/>
          </a:prstGeom>
          <a:noFill/>
        </p:spPr>
        <p:txBody>
          <a:bodyPr wrap="square">
            <a:spAutoFit/>
          </a:bodyPr>
          <a:lstStyle/>
          <a:p>
            <a:pPr algn="ctr"/>
            <a:r>
              <a:rPr lang="en-US" cap="all" spc="600" dirty="0">
                <a:solidFill>
                  <a:schemeClr val="tx1">
                    <a:lumMod val="85000"/>
                    <a:lumOff val="15000"/>
                  </a:schemeClr>
                </a:solidFill>
                <a:latin typeface="+mj-lt"/>
                <a:ea typeface="Batang" panose="02030600000101010101" pitchFamily="18" charset="-127"/>
                <a:cs typeface="+mj-cs"/>
              </a:rPr>
              <a:t>Confusion</a:t>
            </a:r>
            <a:r>
              <a:rPr lang="en-US" sz="1200" dirty="0"/>
              <a:t> </a:t>
            </a:r>
            <a:r>
              <a:rPr lang="en-US" cap="all" spc="600" dirty="0">
                <a:solidFill>
                  <a:schemeClr val="tx1">
                    <a:lumMod val="85000"/>
                    <a:lumOff val="15000"/>
                  </a:schemeClr>
                </a:solidFill>
                <a:latin typeface="+mj-lt"/>
                <a:ea typeface="Batang" panose="02030600000101010101" pitchFamily="18" charset="-127"/>
                <a:cs typeface="+mj-cs"/>
              </a:rPr>
              <a:t>matrix</a:t>
            </a:r>
            <a:endParaRPr lang="en-IN" cap="all" spc="600" dirty="0">
              <a:solidFill>
                <a:schemeClr val="tx1">
                  <a:lumMod val="85000"/>
                  <a:lumOff val="15000"/>
                </a:schemeClr>
              </a:solidFill>
              <a:latin typeface="+mj-lt"/>
              <a:ea typeface="Batang" panose="02030600000101010101" pitchFamily="18" charset="-127"/>
              <a:cs typeface="+mj-cs"/>
            </a:endParaRPr>
          </a:p>
        </p:txBody>
      </p:sp>
    </p:spTree>
    <p:extLst>
      <p:ext uri="{BB962C8B-B14F-4D97-AF65-F5344CB8AC3E}">
        <p14:creationId xmlns:p14="http://schemas.microsoft.com/office/powerpoint/2010/main" val="1321164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155ECE-60E6-3396-DC4F-375215BA4F2D}"/>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914257E-1E2A-4AC7-89EC-1FB65C9C0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03E1C8F1-97F5-489C-8308-958F09657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1269336"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4EDE52E7-D697-AFE7-1B95-819FF9E23D26}"/>
              </a:ext>
            </a:extLst>
          </p:cNvPr>
          <p:cNvSpPr>
            <a:spLocks noGrp="1"/>
          </p:cNvSpPr>
          <p:nvPr>
            <p:ph type="ctrTitle"/>
          </p:nvPr>
        </p:nvSpPr>
        <p:spPr>
          <a:xfrm>
            <a:off x="723901" y="509587"/>
            <a:ext cx="7649239" cy="742951"/>
          </a:xfrm>
        </p:spPr>
        <p:txBody>
          <a:bodyPr anchor="ctr">
            <a:normAutofit/>
          </a:bodyPr>
          <a:lstStyle/>
          <a:p>
            <a:pPr algn="l"/>
            <a:r>
              <a:rPr lang="en-US" dirty="0"/>
              <a:t>Model comparison</a:t>
            </a:r>
            <a:endParaRPr lang="en-IN"/>
          </a:p>
        </p:txBody>
      </p:sp>
      <p:pic>
        <p:nvPicPr>
          <p:cNvPr id="5" name="Picture 4" descr="A screen shot of a computer program&#10;&#10;AI-generated content may be incorrect.">
            <a:extLst>
              <a:ext uri="{FF2B5EF4-FFF2-40B4-BE49-F238E27FC236}">
                <a16:creationId xmlns:a16="http://schemas.microsoft.com/office/drawing/2014/main" id="{C1B1B727-0CB6-94CC-2D99-DF07D1FE8462}"/>
              </a:ext>
            </a:extLst>
          </p:cNvPr>
          <p:cNvPicPr>
            <a:picLocks noChangeAspect="1"/>
          </p:cNvPicPr>
          <p:nvPr/>
        </p:nvPicPr>
        <p:blipFill>
          <a:blip r:embed="rId2"/>
          <a:stretch>
            <a:fillRect/>
          </a:stretch>
        </p:blipFill>
        <p:spPr>
          <a:xfrm>
            <a:off x="501155" y="2581920"/>
            <a:ext cx="10768181" cy="3122771"/>
          </a:xfrm>
          <a:prstGeom prst="rect">
            <a:avLst/>
          </a:prstGeom>
        </p:spPr>
      </p:pic>
      <p:sp>
        <p:nvSpPr>
          <p:cNvPr id="18" name="Freeform: Shape 17">
            <a:extLst>
              <a:ext uri="{FF2B5EF4-FFF2-40B4-BE49-F238E27FC236}">
                <a16:creationId xmlns:a16="http://schemas.microsoft.com/office/drawing/2014/main" id="{DEB62645-D4DA-4E99-8344-B1536F63D1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277971"/>
            <a:ext cx="6884912"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22906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D16EB-A34C-1A9F-F282-EC20264CB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429780-0865-606C-836F-9CB7996E9B20}"/>
              </a:ext>
            </a:extLst>
          </p:cNvPr>
          <p:cNvSpPr>
            <a:spLocks noGrp="1"/>
          </p:cNvSpPr>
          <p:nvPr>
            <p:ph type="ctrTitle"/>
          </p:nvPr>
        </p:nvSpPr>
        <p:spPr>
          <a:xfrm>
            <a:off x="0" y="55996"/>
            <a:ext cx="4070271" cy="1683933"/>
          </a:xfrm>
        </p:spPr>
        <p:txBody>
          <a:bodyPr>
            <a:normAutofit fontScale="90000"/>
          </a:bodyPr>
          <a:lstStyle/>
          <a:p>
            <a:r>
              <a:rPr lang="en-US" dirty="0"/>
              <a:t>Model  accuracy comparison</a:t>
            </a:r>
            <a:br>
              <a:rPr lang="en-US" dirty="0"/>
            </a:br>
            <a:endParaRPr lang="en-IN" dirty="0"/>
          </a:p>
        </p:txBody>
      </p:sp>
      <p:pic>
        <p:nvPicPr>
          <p:cNvPr id="5" name="Picture 4">
            <a:extLst>
              <a:ext uri="{FF2B5EF4-FFF2-40B4-BE49-F238E27FC236}">
                <a16:creationId xmlns:a16="http://schemas.microsoft.com/office/drawing/2014/main" id="{4EFD8F6F-D829-7948-2F74-8E55B5D28AD9}"/>
              </a:ext>
            </a:extLst>
          </p:cNvPr>
          <p:cNvPicPr>
            <a:picLocks noChangeAspect="1"/>
          </p:cNvPicPr>
          <p:nvPr/>
        </p:nvPicPr>
        <p:blipFill>
          <a:blip r:embed="rId2"/>
          <a:stretch>
            <a:fillRect/>
          </a:stretch>
        </p:blipFill>
        <p:spPr>
          <a:xfrm>
            <a:off x="3923252" y="2118589"/>
            <a:ext cx="7192379" cy="476316"/>
          </a:xfrm>
          <a:prstGeom prst="rect">
            <a:avLst/>
          </a:prstGeom>
        </p:spPr>
      </p:pic>
      <p:pic>
        <p:nvPicPr>
          <p:cNvPr id="7" name="Picture 6">
            <a:extLst>
              <a:ext uri="{FF2B5EF4-FFF2-40B4-BE49-F238E27FC236}">
                <a16:creationId xmlns:a16="http://schemas.microsoft.com/office/drawing/2014/main" id="{D0A66521-2F02-D39C-C6A8-18AA48016378}"/>
              </a:ext>
            </a:extLst>
          </p:cNvPr>
          <p:cNvPicPr>
            <a:picLocks noChangeAspect="1"/>
          </p:cNvPicPr>
          <p:nvPr/>
        </p:nvPicPr>
        <p:blipFill>
          <a:blip r:embed="rId3"/>
          <a:stretch>
            <a:fillRect/>
          </a:stretch>
        </p:blipFill>
        <p:spPr>
          <a:xfrm>
            <a:off x="434711" y="1642814"/>
            <a:ext cx="3200847" cy="2143424"/>
          </a:xfrm>
          <a:prstGeom prst="rect">
            <a:avLst/>
          </a:prstGeom>
        </p:spPr>
      </p:pic>
      <p:graphicFrame>
        <p:nvGraphicFramePr>
          <p:cNvPr id="8" name="Table 7">
            <a:extLst>
              <a:ext uri="{FF2B5EF4-FFF2-40B4-BE49-F238E27FC236}">
                <a16:creationId xmlns:a16="http://schemas.microsoft.com/office/drawing/2014/main" id="{C6013D3E-05C3-9946-EEEE-7F87BFFF7336}"/>
              </a:ext>
            </a:extLst>
          </p:cNvPr>
          <p:cNvGraphicFramePr>
            <a:graphicFrameLocks noGrp="1"/>
          </p:cNvGraphicFramePr>
          <p:nvPr>
            <p:extLst>
              <p:ext uri="{D42A27DB-BD31-4B8C-83A1-F6EECF244321}">
                <p14:modId xmlns:p14="http://schemas.microsoft.com/office/powerpoint/2010/main" val="1884496557"/>
              </p:ext>
            </p:extLst>
          </p:nvPr>
        </p:nvGraphicFramePr>
        <p:xfrm>
          <a:off x="4365237" y="2973565"/>
          <a:ext cx="6480586" cy="1828800"/>
        </p:xfrm>
        <a:graphic>
          <a:graphicData uri="http://schemas.openxmlformats.org/drawingml/2006/table">
            <a:tbl>
              <a:tblPr/>
              <a:tblGrid>
                <a:gridCol w="3240293">
                  <a:extLst>
                    <a:ext uri="{9D8B030D-6E8A-4147-A177-3AD203B41FA5}">
                      <a16:colId xmlns:a16="http://schemas.microsoft.com/office/drawing/2014/main" val="4004008466"/>
                    </a:ext>
                  </a:extLst>
                </a:gridCol>
                <a:gridCol w="3240293">
                  <a:extLst>
                    <a:ext uri="{9D8B030D-6E8A-4147-A177-3AD203B41FA5}">
                      <a16:colId xmlns:a16="http://schemas.microsoft.com/office/drawing/2014/main" val="619053983"/>
                    </a:ext>
                  </a:extLst>
                </a:gridCol>
              </a:tblGrid>
              <a:tr h="0">
                <a:tc>
                  <a:txBody>
                    <a:bodyPr/>
                    <a:lstStyle/>
                    <a:p>
                      <a:pPr>
                        <a:buNone/>
                      </a:pPr>
                      <a:r>
                        <a:rPr lang="en-IN" dirty="0"/>
                        <a:t>Model</a:t>
                      </a:r>
                    </a:p>
                  </a:txBody>
                  <a:tcPr anchor="ctr">
                    <a:lnL>
                      <a:noFill/>
                    </a:lnL>
                    <a:lnR>
                      <a:noFill/>
                    </a:lnR>
                    <a:lnT>
                      <a:noFill/>
                    </a:lnT>
                    <a:lnB>
                      <a:noFill/>
                    </a:lnB>
                    <a:noFill/>
                  </a:tcPr>
                </a:tc>
                <a:tc>
                  <a:txBody>
                    <a:bodyPr/>
                    <a:lstStyle/>
                    <a:p>
                      <a:pPr>
                        <a:buNone/>
                      </a:pPr>
                      <a:r>
                        <a:rPr lang="en-IN"/>
                        <a:t>Accuracy</a:t>
                      </a:r>
                    </a:p>
                  </a:txBody>
                  <a:tcPr anchor="ctr">
                    <a:lnL>
                      <a:noFill/>
                    </a:lnL>
                    <a:lnR>
                      <a:noFill/>
                    </a:lnR>
                    <a:lnT>
                      <a:noFill/>
                    </a:lnT>
                    <a:lnB>
                      <a:noFill/>
                    </a:lnB>
                    <a:noFill/>
                  </a:tcPr>
                </a:tc>
                <a:extLst>
                  <a:ext uri="{0D108BD9-81ED-4DB2-BD59-A6C34878D82A}">
                    <a16:rowId xmlns:a16="http://schemas.microsoft.com/office/drawing/2014/main" val="2903824846"/>
                  </a:ext>
                </a:extLst>
              </a:tr>
              <a:tr h="0">
                <a:tc>
                  <a:txBody>
                    <a:bodyPr/>
                    <a:lstStyle/>
                    <a:p>
                      <a:pPr>
                        <a:buNone/>
                      </a:pPr>
                      <a:r>
                        <a:rPr lang="en-IN" b="1" dirty="0"/>
                        <a:t>SVM</a:t>
                      </a:r>
                      <a:endParaRPr lang="en-IN" dirty="0"/>
                    </a:p>
                  </a:txBody>
                  <a:tcPr anchor="ctr">
                    <a:lnL>
                      <a:noFill/>
                    </a:lnL>
                    <a:lnR>
                      <a:noFill/>
                    </a:lnR>
                    <a:lnT>
                      <a:noFill/>
                    </a:lnT>
                    <a:lnB>
                      <a:noFill/>
                    </a:lnB>
                    <a:noFill/>
                  </a:tcPr>
                </a:tc>
                <a:tc>
                  <a:txBody>
                    <a:bodyPr/>
                    <a:lstStyle/>
                    <a:p>
                      <a:pPr>
                        <a:buNone/>
                      </a:pPr>
                      <a:r>
                        <a:rPr lang="en-IN" b="1" dirty="0"/>
                        <a:t>0.90</a:t>
                      </a:r>
                      <a:endParaRPr lang="en-IN" dirty="0"/>
                    </a:p>
                  </a:txBody>
                  <a:tcPr anchor="ctr">
                    <a:lnL>
                      <a:noFill/>
                    </a:lnL>
                    <a:lnR>
                      <a:noFill/>
                    </a:lnR>
                    <a:lnT>
                      <a:noFill/>
                    </a:lnT>
                    <a:lnB>
                      <a:noFill/>
                    </a:lnB>
                    <a:noFill/>
                  </a:tcPr>
                </a:tc>
                <a:extLst>
                  <a:ext uri="{0D108BD9-81ED-4DB2-BD59-A6C34878D82A}">
                    <a16:rowId xmlns:a16="http://schemas.microsoft.com/office/drawing/2014/main" val="2090290298"/>
                  </a:ext>
                </a:extLst>
              </a:tr>
              <a:tr h="0">
                <a:tc>
                  <a:txBody>
                    <a:bodyPr/>
                    <a:lstStyle/>
                    <a:p>
                      <a:pPr>
                        <a:buNone/>
                      </a:pPr>
                      <a:r>
                        <a:rPr lang="en-IN"/>
                        <a:t>Logistic Regression</a:t>
                      </a:r>
                    </a:p>
                  </a:txBody>
                  <a:tcPr anchor="ctr">
                    <a:lnL>
                      <a:noFill/>
                    </a:lnL>
                    <a:lnR>
                      <a:noFill/>
                    </a:lnR>
                    <a:lnT>
                      <a:noFill/>
                    </a:lnT>
                    <a:lnB>
                      <a:noFill/>
                    </a:lnB>
                    <a:noFill/>
                  </a:tcPr>
                </a:tc>
                <a:tc>
                  <a:txBody>
                    <a:bodyPr/>
                    <a:lstStyle/>
                    <a:p>
                      <a:pPr>
                        <a:buNone/>
                      </a:pPr>
                      <a:r>
                        <a:rPr lang="en-IN" dirty="0"/>
                        <a:t>0.89</a:t>
                      </a:r>
                    </a:p>
                  </a:txBody>
                  <a:tcPr anchor="ctr">
                    <a:lnL>
                      <a:noFill/>
                    </a:lnL>
                    <a:lnR>
                      <a:noFill/>
                    </a:lnR>
                    <a:lnT>
                      <a:noFill/>
                    </a:lnT>
                    <a:lnB>
                      <a:noFill/>
                    </a:lnB>
                    <a:noFill/>
                  </a:tcPr>
                </a:tc>
                <a:extLst>
                  <a:ext uri="{0D108BD9-81ED-4DB2-BD59-A6C34878D82A}">
                    <a16:rowId xmlns:a16="http://schemas.microsoft.com/office/drawing/2014/main" val="2295167207"/>
                  </a:ext>
                </a:extLst>
              </a:tr>
              <a:tr h="0">
                <a:tc>
                  <a:txBody>
                    <a:bodyPr/>
                    <a:lstStyle/>
                    <a:p>
                      <a:pPr>
                        <a:buNone/>
                      </a:pPr>
                      <a:r>
                        <a:rPr lang="en-IN" dirty="0" err="1"/>
                        <a:t>MultinomialNB</a:t>
                      </a:r>
                      <a:endParaRPr lang="en-IN" dirty="0"/>
                    </a:p>
                  </a:txBody>
                  <a:tcPr anchor="ctr">
                    <a:lnL>
                      <a:noFill/>
                    </a:lnL>
                    <a:lnR>
                      <a:noFill/>
                    </a:lnR>
                    <a:lnT>
                      <a:noFill/>
                    </a:lnT>
                    <a:lnB>
                      <a:noFill/>
                    </a:lnB>
                    <a:noFill/>
                  </a:tcPr>
                </a:tc>
                <a:tc>
                  <a:txBody>
                    <a:bodyPr/>
                    <a:lstStyle/>
                    <a:p>
                      <a:pPr>
                        <a:buNone/>
                      </a:pPr>
                      <a:r>
                        <a:rPr lang="en-IN" dirty="0"/>
                        <a:t>0.86</a:t>
                      </a:r>
                    </a:p>
                  </a:txBody>
                  <a:tcPr anchor="ctr">
                    <a:lnL>
                      <a:noFill/>
                    </a:lnL>
                    <a:lnR>
                      <a:noFill/>
                    </a:lnR>
                    <a:lnT>
                      <a:noFill/>
                    </a:lnT>
                    <a:lnB>
                      <a:noFill/>
                    </a:lnB>
                    <a:noFill/>
                  </a:tcPr>
                </a:tc>
                <a:extLst>
                  <a:ext uri="{0D108BD9-81ED-4DB2-BD59-A6C34878D82A}">
                    <a16:rowId xmlns:a16="http://schemas.microsoft.com/office/drawing/2014/main" val="272819503"/>
                  </a:ext>
                </a:extLst>
              </a:tr>
              <a:tr h="0">
                <a:tc>
                  <a:txBody>
                    <a:bodyPr/>
                    <a:lstStyle/>
                    <a:p>
                      <a:pPr>
                        <a:buNone/>
                      </a:pPr>
                      <a:r>
                        <a:rPr lang="en-IN"/>
                        <a:t>XGBoost</a:t>
                      </a:r>
                    </a:p>
                  </a:txBody>
                  <a:tcPr anchor="ctr">
                    <a:lnL>
                      <a:noFill/>
                    </a:lnL>
                    <a:lnR>
                      <a:noFill/>
                    </a:lnR>
                    <a:lnT>
                      <a:noFill/>
                    </a:lnT>
                    <a:lnB>
                      <a:noFill/>
                    </a:lnB>
                    <a:noFill/>
                  </a:tcPr>
                </a:tc>
                <a:tc>
                  <a:txBody>
                    <a:bodyPr/>
                    <a:lstStyle/>
                    <a:p>
                      <a:pPr>
                        <a:buNone/>
                      </a:pPr>
                      <a:r>
                        <a:rPr lang="en-IN" dirty="0"/>
                        <a:t>0.85</a:t>
                      </a:r>
                    </a:p>
                  </a:txBody>
                  <a:tcPr anchor="ctr">
                    <a:lnL>
                      <a:noFill/>
                    </a:lnL>
                    <a:lnR>
                      <a:noFill/>
                    </a:lnR>
                    <a:lnT>
                      <a:noFill/>
                    </a:lnT>
                    <a:lnB>
                      <a:noFill/>
                    </a:lnB>
                    <a:noFill/>
                  </a:tcPr>
                </a:tc>
                <a:extLst>
                  <a:ext uri="{0D108BD9-81ED-4DB2-BD59-A6C34878D82A}">
                    <a16:rowId xmlns:a16="http://schemas.microsoft.com/office/drawing/2014/main" val="1478066104"/>
                  </a:ext>
                </a:extLst>
              </a:tr>
            </a:tbl>
          </a:graphicData>
        </a:graphic>
      </p:graphicFrame>
    </p:spTree>
    <p:extLst>
      <p:ext uri="{BB962C8B-B14F-4D97-AF65-F5344CB8AC3E}">
        <p14:creationId xmlns:p14="http://schemas.microsoft.com/office/powerpoint/2010/main" val="1948731980"/>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F03B7-F5A0-997B-6694-3769DBF740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CEFA36-E104-ACF3-3E49-80DD30A887C1}"/>
              </a:ext>
            </a:extLst>
          </p:cNvPr>
          <p:cNvSpPr>
            <a:spLocks noGrp="1"/>
          </p:cNvSpPr>
          <p:nvPr>
            <p:ph type="ctrTitle"/>
          </p:nvPr>
        </p:nvSpPr>
        <p:spPr>
          <a:xfrm>
            <a:off x="-2097299" y="373626"/>
            <a:ext cx="8376514" cy="626798"/>
          </a:xfrm>
        </p:spPr>
        <p:txBody>
          <a:bodyPr/>
          <a:lstStyle/>
          <a:p>
            <a:r>
              <a:rPr lang="en-US" dirty="0"/>
              <a:t>conclusion</a:t>
            </a:r>
            <a:endParaRPr lang="en-IN" dirty="0"/>
          </a:p>
        </p:txBody>
      </p:sp>
      <p:sp>
        <p:nvSpPr>
          <p:cNvPr id="3" name="Subtitle 2">
            <a:extLst>
              <a:ext uri="{FF2B5EF4-FFF2-40B4-BE49-F238E27FC236}">
                <a16:creationId xmlns:a16="http://schemas.microsoft.com/office/drawing/2014/main" id="{06164A5A-7B1D-A7A2-673A-C0B7F1DB90C0}"/>
              </a:ext>
            </a:extLst>
          </p:cNvPr>
          <p:cNvSpPr>
            <a:spLocks noGrp="1"/>
          </p:cNvSpPr>
          <p:nvPr>
            <p:ph type="subTitle" idx="1"/>
          </p:nvPr>
        </p:nvSpPr>
        <p:spPr>
          <a:xfrm>
            <a:off x="577793" y="1885998"/>
            <a:ext cx="8536709" cy="4288660"/>
          </a:xfrm>
        </p:spPr>
        <p:txBody>
          <a:bodyPr>
            <a:normAutofit/>
          </a:bodyPr>
          <a:lstStyle/>
          <a:p>
            <a:r>
              <a:rPr lang="en-US" dirty="0"/>
              <a:t>In this project, we analyzed movie reviews to determine their sentiment as positive or negative. After experimenting with several machine learning models, the Support Vector Machine (SVM) outperformed others with an accuracy of </a:t>
            </a:r>
            <a:r>
              <a:rPr lang="en-US" b="1" dirty="0"/>
              <a:t>90%</a:t>
            </a:r>
            <a:r>
              <a:rPr lang="en-US" dirty="0"/>
              <a:t>, followed by Logistic Regression, Multinomial Naive Bayes, and </a:t>
            </a:r>
            <a:r>
              <a:rPr lang="en-US" dirty="0" err="1"/>
              <a:t>XGBoost</a:t>
            </a:r>
            <a:r>
              <a:rPr lang="en-US" dirty="0"/>
              <a:t>. The results demonstrate that linear models like SVM are highly effective for text classification tasks such as sentiment analysis, especially when combined with TF-IDF feature extraction. This model can be used to assist in understanding audience opinions at scale and improve recommendation systems.</a:t>
            </a:r>
            <a:endParaRPr lang="en-IN" dirty="0"/>
          </a:p>
        </p:txBody>
      </p:sp>
    </p:spTree>
    <p:extLst>
      <p:ext uri="{BB962C8B-B14F-4D97-AF65-F5344CB8AC3E}">
        <p14:creationId xmlns:p14="http://schemas.microsoft.com/office/powerpoint/2010/main" val="743344924"/>
      </p:ext>
    </p:extLst>
  </p:cSld>
  <p:clrMapOvr>
    <a:masterClrMapping/>
  </p:clrMapOvr>
</p:sld>
</file>

<file path=ppt/theme/theme1.xml><?xml version="1.0" encoding="utf-8"?>
<a:theme xmlns:a="http://schemas.openxmlformats.org/drawingml/2006/main" name="ArchiveVTI">
  <a:themeElements>
    <a:clrScheme name="Archive">
      <a:dk1>
        <a:sysClr val="windowText" lastClr="000000"/>
      </a:dk1>
      <a:lt1>
        <a:sysClr val="window" lastClr="FFFFFF"/>
      </a:lt1>
      <a:dk2>
        <a:srgbClr val="353B3D"/>
      </a:dk2>
      <a:lt2>
        <a:srgbClr val="EEECEA"/>
      </a:lt2>
      <a:accent1>
        <a:srgbClr val="A65E5E"/>
      </a:accent1>
      <a:accent2>
        <a:srgbClr val="9D6053"/>
      </a:accent2>
      <a:accent3>
        <a:srgbClr val="968274"/>
      </a:accent3>
      <a:accent4>
        <a:srgbClr val="878079"/>
      </a:accent4>
      <a:accent5>
        <a:srgbClr val="6C737A"/>
      </a:accent5>
      <a:accent6>
        <a:srgbClr val="697777"/>
      </a:accent6>
      <a:hlink>
        <a:srgbClr val="A25872"/>
      </a:hlink>
      <a:folHlink>
        <a:srgbClr val="667A7E"/>
      </a:folHlink>
    </a:clrScheme>
    <a:fontScheme name="Custom 4">
      <a:majorFont>
        <a:latin typeface="Elephant Pro"/>
        <a:ea typeface=""/>
        <a:cs typeface=""/>
      </a:majorFont>
      <a:minorFont>
        <a:latin typeface="Californian FB"/>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iveVTI" id="{514BDC9F-20AC-40CA-9FE7-B30987BCD2D4}" vid="{D8FA1533-D953-46ED-B2C7-B32AF1BED7A8}"/>
    </a:ext>
  </a:extLst>
</a:theme>
</file>

<file path=docProps/app.xml><?xml version="1.0" encoding="utf-8"?>
<Properties xmlns="http://schemas.openxmlformats.org/officeDocument/2006/extended-properties" xmlns:vt="http://schemas.openxmlformats.org/officeDocument/2006/docPropsVTypes">
  <Template>Archive</Template>
  <TotalTime>219</TotalTime>
  <Words>1605</Words>
  <Application>Microsoft Office PowerPoint</Application>
  <PresentationFormat>Widescreen</PresentationFormat>
  <Paragraphs>136</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Batang</vt:lpstr>
      <vt:lpstr>Arial</vt:lpstr>
      <vt:lpstr>Californian FB</vt:lpstr>
      <vt:lpstr>Elephant Pro</vt:lpstr>
      <vt:lpstr>Wingdings</vt:lpstr>
      <vt:lpstr>ArchiveVTI</vt:lpstr>
      <vt:lpstr>SC||Skill Circle</vt:lpstr>
      <vt:lpstr>Movie sentiment</vt:lpstr>
      <vt:lpstr>Introduction</vt:lpstr>
      <vt:lpstr>Why Movie Sentiment Domain?</vt:lpstr>
      <vt:lpstr>Project’s Significance and its Benefits to Movie Sentiment</vt:lpstr>
      <vt:lpstr>Exploratory Data Analysis (EDA)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Lemmatization was applied to reduce words to their base or dictionary form.  This ensures that different inflections of A word are treated as the same feature.  It improves text normalization and helps reduce vocabulary size.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Confusion matrix</vt:lpstr>
      <vt:lpstr>PowerPoint Presentation</vt:lpstr>
      <vt:lpstr>Confusion matrix</vt:lpstr>
      <vt:lpstr>PowerPoint Presentation</vt:lpstr>
      <vt:lpstr>Model comparison</vt:lpstr>
      <vt:lpstr>Model  accuracy comparison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ravi chaudhary</dc:creator>
  <cp:lastModifiedBy>ravi chaudhary</cp:lastModifiedBy>
  <cp:revision>2</cp:revision>
  <dcterms:created xsi:type="dcterms:W3CDTF">2025-08-18T06:28:25Z</dcterms:created>
  <dcterms:modified xsi:type="dcterms:W3CDTF">2025-10-15T16:16:41Z</dcterms:modified>
</cp:coreProperties>
</file>